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56"/>
  </p:notesMasterIdLst>
  <p:sldIdLst>
    <p:sldId id="256" r:id="rId2"/>
    <p:sldId id="301" r:id="rId3"/>
    <p:sldId id="258" r:id="rId4"/>
    <p:sldId id="259" r:id="rId5"/>
    <p:sldId id="307" r:id="rId6"/>
    <p:sldId id="260" r:id="rId7"/>
    <p:sldId id="311" r:id="rId8"/>
    <p:sldId id="312" r:id="rId9"/>
    <p:sldId id="313" r:id="rId10"/>
    <p:sldId id="303" r:id="rId11"/>
    <p:sldId id="314" r:id="rId12"/>
    <p:sldId id="315" r:id="rId13"/>
    <p:sldId id="329" r:id="rId14"/>
    <p:sldId id="336" r:id="rId15"/>
    <p:sldId id="364" r:id="rId16"/>
    <p:sldId id="365" r:id="rId17"/>
    <p:sldId id="366" r:id="rId18"/>
    <p:sldId id="368" r:id="rId19"/>
    <p:sldId id="377" r:id="rId20"/>
    <p:sldId id="370" r:id="rId21"/>
    <p:sldId id="328" r:id="rId22"/>
    <p:sldId id="344" r:id="rId23"/>
    <p:sldId id="345" r:id="rId24"/>
    <p:sldId id="335" r:id="rId25"/>
    <p:sldId id="347" r:id="rId26"/>
    <p:sldId id="316" r:id="rId27"/>
    <p:sldId id="353" r:id="rId28"/>
    <p:sldId id="360" r:id="rId29"/>
    <p:sldId id="355" r:id="rId30"/>
    <p:sldId id="356" r:id="rId31"/>
    <p:sldId id="357" r:id="rId32"/>
    <p:sldId id="371" r:id="rId33"/>
    <p:sldId id="372" r:id="rId34"/>
    <p:sldId id="317" r:id="rId35"/>
    <p:sldId id="324" r:id="rId36"/>
    <p:sldId id="373" r:id="rId37"/>
    <p:sldId id="325" r:id="rId38"/>
    <p:sldId id="330" r:id="rId39"/>
    <p:sldId id="326" r:id="rId40"/>
    <p:sldId id="374" r:id="rId41"/>
    <p:sldId id="332" r:id="rId42"/>
    <p:sldId id="334" r:id="rId43"/>
    <p:sldId id="318" r:id="rId44"/>
    <p:sldId id="322" r:id="rId45"/>
    <p:sldId id="333" r:id="rId46"/>
    <p:sldId id="343" r:id="rId47"/>
    <p:sldId id="319" r:id="rId48"/>
    <p:sldId id="323" r:id="rId49"/>
    <p:sldId id="349" r:id="rId50"/>
    <p:sldId id="350" r:id="rId51"/>
    <p:sldId id="375" r:id="rId52"/>
    <p:sldId id="376" r:id="rId53"/>
    <p:sldId id="352" r:id="rId54"/>
    <p:sldId id="262" r:id="rId55"/>
  </p:sldIdLst>
  <p:sldSz cx="9144000" cy="5143500" type="screen16x9"/>
  <p:notesSz cx="6858000" cy="9144000"/>
  <p:embeddedFontLst>
    <p:embeddedFont>
      <p:font typeface="Cinzel Decorative" panose="020B0604020202020204" charset="0"/>
      <p:regular r:id="rId57"/>
      <p:bold r:id="rId58"/>
    </p:embeddedFont>
    <p:embeddedFont>
      <p:font typeface="Montserrat" panose="020B0604020202020204" charset="0"/>
      <p:regular r:id="rId59"/>
      <p:bold r:id="rId60"/>
      <p:italic r:id="rId61"/>
      <p:boldItalic r:id="rId62"/>
    </p:embeddedFont>
    <p:embeddedFont>
      <p:font typeface="Quicksand Medium" panose="020B0604020202020204" charset="0"/>
      <p:regular r:id="rId63"/>
      <p:bold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FE1"/>
    <a:srgbClr val="E7D5C1"/>
    <a:srgbClr val="BA8D76"/>
    <a:srgbClr val="FFF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8CA4F-CDBC-4E7A-8D8E-AD2EFE6D1E51}" v="4492" dt="2025-06-12T09:26:08.038"/>
  </p1510:revLst>
</p1510:revInfo>
</file>

<file path=ppt/tableStyles.xml><?xml version="1.0" encoding="utf-8"?>
<a:tblStyleLst xmlns:a="http://schemas.openxmlformats.org/drawingml/2006/main" def="{E405E053-5A46-4216-B2A0-0326EE7E59D0}">
  <a:tblStyle styleId="{E405E053-5A46-4216-B2A0-0326EE7E59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AIB GOUMRI" userId="8c8730cc-3310-4c9c-a13a-4887c14d17fd" providerId="ADAL" clId="{2A63A084-653A-4155-9868-8A298DCEB9AB}"/>
    <pc:docChg chg="undo custSel addSld delSld modSld sldOrd">
      <pc:chgData name="CHOAIB GOUMRI" userId="8c8730cc-3310-4c9c-a13a-4887c14d17fd" providerId="ADAL" clId="{2A63A084-653A-4155-9868-8A298DCEB9AB}" dt="2025-06-10T22:12:42.793" v="1127" actId="113"/>
      <pc:docMkLst>
        <pc:docMk/>
      </pc:docMkLst>
      <pc:sldChg chg="modSp mod">
        <pc:chgData name="CHOAIB GOUMRI" userId="8c8730cc-3310-4c9c-a13a-4887c14d17fd" providerId="ADAL" clId="{2A63A084-653A-4155-9868-8A298DCEB9AB}" dt="2025-06-10T21:23:42.170" v="629" actId="1076"/>
        <pc:sldMkLst>
          <pc:docMk/>
          <pc:sldMk cId="2722902135" sldId="320"/>
        </pc:sldMkLst>
        <pc:picChg chg="mod">
          <ac:chgData name="CHOAIB GOUMRI" userId="8c8730cc-3310-4c9c-a13a-4887c14d17fd" providerId="ADAL" clId="{2A63A084-653A-4155-9868-8A298DCEB9AB}" dt="2025-06-10T21:23:42.170" v="629" actId="1076"/>
          <ac:picMkLst>
            <pc:docMk/>
            <pc:sldMk cId="2722902135" sldId="320"/>
            <ac:picMk id="6" creationId="{48D373B5-BB72-3FBB-C6EB-EB688EB22646}"/>
          </ac:picMkLst>
        </pc:picChg>
      </pc:sldChg>
      <pc:sldChg chg="addSp delSp modSp add mod">
        <pc:chgData name="CHOAIB GOUMRI" userId="8c8730cc-3310-4c9c-a13a-4887c14d17fd" providerId="ADAL" clId="{2A63A084-653A-4155-9868-8A298DCEB9AB}" dt="2025-06-10T15:55:32.400" v="628" actId="20577"/>
        <pc:sldMkLst>
          <pc:docMk/>
          <pc:sldMk cId="3605175635" sldId="328"/>
        </pc:sldMkLst>
        <pc:spChg chg="del">
          <ac:chgData name="CHOAIB GOUMRI" userId="8c8730cc-3310-4c9c-a13a-4887c14d17fd" providerId="ADAL" clId="{2A63A084-653A-4155-9868-8A298DCEB9AB}" dt="2025-06-10T15:20:43.133" v="41" actId="21"/>
          <ac:spMkLst>
            <pc:docMk/>
            <pc:sldMk cId="3605175635" sldId="328"/>
            <ac:spMk id="13" creationId="{268B8740-0BB6-A805-D570-BB7DE2A29465}"/>
          </ac:spMkLst>
        </pc:spChg>
        <pc:spChg chg="del">
          <ac:chgData name="CHOAIB GOUMRI" userId="8c8730cc-3310-4c9c-a13a-4887c14d17fd" providerId="ADAL" clId="{2A63A084-653A-4155-9868-8A298DCEB9AB}" dt="2025-06-10T15:20:45.981" v="42" actId="21"/>
          <ac:spMkLst>
            <pc:docMk/>
            <pc:sldMk cId="3605175635" sldId="328"/>
            <ac:spMk id="14" creationId="{F9EA402A-DB62-EB44-8752-A2A1EFB9FE62}"/>
          </ac:spMkLst>
        </pc:spChg>
        <pc:spChg chg="add mod">
          <ac:chgData name="CHOAIB GOUMRI" userId="8c8730cc-3310-4c9c-a13a-4887c14d17fd" providerId="ADAL" clId="{2A63A084-653A-4155-9868-8A298DCEB9AB}" dt="2025-06-10T15:37:39.085" v="357" actId="113"/>
          <ac:spMkLst>
            <pc:docMk/>
            <pc:sldMk cId="3605175635" sldId="328"/>
            <ac:spMk id="16" creationId="{ACD46FAB-3054-B9C2-45FD-EB01B8FF03BB}"/>
          </ac:spMkLst>
        </pc:spChg>
        <pc:spChg chg="add del mod">
          <ac:chgData name="CHOAIB GOUMRI" userId="8c8730cc-3310-4c9c-a13a-4887c14d17fd" providerId="ADAL" clId="{2A63A084-653A-4155-9868-8A298DCEB9AB}" dt="2025-06-10T15:55:32.400" v="628" actId="20577"/>
          <ac:spMkLst>
            <pc:docMk/>
            <pc:sldMk cId="3605175635" sldId="328"/>
            <ac:spMk id="21" creationId="{EE24BBF6-795D-15CD-AD82-6C7B946FEE20}"/>
          </ac:spMkLst>
        </pc:spChg>
        <pc:spChg chg="del">
          <ac:chgData name="CHOAIB GOUMRI" userId="8c8730cc-3310-4c9c-a13a-4887c14d17fd" providerId="ADAL" clId="{2A63A084-653A-4155-9868-8A298DCEB9AB}" dt="2025-06-10T15:20:49.488" v="43" actId="21"/>
          <ac:spMkLst>
            <pc:docMk/>
            <pc:sldMk cId="3605175635" sldId="328"/>
            <ac:spMk id="172" creationId="{96AA6C5D-D420-D495-C2AC-286137CA0159}"/>
          </ac:spMkLst>
        </pc:spChg>
        <pc:spChg chg="mod">
          <ac:chgData name="CHOAIB GOUMRI" userId="8c8730cc-3310-4c9c-a13a-4887c14d17fd" providerId="ADAL" clId="{2A63A084-653A-4155-9868-8A298DCEB9AB}" dt="2025-06-10T15:02:13.147" v="34" actId="20577"/>
          <ac:spMkLst>
            <pc:docMk/>
            <pc:sldMk cId="3605175635" sldId="328"/>
            <ac:spMk id="173" creationId="{74D0BCC9-30B2-91F6-C2C3-C267CEE5FC7E}"/>
          </ac:spMkLst>
        </pc:spChg>
        <pc:graphicFrameChg chg="add del mod">
          <ac:chgData name="CHOAIB GOUMRI" userId="8c8730cc-3310-4c9c-a13a-4887c14d17fd" providerId="ADAL" clId="{2A63A084-653A-4155-9868-8A298DCEB9AB}" dt="2025-06-10T15:22:43.623" v="46" actId="21"/>
          <ac:graphicFrameMkLst>
            <pc:docMk/>
            <pc:sldMk cId="3605175635" sldId="328"/>
            <ac:graphicFrameMk id="17" creationId="{B8AFF4A1-0A27-8CB9-AC4C-22A48CFBE0A2}"/>
          </ac:graphicFrameMkLst>
        </pc:graphicFrameChg>
        <pc:graphicFrameChg chg="add mod">
          <ac:chgData name="CHOAIB GOUMRI" userId="8c8730cc-3310-4c9c-a13a-4887c14d17fd" providerId="ADAL" clId="{2A63A084-653A-4155-9868-8A298DCEB9AB}" dt="2025-06-10T15:22:45.441" v="47"/>
          <ac:graphicFrameMkLst>
            <pc:docMk/>
            <pc:sldMk cId="3605175635" sldId="328"/>
            <ac:graphicFrameMk id="18" creationId="{B8AFF4A1-0A27-8CB9-AC4C-22A48CFBE0A2}"/>
          </ac:graphicFrameMkLst>
        </pc:graphicFrameChg>
        <pc:picChg chg="add del mod">
          <ac:chgData name="CHOAIB GOUMRI" userId="8c8730cc-3310-4c9c-a13a-4887c14d17fd" providerId="ADAL" clId="{2A63A084-653A-4155-9868-8A298DCEB9AB}" dt="2025-06-10T15:20:39.852" v="40" actId="21"/>
          <ac:picMkLst>
            <pc:docMk/>
            <pc:sldMk cId="3605175635" sldId="328"/>
            <ac:picMk id="5" creationId="{5C308EAB-D568-3977-BB6B-90ED4EA5DB42}"/>
          </ac:picMkLst>
        </pc:picChg>
        <pc:picChg chg="add del mod">
          <ac:chgData name="CHOAIB GOUMRI" userId="8c8730cc-3310-4c9c-a13a-4887c14d17fd" providerId="ADAL" clId="{2A63A084-653A-4155-9868-8A298DCEB9AB}" dt="2025-06-10T15:27:20.527" v="61" actId="478"/>
          <ac:picMkLst>
            <pc:docMk/>
            <pc:sldMk cId="3605175635" sldId="328"/>
            <ac:picMk id="19" creationId="{83488463-DC7B-E259-0FD1-7C6CBE1F93A4}"/>
          </ac:picMkLst>
        </pc:picChg>
      </pc:sldChg>
      <pc:sldChg chg="new del">
        <pc:chgData name="CHOAIB GOUMRI" userId="8c8730cc-3310-4c9c-a13a-4887c14d17fd" providerId="ADAL" clId="{2A63A084-653A-4155-9868-8A298DCEB9AB}" dt="2025-06-10T15:27:12.691" v="59" actId="2696"/>
        <pc:sldMkLst>
          <pc:docMk/>
          <pc:sldMk cId="725774789" sldId="335"/>
        </pc:sldMkLst>
      </pc:sldChg>
      <pc:sldChg chg="addSp delSp modSp add mod">
        <pc:chgData name="CHOAIB GOUMRI" userId="8c8730cc-3310-4c9c-a13a-4887c14d17fd" providerId="ADAL" clId="{2A63A084-653A-4155-9868-8A298DCEB9AB}" dt="2025-06-10T15:55:20.025" v="625" actId="1076"/>
        <pc:sldMkLst>
          <pc:docMk/>
          <pc:sldMk cId="3991619902" sldId="335"/>
        </pc:sldMkLst>
        <pc:spChg chg="add del mod">
          <ac:chgData name="CHOAIB GOUMRI" userId="8c8730cc-3310-4c9c-a13a-4887c14d17fd" providerId="ADAL" clId="{2A63A084-653A-4155-9868-8A298DCEB9AB}" dt="2025-06-10T15:39:36.400" v="387"/>
          <ac:spMkLst>
            <pc:docMk/>
            <pc:sldMk cId="3991619902" sldId="335"/>
            <ac:spMk id="6" creationId="{01E9ABB6-6A56-D9E5-227B-822DABB372A8}"/>
          </ac:spMkLst>
        </pc:spChg>
        <pc:spChg chg="add del mod">
          <ac:chgData name="CHOAIB GOUMRI" userId="8c8730cc-3310-4c9c-a13a-4887c14d17fd" providerId="ADAL" clId="{2A63A084-653A-4155-9868-8A298DCEB9AB}" dt="2025-06-10T15:41:37.505" v="468" actId="478"/>
          <ac:spMkLst>
            <pc:docMk/>
            <pc:sldMk cId="3991619902" sldId="335"/>
            <ac:spMk id="7" creationId="{A9D00E9A-31F4-D008-AFE6-D2BE9F9C7FBE}"/>
          </ac:spMkLst>
        </pc:spChg>
        <pc:spChg chg="add mod">
          <ac:chgData name="CHOAIB GOUMRI" userId="8c8730cc-3310-4c9c-a13a-4887c14d17fd" providerId="ADAL" clId="{2A63A084-653A-4155-9868-8A298DCEB9AB}" dt="2025-06-10T15:49:48.808" v="494" actId="1076"/>
          <ac:spMkLst>
            <pc:docMk/>
            <pc:sldMk cId="3991619902" sldId="335"/>
            <ac:spMk id="8" creationId="{88E41660-1926-1365-FED2-036FFFD66572}"/>
          </ac:spMkLst>
        </pc:spChg>
        <pc:graphicFrameChg chg="mod modGraphic">
          <ac:chgData name="CHOAIB GOUMRI" userId="8c8730cc-3310-4c9c-a13a-4887c14d17fd" providerId="ADAL" clId="{2A63A084-653A-4155-9868-8A298DCEB9AB}" dt="2025-06-10T15:55:20.025" v="625" actId="1076"/>
          <ac:graphicFrameMkLst>
            <pc:docMk/>
            <pc:sldMk cId="3991619902" sldId="335"/>
            <ac:graphicFrameMk id="10" creationId="{3E395A40-CB3F-8C82-D7FD-2A6F3E3B6129}"/>
          </ac:graphicFrameMkLst>
        </pc:graphicFrameChg>
        <pc:picChg chg="mod">
          <ac:chgData name="CHOAIB GOUMRI" userId="8c8730cc-3310-4c9c-a13a-4887c14d17fd" providerId="ADAL" clId="{2A63A084-653A-4155-9868-8A298DCEB9AB}" dt="2025-06-10T15:39:26.100" v="383" actId="1076"/>
          <ac:picMkLst>
            <pc:docMk/>
            <pc:sldMk cId="3991619902" sldId="335"/>
            <ac:picMk id="19" creationId="{3BF88A44-404A-7422-5689-55AC5F063E22}"/>
          </ac:picMkLst>
        </pc:picChg>
      </pc:sldChg>
      <pc:sldChg chg="modSp add mod">
        <pc:chgData name="CHOAIB GOUMRI" userId="8c8730cc-3310-4c9c-a13a-4887c14d17fd" providerId="ADAL" clId="{2A63A084-653A-4155-9868-8A298DCEB9AB}" dt="2025-06-10T15:37:04.255" v="350" actId="1076"/>
        <pc:sldMkLst>
          <pc:docMk/>
          <pc:sldMk cId="526381514" sldId="342"/>
        </pc:sldMkLst>
        <pc:spChg chg="mod">
          <ac:chgData name="CHOAIB GOUMRI" userId="8c8730cc-3310-4c9c-a13a-4887c14d17fd" providerId="ADAL" clId="{2A63A084-653A-4155-9868-8A298DCEB9AB}" dt="2025-06-10T15:37:00.729" v="349" actId="1076"/>
          <ac:spMkLst>
            <pc:docMk/>
            <pc:sldMk cId="526381514" sldId="342"/>
            <ac:spMk id="16" creationId="{5820E395-70B1-A981-7B05-5CEB24080407}"/>
          </ac:spMkLst>
        </pc:spChg>
        <pc:spChg chg="mod">
          <ac:chgData name="CHOAIB GOUMRI" userId="8c8730cc-3310-4c9c-a13a-4887c14d17fd" providerId="ADAL" clId="{2A63A084-653A-4155-9868-8A298DCEB9AB}" dt="2025-06-10T15:37:04.255" v="350" actId="1076"/>
          <ac:spMkLst>
            <pc:docMk/>
            <pc:sldMk cId="526381514" sldId="342"/>
            <ac:spMk id="21" creationId="{21FF3291-49B8-8E8D-FC04-A3346DB4EF72}"/>
          </ac:spMkLst>
        </pc:spChg>
      </pc:sldChg>
      <pc:sldChg chg="modSp add mod">
        <pc:chgData name="CHOAIB GOUMRI" userId="8c8730cc-3310-4c9c-a13a-4887c14d17fd" providerId="ADAL" clId="{2A63A084-653A-4155-9868-8A298DCEB9AB}" dt="2025-06-10T22:12:14.663" v="1116" actId="113"/>
        <pc:sldMkLst>
          <pc:docMk/>
          <pc:sldMk cId="3194232638" sldId="344"/>
        </pc:sldMkLst>
        <pc:spChg chg="mod">
          <ac:chgData name="CHOAIB GOUMRI" userId="8c8730cc-3310-4c9c-a13a-4887c14d17fd" providerId="ADAL" clId="{2A63A084-653A-4155-9868-8A298DCEB9AB}" dt="2025-06-10T22:12:14.663" v="1116" actId="113"/>
          <ac:spMkLst>
            <pc:docMk/>
            <pc:sldMk cId="3194232638" sldId="344"/>
            <ac:spMk id="16" creationId="{A5812722-3B0F-2A52-AAB4-45FF09E83321}"/>
          </ac:spMkLst>
        </pc:spChg>
        <pc:spChg chg="mod">
          <ac:chgData name="CHOAIB GOUMRI" userId="8c8730cc-3310-4c9c-a13a-4887c14d17fd" providerId="ADAL" clId="{2A63A084-653A-4155-9868-8A298DCEB9AB}" dt="2025-06-10T15:34:51.713" v="306" actId="20577"/>
          <ac:spMkLst>
            <pc:docMk/>
            <pc:sldMk cId="3194232638" sldId="344"/>
            <ac:spMk id="21" creationId="{06B56B19-1A76-533B-EFE9-4C3BB47EB141}"/>
          </ac:spMkLst>
        </pc:spChg>
      </pc:sldChg>
      <pc:sldChg chg="modSp add mod">
        <pc:chgData name="CHOAIB GOUMRI" userId="8c8730cc-3310-4c9c-a13a-4887c14d17fd" providerId="ADAL" clId="{2A63A084-653A-4155-9868-8A298DCEB9AB}" dt="2025-06-10T15:39:16.808" v="382" actId="20577"/>
        <pc:sldMkLst>
          <pc:docMk/>
          <pc:sldMk cId="3743827298" sldId="345"/>
        </pc:sldMkLst>
        <pc:spChg chg="mod">
          <ac:chgData name="CHOAIB GOUMRI" userId="8c8730cc-3310-4c9c-a13a-4887c14d17fd" providerId="ADAL" clId="{2A63A084-653A-4155-9868-8A298DCEB9AB}" dt="2025-06-10T15:36:47.608" v="348" actId="123"/>
          <ac:spMkLst>
            <pc:docMk/>
            <pc:sldMk cId="3743827298" sldId="345"/>
            <ac:spMk id="16" creationId="{5093FCF2-F9F8-364A-A871-41E850765830}"/>
          </ac:spMkLst>
        </pc:spChg>
        <pc:spChg chg="mod">
          <ac:chgData name="CHOAIB GOUMRI" userId="8c8730cc-3310-4c9c-a13a-4887c14d17fd" providerId="ADAL" clId="{2A63A084-653A-4155-9868-8A298DCEB9AB}" dt="2025-06-10T15:39:16.808" v="382" actId="20577"/>
          <ac:spMkLst>
            <pc:docMk/>
            <pc:sldMk cId="3743827298" sldId="345"/>
            <ac:spMk id="21" creationId="{895EABAC-0AAA-64CB-4E1D-FB4AE18D95D8}"/>
          </ac:spMkLst>
        </pc:spChg>
      </pc:sldChg>
      <pc:sldChg chg="modSp add mod">
        <pc:chgData name="CHOAIB GOUMRI" userId="8c8730cc-3310-4c9c-a13a-4887c14d17fd" providerId="ADAL" clId="{2A63A084-653A-4155-9868-8A298DCEB9AB}" dt="2025-06-10T22:12:42.793" v="1127" actId="113"/>
        <pc:sldMkLst>
          <pc:docMk/>
          <pc:sldMk cId="1376228244" sldId="346"/>
        </pc:sldMkLst>
        <pc:spChg chg="mod">
          <ac:chgData name="CHOAIB GOUMRI" userId="8c8730cc-3310-4c9c-a13a-4887c14d17fd" providerId="ADAL" clId="{2A63A084-653A-4155-9868-8A298DCEB9AB}" dt="2025-06-10T22:12:42.793" v="1127" actId="113"/>
          <ac:spMkLst>
            <pc:docMk/>
            <pc:sldMk cId="1376228244" sldId="346"/>
            <ac:spMk id="16" creationId="{5F1635D0-C86E-7644-5F9F-2F27381BABDC}"/>
          </ac:spMkLst>
        </pc:spChg>
      </pc:sldChg>
      <pc:sldChg chg="addSp delSp modSp mod">
        <pc:chgData name="CHOAIB GOUMRI" userId="8c8730cc-3310-4c9c-a13a-4887c14d17fd" providerId="ADAL" clId="{2A63A084-653A-4155-9868-8A298DCEB9AB}" dt="2025-06-10T15:54:34.199" v="617" actId="1076"/>
        <pc:sldMkLst>
          <pc:docMk/>
          <pc:sldMk cId="1166052227" sldId="347"/>
        </pc:sldMkLst>
        <pc:spChg chg="add mod">
          <ac:chgData name="CHOAIB GOUMRI" userId="8c8730cc-3310-4c9c-a13a-4887c14d17fd" providerId="ADAL" clId="{2A63A084-653A-4155-9868-8A298DCEB9AB}" dt="2025-06-10T15:54:30.325" v="616" actId="1076"/>
          <ac:spMkLst>
            <pc:docMk/>
            <pc:sldMk cId="1166052227" sldId="347"/>
            <ac:spMk id="7" creationId="{726AE7B1-9A1E-00C8-8F98-9A58F07BC347}"/>
          </ac:spMkLst>
        </pc:spChg>
        <pc:spChg chg="del">
          <ac:chgData name="CHOAIB GOUMRI" userId="8c8730cc-3310-4c9c-a13a-4887c14d17fd" providerId="ADAL" clId="{2A63A084-653A-4155-9868-8A298DCEB9AB}" dt="2025-06-10T15:50:21.061" v="495" actId="478"/>
          <ac:spMkLst>
            <pc:docMk/>
            <pc:sldMk cId="1166052227" sldId="347"/>
            <ac:spMk id="8" creationId="{4A5F5F8B-A78F-C738-9968-44C7F278D935}"/>
          </ac:spMkLst>
        </pc:spChg>
        <pc:spChg chg="mod">
          <ac:chgData name="CHOAIB GOUMRI" userId="8c8730cc-3310-4c9c-a13a-4887c14d17fd" providerId="ADAL" clId="{2A63A084-653A-4155-9868-8A298DCEB9AB}" dt="2025-06-10T15:54:34.199" v="617" actId="1076"/>
          <ac:spMkLst>
            <pc:docMk/>
            <pc:sldMk cId="1166052227" sldId="347"/>
            <ac:spMk id="16" creationId="{F3260D99-97AA-8B22-BDCA-17F561C04D2D}"/>
          </ac:spMkLst>
        </pc:spChg>
        <pc:picChg chg="del">
          <ac:chgData name="CHOAIB GOUMRI" userId="8c8730cc-3310-4c9c-a13a-4887c14d17fd" providerId="ADAL" clId="{2A63A084-653A-4155-9868-8A298DCEB9AB}" dt="2025-06-10T15:50:22.324" v="496" actId="478"/>
          <ac:picMkLst>
            <pc:docMk/>
            <pc:sldMk cId="1166052227" sldId="347"/>
            <ac:picMk id="19" creationId="{EE6F3094-A423-2F65-4C2F-409A7C65FDE5}"/>
          </ac:picMkLst>
        </pc:picChg>
      </pc:sldChg>
      <pc:sldChg chg="add ord">
        <pc:chgData name="CHOAIB GOUMRI" userId="8c8730cc-3310-4c9c-a13a-4887c14d17fd" providerId="ADAL" clId="{2A63A084-653A-4155-9868-8A298DCEB9AB}" dt="2025-06-10T15:45:09.177" v="473"/>
        <pc:sldMkLst>
          <pc:docMk/>
          <pc:sldMk cId="1300224918" sldId="347"/>
        </pc:sldMkLst>
      </pc:sldChg>
      <pc:sldChg chg="del">
        <pc:chgData name="CHOAIB GOUMRI" userId="8c8730cc-3310-4c9c-a13a-4887c14d17fd" providerId="ADAL" clId="{2A63A084-653A-4155-9868-8A298DCEB9AB}" dt="2025-06-10T15:52:43.763" v="598" actId="2696"/>
        <pc:sldMkLst>
          <pc:docMk/>
          <pc:sldMk cId="1300224918" sldId="348"/>
        </pc:sldMkLst>
      </pc:sldChg>
      <pc:sldChg chg="modSp add mod">
        <pc:chgData name="CHOAIB GOUMRI" userId="8c8730cc-3310-4c9c-a13a-4887c14d17fd" providerId="ADAL" clId="{2A63A084-653A-4155-9868-8A298DCEB9AB}" dt="2025-06-10T15:55:01.185" v="623" actId="20577"/>
        <pc:sldMkLst>
          <pc:docMk/>
          <pc:sldMk cId="1482394787" sldId="348"/>
        </pc:sldMkLst>
        <pc:spChg chg="mod">
          <ac:chgData name="CHOAIB GOUMRI" userId="8c8730cc-3310-4c9c-a13a-4887c14d17fd" providerId="ADAL" clId="{2A63A084-653A-4155-9868-8A298DCEB9AB}" dt="2025-06-10T15:55:01.185" v="623" actId="20577"/>
          <ac:spMkLst>
            <pc:docMk/>
            <pc:sldMk cId="1482394787" sldId="348"/>
            <ac:spMk id="16" creationId="{0C33B504-5BDF-6169-1194-6AB9A0F4F537}"/>
          </ac:spMkLst>
        </pc:spChg>
      </pc:sldChg>
      <pc:sldChg chg="addSp delSp modSp add mod ord">
        <pc:chgData name="CHOAIB GOUMRI" userId="8c8730cc-3310-4c9c-a13a-4887c14d17fd" providerId="ADAL" clId="{2A63A084-653A-4155-9868-8A298DCEB9AB}" dt="2025-06-10T22:04:56.639" v="1089" actId="113"/>
        <pc:sldMkLst>
          <pc:docMk/>
          <pc:sldMk cId="3572618825" sldId="353"/>
        </pc:sldMkLst>
        <pc:spChg chg="mod">
          <ac:chgData name="CHOAIB GOUMRI" userId="8c8730cc-3310-4c9c-a13a-4887c14d17fd" providerId="ADAL" clId="{2A63A084-653A-4155-9868-8A298DCEB9AB}" dt="2025-06-10T22:04:56.639" v="1089" actId="113"/>
          <ac:spMkLst>
            <pc:docMk/>
            <pc:sldMk cId="3572618825" sldId="353"/>
            <ac:spMk id="4" creationId="{48587E34-88FB-4AE6-3F65-E2477DD1F339}"/>
          </ac:spMkLst>
        </pc:spChg>
        <pc:spChg chg="del">
          <ac:chgData name="CHOAIB GOUMRI" userId="8c8730cc-3310-4c9c-a13a-4887c14d17fd" providerId="ADAL" clId="{2A63A084-653A-4155-9868-8A298DCEB9AB}" dt="2025-06-10T21:26:36.485" v="662" actId="478"/>
          <ac:spMkLst>
            <pc:docMk/>
            <pc:sldMk cId="3572618825" sldId="353"/>
            <ac:spMk id="5" creationId="{1D9DA7D7-1CD3-43E1-F106-9C15291367B4}"/>
          </ac:spMkLst>
        </pc:spChg>
        <pc:spChg chg="add">
          <ac:chgData name="CHOAIB GOUMRI" userId="8c8730cc-3310-4c9c-a13a-4887c14d17fd" providerId="ADAL" clId="{2A63A084-653A-4155-9868-8A298DCEB9AB}" dt="2025-06-10T21:25:38.407" v="648"/>
          <ac:spMkLst>
            <pc:docMk/>
            <pc:sldMk cId="3572618825" sldId="353"/>
            <ac:spMk id="7" creationId="{06FDF32B-A778-9E30-CAB9-BFFC18BF6D15}"/>
          </ac:spMkLst>
        </pc:spChg>
        <pc:spChg chg="add mod">
          <ac:chgData name="CHOAIB GOUMRI" userId="8c8730cc-3310-4c9c-a13a-4887c14d17fd" providerId="ADAL" clId="{2A63A084-653A-4155-9868-8A298DCEB9AB}" dt="2025-06-10T22:03:35.059" v="1039"/>
          <ac:spMkLst>
            <pc:docMk/>
            <pc:sldMk cId="3572618825" sldId="353"/>
            <ac:spMk id="8" creationId="{23642D94-B2FC-96BF-78C2-C14C84CE8CD9}"/>
          </ac:spMkLst>
        </pc:spChg>
        <pc:spChg chg="del mod">
          <ac:chgData name="CHOAIB GOUMRI" userId="8c8730cc-3310-4c9c-a13a-4887c14d17fd" providerId="ADAL" clId="{2A63A084-653A-4155-9868-8A298DCEB9AB}" dt="2025-06-10T22:03:32.524" v="1038" actId="21"/>
          <ac:spMkLst>
            <pc:docMk/>
            <pc:sldMk cId="3572618825" sldId="353"/>
            <ac:spMk id="172" creationId="{23642D94-B2FC-96BF-78C2-C14C84CE8CD9}"/>
          </ac:spMkLst>
        </pc:spChg>
        <pc:spChg chg="mod">
          <ac:chgData name="CHOAIB GOUMRI" userId="8c8730cc-3310-4c9c-a13a-4887c14d17fd" providerId="ADAL" clId="{2A63A084-653A-4155-9868-8A298DCEB9AB}" dt="2025-06-10T21:25:03.319" v="647" actId="20577"/>
          <ac:spMkLst>
            <pc:docMk/>
            <pc:sldMk cId="3572618825" sldId="353"/>
            <ac:spMk id="173" creationId="{27797BF4-7852-FC61-7EA6-A36EF75E0A1C}"/>
          </ac:spMkLst>
        </pc:spChg>
        <pc:picChg chg="del mod">
          <ac:chgData name="CHOAIB GOUMRI" userId="8c8730cc-3310-4c9c-a13a-4887c14d17fd" providerId="ADAL" clId="{2A63A084-653A-4155-9868-8A298DCEB9AB}" dt="2025-06-10T21:24:56.039" v="634" actId="478"/>
          <ac:picMkLst>
            <pc:docMk/>
            <pc:sldMk cId="3572618825" sldId="353"/>
            <ac:picMk id="6" creationId="{AA4C7F09-1F12-B5DB-50D6-F0AF92FC66C4}"/>
          </ac:picMkLst>
        </pc:picChg>
      </pc:sldChg>
      <pc:sldChg chg="add del">
        <pc:chgData name="CHOAIB GOUMRI" userId="8c8730cc-3310-4c9c-a13a-4887c14d17fd" providerId="ADAL" clId="{2A63A084-653A-4155-9868-8A298DCEB9AB}" dt="2025-06-10T21:32:43.676" v="764" actId="2696"/>
        <pc:sldMkLst>
          <pc:docMk/>
          <pc:sldMk cId="460555544" sldId="354"/>
        </pc:sldMkLst>
      </pc:sldChg>
      <pc:sldChg chg="modSp add mod">
        <pc:chgData name="CHOAIB GOUMRI" userId="8c8730cc-3310-4c9c-a13a-4887c14d17fd" providerId="ADAL" clId="{2A63A084-653A-4155-9868-8A298DCEB9AB}" dt="2025-06-10T21:32:16.102" v="754" actId="113"/>
        <pc:sldMkLst>
          <pc:docMk/>
          <pc:sldMk cId="1603785650" sldId="355"/>
        </pc:sldMkLst>
        <pc:spChg chg="mod">
          <ac:chgData name="CHOAIB GOUMRI" userId="8c8730cc-3310-4c9c-a13a-4887c14d17fd" providerId="ADAL" clId="{2A63A084-653A-4155-9868-8A298DCEB9AB}" dt="2025-06-10T21:32:16.102" v="754" actId="113"/>
          <ac:spMkLst>
            <pc:docMk/>
            <pc:sldMk cId="1603785650" sldId="355"/>
            <ac:spMk id="4" creationId="{8E0A4839-C6CB-35F3-8DD4-3A90903E6FFE}"/>
          </ac:spMkLst>
        </pc:spChg>
      </pc:sldChg>
      <pc:sldChg chg="modSp add mod">
        <pc:chgData name="CHOAIB GOUMRI" userId="8c8730cc-3310-4c9c-a13a-4887c14d17fd" providerId="ADAL" clId="{2A63A084-653A-4155-9868-8A298DCEB9AB}" dt="2025-06-10T22:06:09.396" v="1096" actId="113"/>
        <pc:sldMkLst>
          <pc:docMk/>
          <pc:sldMk cId="4175654100" sldId="356"/>
        </pc:sldMkLst>
        <pc:spChg chg="mod">
          <ac:chgData name="CHOAIB GOUMRI" userId="8c8730cc-3310-4c9c-a13a-4887c14d17fd" providerId="ADAL" clId="{2A63A084-653A-4155-9868-8A298DCEB9AB}" dt="2025-06-10T21:32:32.461" v="763" actId="113"/>
          <ac:spMkLst>
            <pc:docMk/>
            <pc:sldMk cId="4175654100" sldId="356"/>
            <ac:spMk id="4" creationId="{4534F128-B635-CAC1-62A9-22EDB07EF82A}"/>
          </ac:spMkLst>
        </pc:spChg>
        <pc:spChg chg="mod">
          <ac:chgData name="CHOAIB GOUMRI" userId="8c8730cc-3310-4c9c-a13a-4887c14d17fd" providerId="ADAL" clId="{2A63A084-653A-4155-9868-8A298DCEB9AB}" dt="2025-06-10T22:06:09.396" v="1096" actId="113"/>
          <ac:spMkLst>
            <pc:docMk/>
            <pc:sldMk cId="4175654100" sldId="356"/>
            <ac:spMk id="172" creationId="{F86FB99D-3577-43E7-2A6F-86E432ABE967}"/>
          </ac:spMkLst>
        </pc:spChg>
      </pc:sldChg>
      <pc:sldChg chg="modSp add mod">
        <pc:chgData name="CHOAIB GOUMRI" userId="8c8730cc-3310-4c9c-a13a-4887c14d17fd" providerId="ADAL" clId="{2A63A084-653A-4155-9868-8A298DCEB9AB}" dt="2025-06-10T22:09:32.826" v="1099" actId="1076"/>
        <pc:sldMkLst>
          <pc:docMk/>
          <pc:sldMk cId="300813278" sldId="357"/>
        </pc:sldMkLst>
        <pc:spChg chg="mod">
          <ac:chgData name="CHOAIB GOUMRI" userId="8c8730cc-3310-4c9c-a13a-4887c14d17fd" providerId="ADAL" clId="{2A63A084-653A-4155-9868-8A298DCEB9AB}" dt="2025-06-10T22:09:32.826" v="1099" actId="1076"/>
          <ac:spMkLst>
            <pc:docMk/>
            <pc:sldMk cId="300813278" sldId="357"/>
            <ac:spMk id="4" creationId="{E2ED3E94-4EFF-5634-99D2-1B08C922BF57}"/>
          </ac:spMkLst>
        </pc:spChg>
        <pc:spChg chg="mod">
          <ac:chgData name="CHOAIB GOUMRI" userId="8c8730cc-3310-4c9c-a13a-4887c14d17fd" providerId="ADAL" clId="{2A63A084-653A-4155-9868-8A298DCEB9AB}" dt="2025-06-10T22:05:24.764" v="1092" actId="113"/>
          <ac:spMkLst>
            <pc:docMk/>
            <pc:sldMk cId="300813278" sldId="357"/>
            <ac:spMk id="172" creationId="{AEA95881-020F-D35F-A602-25EF2F6E60F9}"/>
          </ac:spMkLst>
        </pc:spChg>
      </pc:sldChg>
      <pc:sldChg chg="modSp add del mod">
        <pc:chgData name="CHOAIB GOUMRI" userId="8c8730cc-3310-4c9c-a13a-4887c14d17fd" providerId="ADAL" clId="{2A63A084-653A-4155-9868-8A298DCEB9AB}" dt="2025-06-10T22:06:00.963" v="1095" actId="2696"/>
        <pc:sldMkLst>
          <pc:docMk/>
          <pc:sldMk cId="2110118602" sldId="358"/>
        </pc:sldMkLst>
        <pc:spChg chg="mod">
          <ac:chgData name="CHOAIB GOUMRI" userId="8c8730cc-3310-4c9c-a13a-4887c14d17fd" providerId="ADAL" clId="{2A63A084-653A-4155-9868-8A298DCEB9AB}" dt="2025-06-10T21:59:07.375" v="1004" actId="113"/>
          <ac:spMkLst>
            <pc:docMk/>
            <pc:sldMk cId="2110118602" sldId="358"/>
            <ac:spMk id="4" creationId="{EF960A47-EE11-78D2-5DF9-D4CF5010B263}"/>
          </ac:spMkLst>
        </pc:spChg>
      </pc:sldChg>
      <pc:sldChg chg="modSp add mod">
        <pc:chgData name="CHOAIB GOUMRI" userId="8c8730cc-3310-4c9c-a13a-4887c14d17fd" providerId="ADAL" clId="{2A63A084-653A-4155-9868-8A298DCEB9AB}" dt="2025-06-10T22:09:26.914" v="1098" actId="11"/>
        <pc:sldMkLst>
          <pc:docMk/>
          <pc:sldMk cId="990878370" sldId="359"/>
        </pc:sldMkLst>
        <pc:spChg chg="mod">
          <ac:chgData name="CHOAIB GOUMRI" userId="8c8730cc-3310-4c9c-a13a-4887c14d17fd" providerId="ADAL" clId="{2A63A084-653A-4155-9868-8A298DCEB9AB}" dt="2025-06-10T22:09:26.914" v="1098" actId="11"/>
          <ac:spMkLst>
            <pc:docMk/>
            <pc:sldMk cId="990878370" sldId="359"/>
            <ac:spMk id="4" creationId="{8EAB635E-1878-96B8-F3A0-66B2F79CA945}"/>
          </ac:spMkLst>
        </pc:spChg>
        <pc:spChg chg="mod">
          <ac:chgData name="CHOAIB GOUMRI" userId="8c8730cc-3310-4c9c-a13a-4887c14d17fd" providerId="ADAL" clId="{2A63A084-653A-4155-9868-8A298DCEB9AB}" dt="2025-06-10T22:05:50.668" v="1094" actId="113"/>
          <ac:spMkLst>
            <pc:docMk/>
            <pc:sldMk cId="990878370" sldId="359"/>
            <ac:spMk id="172" creationId="{2C98A49C-9597-C053-72F2-ABAB0BB350C9}"/>
          </ac:spMkLst>
        </pc:spChg>
      </pc:sldChg>
      <pc:sldChg chg="modSp add mod">
        <pc:chgData name="CHOAIB GOUMRI" userId="8c8730cc-3310-4c9c-a13a-4887c14d17fd" providerId="ADAL" clId="{2A63A084-653A-4155-9868-8A298DCEB9AB}" dt="2025-06-10T22:05:16.014" v="1091" actId="1076"/>
        <pc:sldMkLst>
          <pc:docMk/>
          <pc:sldMk cId="1126309664" sldId="360"/>
        </pc:sldMkLst>
        <pc:spChg chg="mod">
          <ac:chgData name="CHOAIB GOUMRI" userId="8c8730cc-3310-4c9c-a13a-4887c14d17fd" providerId="ADAL" clId="{2A63A084-653A-4155-9868-8A298DCEB9AB}" dt="2025-06-10T22:05:16.014" v="1091" actId="1076"/>
          <ac:spMkLst>
            <pc:docMk/>
            <pc:sldMk cId="1126309664" sldId="360"/>
            <ac:spMk id="4" creationId="{DCD0FD83-709D-06BA-5AC1-A58D5CBA7F1A}"/>
          </ac:spMkLst>
        </pc:spChg>
        <pc:spChg chg="mod">
          <ac:chgData name="CHOAIB GOUMRI" userId="8c8730cc-3310-4c9c-a13a-4887c14d17fd" providerId="ADAL" clId="{2A63A084-653A-4155-9868-8A298DCEB9AB}" dt="2025-06-10T22:05:06.101" v="1090" actId="20577"/>
          <ac:spMkLst>
            <pc:docMk/>
            <pc:sldMk cId="1126309664" sldId="360"/>
            <ac:spMk id="172" creationId="{C271BB80-6E2F-ECBD-A315-D1F65847FC93}"/>
          </ac:spMkLst>
        </pc:spChg>
      </pc:sldChg>
    </pc:docChg>
  </pc:docChgLst>
  <pc:docChgLst>
    <pc:chgData name="EMANUELE IOVANE" userId="15441e63-376a-4c25-a436-265d0e7c0fde" providerId="ADAL" clId="{AA08CA4F-CDBC-4E7A-8D8E-AD2EFE6D1E51}"/>
    <pc:docChg chg="undo redo custSel addSld delSld modSld sldOrd delMainMaster modMainMaster">
      <pc:chgData name="EMANUELE IOVANE" userId="15441e63-376a-4c25-a436-265d0e7c0fde" providerId="ADAL" clId="{AA08CA4F-CDBC-4E7A-8D8E-AD2EFE6D1E51}" dt="2025-06-12T09:26:08.038" v="9041" actId="47"/>
      <pc:docMkLst>
        <pc:docMk/>
      </pc:docMkLst>
      <pc:sldChg chg="modSp mod modTransition">
        <pc:chgData name="EMANUELE IOVANE" userId="15441e63-376a-4c25-a436-265d0e7c0fde" providerId="ADAL" clId="{AA08CA4F-CDBC-4E7A-8D8E-AD2EFE6D1E51}" dt="2025-06-06T19:13:10.756" v="629"/>
        <pc:sldMkLst>
          <pc:docMk/>
          <pc:sldMk cId="0" sldId="256"/>
        </pc:sldMkLst>
        <pc:spChg chg="mod">
          <ac:chgData name="EMANUELE IOVANE" userId="15441e63-376a-4c25-a436-265d0e7c0fde" providerId="ADAL" clId="{AA08CA4F-CDBC-4E7A-8D8E-AD2EFE6D1E51}" dt="2025-06-06T18:38:56.901" v="28" actId="1076"/>
          <ac:spMkLst>
            <pc:docMk/>
            <pc:sldMk cId="0" sldId="256"/>
            <ac:spMk id="124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06T18:40:20.523" v="129" actId="1076"/>
          <ac:spMkLst>
            <pc:docMk/>
            <pc:sldMk cId="0" sldId="256"/>
            <ac:spMk id="125" creationId="{00000000-0000-0000-0000-000000000000}"/>
          </ac:spMkLst>
        </pc:spChg>
      </pc:sldChg>
      <pc:sldChg chg="del ord modNotes">
        <pc:chgData name="EMANUELE IOVANE" userId="15441e63-376a-4c25-a436-265d0e7c0fde" providerId="ADAL" clId="{AA08CA4F-CDBC-4E7A-8D8E-AD2EFE6D1E51}" dt="2025-06-06T19:08:49.814" v="547" actId="47"/>
        <pc:sldMkLst>
          <pc:docMk/>
          <pc:sldMk cId="0" sldId="257"/>
        </pc:sldMkLst>
      </pc:sldChg>
      <pc:sldChg chg="addSp delSp modSp mod modTransition modNotes">
        <pc:chgData name="EMANUELE IOVANE" userId="15441e63-376a-4c25-a436-265d0e7c0fde" providerId="ADAL" clId="{AA08CA4F-CDBC-4E7A-8D8E-AD2EFE6D1E51}" dt="2025-06-11T15:15:45.912" v="6208" actId="1035"/>
        <pc:sldMkLst>
          <pc:docMk/>
          <pc:sldMk cId="0" sldId="258"/>
        </pc:sldMkLst>
        <pc:spChg chg="add mo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4" creationId="{80270AD7-F804-B4EC-8F96-2407C1215803}"/>
          </ac:spMkLst>
        </pc:spChg>
        <pc:spChg chg="add mo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5" creationId="{3B0129B0-EE38-5266-5B8B-2DAF936C97F4}"/>
          </ac:spMkLst>
        </pc:spChg>
        <pc:spChg chg="add mo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6" creationId="{A55235D2-7187-2730-0BE4-12462E843115}"/>
          </ac:spMkLst>
        </pc:spChg>
        <pc:spChg chg="add mo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7" creationId="{38372CC5-253A-CFAF-30D7-20665909F9D8}"/>
          </ac:spMkLst>
        </pc:spChg>
        <pc:spChg chg="add mod">
          <ac:chgData name="EMANUELE IOVANE" userId="15441e63-376a-4c25-a436-265d0e7c0fde" providerId="ADAL" clId="{AA08CA4F-CDBC-4E7A-8D8E-AD2EFE6D1E51}" dt="2025-06-11T15:15:45.912" v="6208" actId="1035"/>
          <ac:spMkLst>
            <pc:docMk/>
            <pc:sldMk cId="0" sldId="258"/>
            <ac:spMk id="8" creationId="{B64EF736-D9C2-84D7-638C-C61B8A42A638}"/>
          </ac:spMkLst>
        </pc:spChg>
        <pc:spChg chg="add mod">
          <ac:chgData name="EMANUELE IOVANE" userId="15441e63-376a-4c25-a436-265d0e7c0fde" providerId="ADAL" clId="{AA08CA4F-CDBC-4E7A-8D8E-AD2EFE6D1E51}" dt="2025-06-06T20:05:01.397" v="885" actId="1035"/>
          <ac:spMkLst>
            <pc:docMk/>
            <pc:sldMk cId="0" sldId="258"/>
            <ac:spMk id="9" creationId="{73DD514F-D997-91A2-CFC4-5FB2F70FDE37}"/>
          </ac:spMkLst>
        </pc:spChg>
        <pc:spChg chg="add mo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10" creationId="{94F63007-ACDB-C909-EBCF-453B7EF02D1F}"/>
          </ac:spMkLst>
        </pc:spChg>
        <pc:spChg chg="mod">
          <ac:chgData name="EMANUELE IOVANE" userId="15441e63-376a-4c25-a436-265d0e7c0fde" providerId="ADAL" clId="{AA08CA4F-CDBC-4E7A-8D8E-AD2EFE6D1E51}" dt="2025-06-10T14:28:45.840" v="1576" actId="1076"/>
          <ac:spMkLst>
            <pc:docMk/>
            <pc:sldMk cId="0" sldId="258"/>
            <ac:spMk id="140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28:24.037" v="1574" actId="1076"/>
          <ac:spMkLst>
            <pc:docMk/>
            <pc:sldMk cId="0" sldId="258"/>
            <ac:spMk id="141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29:34.697" v="1584" actId="1076"/>
          <ac:spMkLst>
            <pc:docMk/>
            <pc:sldMk cId="0" sldId="258"/>
            <ac:spMk id="142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143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28:56.018" v="1578" actId="1076"/>
          <ac:spMkLst>
            <pc:docMk/>
            <pc:sldMk cId="0" sldId="258"/>
            <ac:spMk id="146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29:06.781" v="1580" actId="1076"/>
          <ac:spMkLst>
            <pc:docMk/>
            <pc:sldMk cId="0" sldId="258"/>
            <ac:spMk id="148" creationId="{00000000-0000-0000-0000-000000000000}"/>
          </ac:spMkLst>
        </pc:spChg>
        <pc:spChg chg="mod ord">
          <ac:chgData name="EMANUELE IOVANE" userId="15441e63-376a-4c25-a436-265d0e7c0fde" providerId="ADAL" clId="{AA08CA4F-CDBC-4E7A-8D8E-AD2EFE6D1E51}" dt="2025-06-10T14:29:26.286" v="1583" actId="1076"/>
          <ac:spMkLst>
            <pc:docMk/>
            <pc:sldMk cId="0" sldId="258"/>
            <ac:spMk id="150" creationId="{00000000-0000-0000-0000-000000000000}"/>
          </ac:spMkLst>
        </pc:spChg>
        <pc:spChg chg="mod or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152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28:51.577" v="1577" actId="1076"/>
          <ac:spMkLst>
            <pc:docMk/>
            <pc:sldMk cId="0" sldId="258"/>
            <ac:spMk id="154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29:41.038" v="1585" actId="1076"/>
          <ac:spMkLst>
            <pc:docMk/>
            <pc:sldMk cId="0" sldId="258"/>
            <ac:spMk id="155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28:31.112" v="1575" actId="1076"/>
          <ac:spMkLst>
            <pc:docMk/>
            <pc:sldMk cId="0" sldId="258"/>
            <ac:spMk id="156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0T14:32:25.373" v="1657" actId="1036"/>
          <ac:spMkLst>
            <pc:docMk/>
            <pc:sldMk cId="0" sldId="258"/>
            <ac:spMk id="157" creationId="{00000000-0000-0000-0000-000000000000}"/>
          </ac:spMkLst>
        </pc:spChg>
        <pc:picChg chg="add mod">
          <ac:chgData name="EMANUELE IOVANE" userId="15441e63-376a-4c25-a436-265d0e7c0fde" providerId="ADAL" clId="{AA08CA4F-CDBC-4E7A-8D8E-AD2EFE6D1E51}" dt="2025-06-10T14:31:10.102" v="1600" actId="1076"/>
          <ac:picMkLst>
            <pc:docMk/>
            <pc:sldMk cId="0" sldId="258"/>
            <ac:picMk id="2" creationId="{E27982A4-0816-EA43-ACC5-831E9AB6333F}"/>
          </ac:picMkLst>
        </pc:picChg>
      </pc:sldChg>
      <pc:sldChg chg="addSp delSp modSp mod ord modTransition modNotes">
        <pc:chgData name="EMANUELE IOVANE" userId="15441e63-376a-4c25-a436-265d0e7c0fde" providerId="ADAL" clId="{AA08CA4F-CDBC-4E7A-8D8E-AD2EFE6D1E51}" dt="2025-06-11T17:02:59.529" v="8549" actId="1076"/>
        <pc:sldMkLst>
          <pc:docMk/>
          <pc:sldMk cId="0" sldId="259"/>
        </pc:sldMkLst>
        <pc:spChg chg="add del mod">
          <ac:chgData name="EMANUELE IOVANE" userId="15441e63-376a-4c25-a436-265d0e7c0fde" providerId="ADAL" clId="{AA08CA4F-CDBC-4E7A-8D8E-AD2EFE6D1E51}" dt="2025-06-06T19:13:35.697" v="636" actId="1076"/>
          <ac:spMkLst>
            <pc:docMk/>
            <pc:sldMk cId="0" sldId="259"/>
            <ac:spMk id="164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06T19:13:47.357" v="638" actId="1076"/>
          <ac:spMkLst>
            <pc:docMk/>
            <pc:sldMk cId="0" sldId="259"/>
            <ac:spMk id="166" creationId="{00000000-0000-0000-0000-000000000000}"/>
          </ac:spMkLst>
        </pc:spChg>
        <pc:spChg chg="add del mod">
          <ac:chgData name="EMANUELE IOVANE" userId="15441e63-376a-4c25-a436-265d0e7c0fde" providerId="ADAL" clId="{AA08CA4F-CDBC-4E7A-8D8E-AD2EFE6D1E51}" dt="2025-06-06T19:16:18.768" v="709" actId="1076"/>
          <ac:spMkLst>
            <pc:docMk/>
            <pc:sldMk cId="0" sldId="259"/>
            <ac:spMk id="167" creationId="{00000000-0000-0000-0000-000000000000}"/>
          </ac:spMkLst>
        </pc:spChg>
        <pc:picChg chg="add mod">
          <ac:chgData name="EMANUELE IOVANE" userId="15441e63-376a-4c25-a436-265d0e7c0fde" providerId="ADAL" clId="{AA08CA4F-CDBC-4E7A-8D8E-AD2EFE6D1E51}" dt="2025-06-11T17:02:59.529" v="8549" actId="1076"/>
          <ac:picMkLst>
            <pc:docMk/>
            <pc:sldMk cId="0" sldId="259"/>
            <ac:picMk id="3" creationId="{CAEDDD87-1B60-5647-401E-F430523938C3}"/>
          </ac:picMkLst>
        </pc:picChg>
      </pc:sldChg>
      <pc:sldChg chg="addSp delSp modSp mod modTransition">
        <pc:chgData name="EMANUELE IOVANE" userId="15441e63-376a-4c25-a436-265d0e7c0fde" providerId="ADAL" clId="{AA08CA4F-CDBC-4E7A-8D8E-AD2EFE6D1E51}" dt="2025-06-11T09:33:03.791" v="3401" actId="20577"/>
        <pc:sldMkLst>
          <pc:docMk/>
          <pc:sldMk cId="0" sldId="260"/>
        </pc:sldMkLst>
        <pc:spChg chg="add mod">
          <ac:chgData name="EMANUELE IOVANE" userId="15441e63-376a-4c25-a436-265d0e7c0fde" providerId="ADAL" clId="{AA08CA4F-CDBC-4E7A-8D8E-AD2EFE6D1E51}" dt="2025-06-06T19:17:01.642" v="718" actId="1076"/>
          <ac:spMkLst>
            <pc:docMk/>
            <pc:sldMk cId="0" sldId="260"/>
            <ac:spMk id="2" creationId="{C0AA0EDB-EA02-AB59-88E8-96BA3F7CAA85}"/>
          </ac:spMkLst>
        </pc:spChg>
        <pc:spChg chg="add mod">
          <ac:chgData name="EMANUELE IOVANE" userId="15441e63-376a-4c25-a436-265d0e7c0fde" providerId="ADAL" clId="{AA08CA4F-CDBC-4E7A-8D8E-AD2EFE6D1E51}" dt="2025-06-06T20:05:44.874" v="897" actId="1035"/>
          <ac:spMkLst>
            <pc:docMk/>
            <pc:sldMk cId="0" sldId="260"/>
            <ac:spMk id="3" creationId="{A90330A2-018C-59E6-D8C5-1A07C92D3CCB}"/>
          </ac:spMkLst>
        </pc:spChg>
        <pc:spChg chg="add mod">
          <ac:chgData name="EMANUELE IOVANE" userId="15441e63-376a-4c25-a436-265d0e7c0fde" providerId="ADAL" clId="{AA08CA4F-CDBC-4E7A-8D8E-AD2EFE6D1E51}" dt="2025-06-06T20:11:26.289" v="945" actId="113"/>
          <ac:spMkLst>
            <pc:docMk/>
            <pc:sldMk cId="0" sldId="260"/>
            <ac:spMk id="4" creationId="{A0327F57-A338-8E93-E5B8-270307A3DEC3}"/>
          </ac:spMkLst>
        </pc:spChg>
        <pc:spChg chg="add mod">
          <ac:chgData name="EMANUELE IOVANE" userId="15441e63-376a-4c25-a436-265d0e7c0fde" providerId="ADAL" clId="{AA08CA4F-CDBC-4E7A-8D8E-AD2EFE6D1E51}" dt="2025-06-06T20:11:39.863" v="949" actId="113"/>
          <ac:spMkLst>
            <pc:docMk/>
            <pc:sldMk cId="0" sldId="260"/>
            <ac:spMk id="5" creationId="{DF3C4A7A-AD84-C1F5-C3B4-947BB16F5D41}"/>
          </ac:spMkLst>
        </pc:spChg>
        <pc:spChg chg="mod">
          <ac:chgData name="EMANUELE IOVANE" userId="15441e63-376a-4c25-a436-265d0e7c0fde" providerId="ADAL" clId="{AA08CA4F-CDBC-4E7A-8D8E-AD2EFE6D1E51}" dt="2025-06-10T15:19:45.120" v="2874"/>
          <ac:spMkLst>
            <pc:docMk/>
            <pc:sldMk cId="0" sldId="260"/>
            <ac:spMk id="8" creationId="{5DA6265C-5331-2FA3-B2D7-8589B7596B13}"/>
          </ac:spMkLst>
        </pc:spChg>
        <pc:spChg chg="add mod">
          <ac:chgData name="EMANUELE IOVANE" userId="15441e63-376a-4c25-a436-265d0e7c0fde" providerId="ADAL" clId="{AA08CA4F-CDBC-4E7A-8D8E-AD2EFE6D1E51}" dt="2025-06-06T19:17:12.126" v="725" actId="1076"/>
          <ac:spMkLst>
            <pc:docMk/>
            <pc:sldMk cId="0" sldId="260"/>
            <ac:spMk id="9" creationId="{DA5F808F-B0E8-5E43-47A4-2EFCD775E7FB}"/>
          </ac:spMkLst>
        </pc:spChg>
        <pc:spChg chg="mod">
          <ac:chgData name="EMANUELE IOVANE" userId="15441e63-376a-4c25-a436-265d0e7c0fde" providerId="ADAL" clId="{AA08CA4F-CDBC-4E7A-8D8E-AD2EFE6D1E51}" dt="2025-06-10T15:19:45.120" v="2874"/>
          <ac:spMkLst>
            <pc:docMk/>
            <pc:sldMk cId="0" sldId="260"/>
            <ac:spMk id="10" creationId="{0392EF60-7F8A-81C1-D3E7-F6B0F44FA6B0}"/>
          </ac:spMkLst>
        </pc:spChg>
        <pc:spChg chg="mod">
          <ac:chgData name="EMANUELE IOVANE" userId="15441e63-376a-4c25-a436-265d0e7c0fde" providerId="ADAL" clId="{AA08CA4F-CDBC-4E7A-8D8E-AD2EFE6D1E51}" dt="2025-06-10T15:19:45.120" v="2874"/>
          <ac:spMkLst>
            <pc:docMk/>
            <pc:sldMk cId="0" sldId="260"/>
            <ac:spMk id="11" creationId="{663E6E1B-9A96-B027-71CE-1980929EBBEC}"/>
          </ac:spMkLst>
        </pc:spChg>
        <pc:spChg chg="mod">
          <ac:chgData name="EMANUELE IOVANE" userId="15441e63-376a-4c25-a436-265d0e7c0fde" providerId="ADAL" clId="{AA08CA4F-CDBC-4E7A-8D8E-AD2EFE6D1E51}" dt="2025-06-10T15:19:45.120" v="2874"/>
          <ac:spMkLst>
            <pc:docMk/>
            <pc:sldMk cId="0" sldId="260"/>
            <ac:spMk id="12" creationId="{00936788-69CD-F708-511F-33C375A7A6BC}"/>
          </ac:spMkLst>
        </pc:spChg>
        <pc:spChg chg="mod">
          <ac:chgData name="EMANUELE IOVANE" userId="15441e63-376a-4c25-a436-265d0e7c0fde" providerId="ADAL" clId="{AA08CA4F-CDBC-4E7A-8D8E-AD2EFE6D1E51}" dt="2025-06-11T09:33:03.791" v="3401" actId="20577"/>
          <ac:spMkLst>
            <pc:docMk/>
            <pc:sldMk cId="0" sldId="260"/>
            <ac:spMk id="172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06T19:16:08.140" v="708" actId="1076"/>
          <ac:spMkLst>
            <pc:docMk/>
            <pc:sldMk cId="0" sldId="260"/>
            <ac:spMk id="173" creationId="{00000000-0000-0000-0000-000000000000}"/>
          </ac:spMkLst>
        </pc:spChg>
        <pc:grpChg chg="add mod">
          <ac:chgData name="EMANUELE IOVANE" userId="15441e63-376a-4c25-a436-265d0e7c0fde" providerId="ADAL" clId="{AA08CA4F-CDBC-4E7A-8D8E-AD2EFE6D1E51}" dt="2025-06-10T15:19:51.899" v="2876" actId="1076"/>
          <ac:grpSpMkLst>
            <pc:docMk/>
            <pc:sldMk cId="0" sldId="260"/>
            <ac:grpSpMk id="7" creationId="{33E750B9-AFE5-A79A-C9CB-E6358465D94B}"/>
          </ac:grpSpMkLst>
        </pc:grpChg>
        <pc:cxnChg chg="mod">
          <ac:chgData name="EMANUELE IOVANE" userId="15441e63-376a-4c25-a436-265d0e7c0fde" providerId="ADAL" clId="{AA08CA4F-CDBC-4E7A-8D8E-AD2EFE6D1E51}" dt="2025-06-06T19:17:24.298" v="726" actId="1076"/>
          <ac:cxnSpMkLst>
            <pc:docMk/>
            <pc:sldMk cId="0" sldId="260"/>
            <ac:cxnSpMk id="175" creationId="{00000000-0000-0000-0000-000000000000}"/>
          </ac:cxnSpMkLst>
        </pc:cxnChg>
      </pc:sldChg>
      <pc:sldChg chg="del modTransition">
        <pc:chgData name="EMANUELE IOVANE" userId="15441e63-376a-4c25-a436-265d0e7c0fde" providerId="ADAL" clId="{AA08CA4F-CDBC-4E7A-8D8E-AD2EFE6D1E51}" dt="2025-06-11T16:39:32.487" v="8448" actId="47"/>
        <pc:sldMkLst>
          <pc:docMk/>
          <pc:sldMk cId="0" sldId="261"/>
        </pc:sldMkLst>
      </pc:sldChg>
      <pc:sldChg chg="addSp delSp modSp mod modTransition">
        <pc:chgData name="EMANUELE IOVANE" userId="15441e63-376a-4c25-a436-265d0e7c0fde" providerId="ADAL" clId="{AA08CA4F-CDBC-4E7A-8D8E-AD2EFE6D1E51}" dt="2025-06-11T17:08:35.888" v="8594"/>
        <pc:sldMkLst>
          <pc:docMk/>
          <pc:sldMk cId="0" sldId="262"/>
        </pc:sldMkLst>
        <pc:spChg chg="add mod">
          <ac:chgData name="EMANUELE IOVANE" userId="15441e63-376a-4c25-a436-265d0e7c0fde" providerId="ADAL" clId="{AA08CA4F-CDBC-4E7A-8D8E-AD2EFE6D1E51}" dt="2025-06-11T17:08:35.888" v="8594"/>
          <ac:spMkLst>
            <pc:docMk/>
            <pc:sldMk cId="0" sldId="262"/>
            <ac:spMk id="3" creationId="{0A663783-BE77-273D-646F-7274AB130313}"/>
          </ac:spMkLst>
        </pc:spChg>
        <pc:spChg chg="mod">
          <ac:chgData name="EMANUELE IOVANE" userId="15441e63-376a-4c25-a436-265d0e7c0fde" providerId="ADAL" clId="{AA08CA4F-CDBC-4E7A-8D8E-AD2EFE6D1E51}" dt="2025-06-11T16:40:48.958" v="8498" actId="1076"/>
          <ac:spMkLst>
            <pc:docMk/>
            <pc:sldMk cId="0" sldId="262"/>
            <ac:spMk id="190" creationId="{00000000-0000-0000-0000-000000000000}"/>
          </ac:spMkLst>
        </pc:spChg>
        <pc:spChg chg="mod">
          <ac:chgData name="EMANUELE IOVANE" userId="15441e63-376a-4c25-a436-265d0e7c0fde" providerId="ADAL" clId="{AA08CA4F-CDBC-4E7A-8D8E-AD2EFE6D1E51}" dt="2025-06-11T16:39:54.061" v="8475" actId="404"/>
          <ac:spMkLst>
            <pc:docMk/>
            <pc:sldMk cId="0" sldId="262"/>
            <ac:spMk id="191" creationId="{00000000-0000-0000-0000-000000000000}"/>
          </ac:spMkLst>
        </pc:spChg>
        <pc:picChg chg="add mod">
          <ac:chgData name="EMANUELE IOVANE" userId="15441e63-376a-4c25-a436-265d0e7c0fde" providerId="ADAL" clId="{AA08CA4F-CDBC-4E7A-8D8E-AD2EFE6D1E51}" dt="2025-06-11T16:41:03.783" v="8502" actId="1076"/>
          <ac:picMkLst>
            <pc:docMk/>
            <pc:sldMk cId="0" sldId="262"/>
            <ac:picMk id="2" creationId="{8BE8FB5B-2CFC-CFCF-0894-924798BB4CC3}"/>
          </ac:picMkLst>
        </pc:picChg>
        <pc:picChg chg="del">
          <ac:chgData name="EMANUELE IOVANE" userId="15441e63-376a-4c25-a436-265d0e7c0fde" providerId="ADAL" clId="{AA08CA4F-CDBC-4E7A-8D8E-AD2EFE6D1E51}" dt="2025-06-11T16:40:36.549" v="8492" actId="478"/>
          <ac:picMkLst>
            <pc:docMk/>
            <pc:sldMk cId="0" sldId="262"/>
            <ac:picMk id="192" creationId="{00000000-0000-0000-0000-000000000000}"/>
          </ac:picMkLst>
        </pc:picChg>
      </pc:sldChg>
      <pc:sldChg chg="del modTransition">
        <pc:chgData name="EMANUELE IOVANE" userId="15441e63-376a-4c25-a436-265d0e7c0fde" providerId="ADAL" clId="{AA08CA4F-CDBC-4E7A-8D8E-AD2EFE6D1E51}" dt="2025-06-11T16:39:58.759" v="8476" actId="47"/>
        <pc:sldMkLst>
          <pc:docMk/>
          <pc:sldMk cId="0" sldId="263"/>
        </pc:sldMkLst>
      </pc:sldChg>
      <pc:sldChg chg="del modTransition">
        <pc:chgData name="EMANUELE IOVANE" userId="15441e63-376a-4c25-a436-265d0e7c0fde" providerId="ADAL" clId="{AA08CA4F-CDBC-4E7A-8D8E-AD2EFE6D1E51}" dt="2025-06-11T16:40:00.894" v="8477" actId="47"/>
        <pc:sldMkLst>
          <pc:docMk/>
          <pc:sldMk cId="0" sldId="264"/>
        </pc:sldMkLst>
      </pc:sldChg>
      <pc:sldChg chg="del modTransition">
        <pc:chgData name="EMANUELE IOVANE" userId="15441e63-376a-4c25-a436-265d0e7c0fde" providerId="ADAL" clId="{AA08CA4F-CDBC-4E7A-8D8E-AD2EFE6D1E51}" dt="2025-06-11T16:40:01.924" v="8478" actId="47"/>
        <pc:sldMkLst>
          <pc:docMk/>
          <pc:sldMk cId="0" sldId="265"/>
        </pc:sldMkLst>
      </pc:sldChg>
      <pc:sldChg chg="del modTransition">
        <pc:chgData name="EMANUELE IOVANE" userId="15441e63-376a-4c25-a436-265d0e7c0fde" providerId="ADAL" clId="{AA08CA4F-CDBC-4E7A-8D8E-AD2EFE6D1E51}" dt="2025-06-11T16:40:02.862" v="8479" actId="47"/>
        <pc:sldMkLst>
          <pc:docMk/>
          <pc:sldMk cId="0" sldId="266"/>
        </pc:sldMkLst>
      </pc:sldChg>
      <pc:sldChg chg="del modTransition">
        <pc:chgData name="EMANUELE IOVANE" userId="15441e63-376a-4c25-a436-265d0e7c0fde" providerId="ADAL" clId="{AA08CA4F-CDBC-4E7A-8D8E-AD2EFE6D1E51}" dt="2025-06-11T16:40:03.654" v="8480" actId="47"/>
        <pc:sldMkLst>
          <pc:docMk/>
          <pc:sldMk cId="0" sldId="267"/>
        </pc:sldMkLst>
      </pc:sldChg>
      <pc:sldChg chg="del modTransition">
        <pc:chgData name="EMANUELE IOVANE" userId="15441e63-376a-4c25-a436-265d0e7c0fde" providerId="ADAL" clId="{AA08CA4F-CDBC-4E7A-8D8E-AD2EFE6D1E51}" dt="2025-06-11T16:40:04.261" v="8481" actId="47"/>
        <pc:sldMkLst>
          <pc:docMk/>
          <pc:sldMk cId="0" sldId="268"/>
        </pc:sldMkLst>
      </pc:sldChg>
      <pc:sldChg chg="del modTransition">
        <pc:chgData name="EMANUELE IOVANE" userId="15441e63-376a-4c25-a436-265d0e7c0fde" providerId="ADAL" clId="{AA08CA4F-CDBC-4E7A-8D8E-AD2EFE6D1E51}" dt="2025-06-11T16:40:05.069" v="8482" actId="47"/>
        <pc:sldMkLst>
          <pc:docMk/>
          <pc:sldMk cId="0" sldId="269"/>
        </pc:sldMkLst>
      </pc:sldChg>
      <pc:sldChg chg="del modTransition">
        <pc:chgData name="EMANUELE IOVANE" userId="15441e63-376a-4c25-a436-265d0e7c0fde" providerId="ADAL" clId="{AA08CA4F-CDBC-4E7A-8D8E-AD2EFE6D1E51}" dt="2025-06-11T16:40:06.097" v="8483" actId="47"/>
        <pc:sldMkLst>
          <pc:docMk/>
          <pc:sldMk cId="0" sldId="270"/>
        </pc:sldMkLst>
      </pc:sldChg>
      <pc:sldChg chg="del modTransition">
        <pc:chgData name="EMANUELE IOVANE" userId="15441e63-376a-4c25-a436-265d0e7c0fde" providerId="ADAL" clId="{AA08CA4F-CDBC-4E7A-8D8E-AD2EFE6D1E51}" dt="2025-06-11T16:40:06.816" v="8484" actId="47"/>
        <pc:sldMkLst>
          <pc:docMk/>
          <pc:sldMk cId="0" sldId="271"/>
        </pc:sldMkLst>
      </pc:sldChg>
      <pc:sldChg chg="del modTransition">
        <pc:chgData name="EMANUELE IOVANE" userId="15441e63-376a-4c25-a436-265d0e7c0fde" providerId="ADAL" clId="{AA08CA4F-CDBC-4E7A-8D8E-AD2EFE6D1E51}" dt="2025-06-11T16:40:07.552" v="8485" actId="47"/>
        <pc:sldMkLst>
          <pc:docMk/>
          <pc:sldMk cId="0" sldId="272"/>
        </pc:sldMkLst>
      </pc:sldChg>
      <pc:sldChg chg="del modTransition">
        <pc:chgData name="EMANUELE IOVANE" userId="15441e63-376a-4c25-a436-265d0e7c0fde" providerId="ADAL" clId="{AA08CA4F-CDBC-4E7A-8D8E-AD2EFE6D1E51}" dt="2025-06-11T16:40:08.256" v="8486" actId="47"/>
        <pc:sldMkLst>
          <pc:docMk/>
          <pc:sldMk cId="0" sldId="273"/>
        </pc:sldMkLst>
      </pc:sldChg>
      <pc:sldChg chg="del modTransition">
        <pc:chgData name="EMANUELE IOVANE" userId="15441e63-376a-4c25-a436-265d0e7c0fde" providerId="ADAL" clId="{AA08CA4F-CDBC-4E7A-8D8E-AD2EFE6D1E51}" dt="2025-06-11T16:40:08.965" v="8487" actId="47"/>
        <pc:sldMkLst>
          <pc:docMk/>
          <pc:sldMk cId="0" sldId="274"/>
        </pc:sldMkLst>
      </pc:sldChg>
      <pc:sldChg chg="del modTransition">
        <pc:chgData name="EMANUELE IOVANE" userId="15441e63-376a-4c25-a436-265d0e7c0fde" providerId="ADAL" clId="{AA08CA4F-CDBC-4E7A-8D8E-AD2EFE6D1E51}" dt="2025-06-11T16:40:09.506" v="8488" actId="47"/>
        <pc:sldMkLst>
          <pc:docMk/>
          <pc:sldMk cId="0" sldId="275"/>
        </pc:sldMkLst>
      </pc:sldChg>
      <pc:sldChg chg="del modTransition">
        <pc:chgData name="EMANUELE IOVANE" userId="15441e63-376a-4c25-a436-265d0e7c0fde" providerId="ADAL" clId="{AA08CA4F-CDBC-4E7A-8D8E-AD2EFE6D1E51}" dt="2025-06-11T16:40:11.745" v="8489" actId="47"/>
        <pc:sldMkLst>
          <pc:docMk/>
          <pc:sldMk cId="0" sldId="276"/>
        </pc:sldMkLst>
      </pc:sldChg>
      <pc:sldChg chg="del modTransition">
        <pc:chgData name="EMANUELE IOVANE" userId="15441e63-376a-4c25-a436-265d0e7c0fde" providerId="ADAL" clId="{AA08CA4F-CDBC-4E7A-8D8E-AD2EFE6D1E51}" dt="2025-06-11T16:40:23.279" v="8490" actId="47"/>
        <pc:sldMkLst>
          <pc:docMk/>
          <pc:sldMk cId="0" sldId="277"/>
        </pc:sldMkLst>
      </pc:sldChg>
      <pc:sldChg chg="del modTransition">
        <pc:chgData name="EMANUELE IOVANE" userId="15441e63-376a-4c25-a436-265d0e7c0fde" providerId="ADAL" clId="{AA08CA4F-CDBC-4E7A-8D8E-AD2EFE6D1E51}" dt="2025-06-11T16:40:25.069" v="8491" actId="47"/>
        <pc:sldMkLst>
          <pc:docMk/>
          <pc:sldMk cId="0" sldId="278"/>
        </pc:sldMkLst>
      </pc:sldChg>
      <pc:sldChg chg="del modTransition">
        <pc:chgData name="EMANUELE IOVANE" userId="15441e63-376a-4c25-a436-265d0e7c0fde" providerId="ADAL" clId="{AA08CA4F-CDBC-4E7A-8D8E-AD2EFE6D1E51}" dt="2025-06-12T09:26:08.038" v="9041" actId="47"/>
        <pc:sldMkLst>
          <pc:docMk/>
          <pc:sldMk cId="0" sldId="279"/>
        </pc:sldMkLst>
      </pc:sldChg>
      <pc:sldChg chg="del modTransition">
        <pc:chgData name="EMANUELE IOVANE" userId="15441e63-376a-4c25-a436-265d0e7c0fde" providerId="ADAL" clId="{AA08CA4F-CDBC-4E7A-8D8E-AD2EFE6D1E51}" dt="2025-06-11T17:03:18.436" v="8551" actId="47"/>
        <pc:sldMkLst>
          <pc:docMk/>
          <pc:sldMk cId="0" sldId="280"/>
        </pc:sldMkLst>
      </pc:sldChg>
      <pc:sldChg chg="addSp delSp modSp del mod modTransition">
        <pc:chgData name="EMANUELE IOVANE" userId="15441e63-376a-4c25-a436-265d0e7c0fde" providerId="ADAL" clId="{AA08CA4F-CDBC-4E7A-8D8E-AD2EFE6D1E51}" dt="2025-06-11T17:03:16.514" v="8550" actId="47"/>
        <pc:sldMkLst>
          <pc:docMk/>
          <pc:sldMk cId="0" sldId="281"/>
        </pc:sldMkLst>
        <pc:picChg chg="add del mod">
          <ac:chgData name="EMANUELE IOVANE" userId="15441e63-376a-4c25-a436-265d0e7c0fde" providerId="ADAL" clId="{AA08CA4F-CDBC-4E7A-8D8E-AD2EFE6D1E51}" dt="2025-06-11T16:50:51.153" v="8529" actId="478"/>
          <ac:picMkLst>
            <pc:docMk/>
            <pc:sldMk cId="0" sldId="281"/>
            <ac:picMk id="2" creationId="{C2C31917-C056-1D40-57BF-D029CC92C35B}"/>
          </ac:picMkLst>
        </pc:picChg>
        <pc:picChg chg="add del mod">
          <ac:chgData name="EMANUELE IOVANE" userId="15441e63-376a-4c25-a436-265d0e7c0fde" providerId="ADAL" clId="{AA08CA4F-CDBC-4E7A-8D8E-AD2EFE6D1E51}" dt="2025-06-11T16:50:36.192" v="8524" actId="478"/>
          <ac:picMkLst>
            <pc:docMk/>
            <pc:sldMk cId="0" sldId="281"/>
            <ac:picMk id="5" creationId="{E5BB42A8-905D-CB76-269F-6BF05F4A6449}"/>
          </ac:picMkLst>
        </pc:picChg>
        <pc:picChg chg="add del mod">
          <ac:chgData name="EMANUELE IOVANE" userId="15441e63-376a-4c25-a436-265d0e7c0fde" providerId="ADAL" clId="{AA08CA4F-CDBC-4E7A-8D8E-AD2EFE6D1E51}" dt="2025-06-11T16:50:41.602" v="8527" actId="478"/>
          <ac:picMkLst>
            <pc:docMk/>
            <pc:sldMk cId="0" sldId="281"/>
            <ac:picMk id="6" creationId="{1FFC092E-2659-444E-1CC8-A94A8660191E}"/>
          </ac:picMkLst>
        </pc:picChg>
        <pc:picChg chg="add del mod">
          <ac:chgData name="EMANUELE IOVANE" userId="15441e63-376a-4c25-a436-265d0e7c0fde" providerId="ADAL" clId="{AA08CA4F-CDBC-4E7A-8D8E-AD2EFE6D1E51}" dt="2025-06-11T16:50:42.964" v="8528" actId="478"/>
          <ac:picMkLst>
            <pc:docMk/>
            <pc:sldMk cId="0" sldId="281"/>
            <ac:picMk id="7" creationId="{B1FC0946-2E8A-1FA9-3E35-68EB78177CCF}"/>
          </ac:picMkLst>
        </pc:picChg>
        <pc:picChg chg="del mod">
          <ac:chgData name="EMANUELE IOVANE" userId="15441e63-376a-4c25-a436-265d0e7c0fde" providerId="ADAL" clId="{AA08CA4F-CDBC-4E7A-8D8E-AD2EFE6D1E51}" dt="2025-06-11T16:50:37.761" v="8525" actId="478"/>
          <ac:picMkLst>
            <pc:docMk/>
            <pc:sldMk cId="0" sldId="281"/>
            <ac:picMk id="1165" creationId="{00000000-0000-0000-0000-000000000000}"/>
          </ac:picMkLst>
        </pc:picChg>
        <pc:picChg chg="del mod">
          <ac:chgData name="EMANUELE IOVANE" userId="15441e63-376a-4c25-a436-265d0e7c0fde" providerId="ADAL" clId="{AA08CA4F-CDBC-4E7A-8D8E-AD2EFE6D1E51}" dt="2025-06-11T16:50:40.182" v="8526" actId="478"/>
          <ac:picMkLst>
            <pc:docMk/>
            <pc:sldMk cId="0" sldId="281"/>
            <ac:picMk id="1166" creationId="{00000000-0000-0000-0000-000000000000}"/>
          </ac:picMkLst>
        </pc:picChg>
      </pc:sldChg>
      <pc:sldChg chg="del modTransition">
        <pc:chgData name="EMANUELE IOVANE" userId="15441e63-376a-4c25-a436-265d0e7c0fde" providerId="ADAL" clId="{AA08CA4F-CDBC-4E7A-8D8E-AD2EFE6D1E51}" dt="2025-06-11T17:03:20.385" v="8552" actId="47"/>
        <pc:sldMkLst>
          <pc:docMk/>
          <pc:sldMk cId="0" sldId="282"/>
        </pc:sldMkLst>
      </pc:sldChg>
      <pc:sldChg chg="del modTransition">
        <pc:chgData name="EMANUELE IOVANE" userId="15441e63-376a-4c25-a436-265d0e7c0fde" providerId="ADAL" clId="{AA08CA4F-CDBC-4E7A-8D8E-AD2EFE6D1E51}" dt="2025-06-11T17:08:40.217" v="8595" actId="47"/>
        <pc:sldMkLst>
          <pc:docMk/>
          <pc:sldMk cId="0" sldId="283"/>
        </pc:sldMkLst>
      </pc:sldChg>
      <pc:sldChg chg="del modTransition">
        <pc:chgData name="EMANUELE IOVANE" userId="15441e63-376a-4c25-a436-265d0e7c0fde" providerId="ADAL" clId="{AA08CA4F-CDBC-4E7A-8D8E-AD2EFE6D1E51}" dt="2025-06-11T17:08:41.106" v="8596" actId="47"/>
        <pc:sldMkLst>
          <pc:docMk/>
          <pc:sldMk cId="0" sldId="284"/>
        </pc:sldMkLst>
      </pc:sldChg>
      <pc:sldChg chg="del modTransition">
        <pc:chgData name="EMANUELE IOVANE" userId="15441e63-376a-4c25-a436-265d0e7c0fde" providerId="ADAL" clId="{AA08CA4F-CDBC-4E7A-8D8E-AD2EFE6D1E51}" dt="2025-06-11T17:08:41.946" v="8597" actId="47"/>
        <pc:sldMkLst>
          <pc:docMk/>
          <pc:sldMk cId="0" sldId="285"/>
        </pc:sldMkLst>
      </pc:sldChg>
      <pc:sldChg chg="del modTransition">
        <pc:chgData name="EMANUELE IOVANE" userId="15441e63-376a-4c25-a436-265d0e7c0fde" providerId="ADAL" clId="{AA08CA4F-CDBC-4E7A-8D8E-AD2EFE6D1E51}" dt="2025-06-11T17:08:42.382" v="8598" actId="47"/>
        <pc:sldMkLst>
          <pc:docMk/>
          <pc:sldMk cId="0" sldId="286"/>
        </pc:sldMkLst>
      </pc:sldChg>
      <pc:sldChg chg="del modTransition">
        <pc:chgData name="EMANUELE IOVANE" userId="15441e63-376a-4c25-a436-265d0e7c0fde" providerId="ADAL" clId="{AA08CA4F-CDBC-4E7A-8D8E-AD2EFE6D1E51}" dt="2025-06-11T17:08:43.071" v="8599" actId="47"/>
        <pc:sldMkLst>
          <pc:docMk/>
          <pc:sldMk cId="0" sldId="287"/>
        </pc:sldMkLst>
      </pc:sldChg>
      <pc:sldChg chg="del modTransition">
        <pc:chgData name="EMANUELE IOVANE" userId="15441e63-376a-4c25-a436-265d0e7c0fde" providerId="ADAL" clId="{AA08CA4F-CDBC-4E7A-8D8E-AD2EFE6D1E51}" dt="2025-06-11T17:08:43.611" v="8600" actId="47"/>
        <pc:sldMkLst>
          <pc:docMk/>
          <pc:sldMk cId="0" sldId="288"/>
        </pc:sldMkLst>
      </pc:sldChg>
      <pc:sldChg chg="del modTransition">
        <pc:chgData name="EMANUELE IOVANE" userId="15441e63-376a-4c25-a436-265d0e7c0fde" providerId="ADAL" clId="{AA08CA4F-CDBC-4E7A-8D8E-AD2EFE6D1E51}" dt="2025-06-11T17:08:43.920" v="8601" actId="47"/>
        <pc:sldMkLst>
          <pc:docMk/>
          <pc:sldMk cId="0" sldId="289"/>
        </pc:sldMkLst>
      </pc:sldChg>
      <pc:sldChg chg="del modTransition">
        <pc:chgData name="EMANUELE IOVANE" userId="15441e63-376a-4c25-a436-265d0e7c0fde" providerId="ADAL" clId="{AA08CA4F-CDBC-4E7A-8D8E-AD2EFE6D1E51}" dt="2025-06-11T17:08:44.330" v="8602" actId="47"/>
        <pc:sldMkLst>
          <pc:docMk/>
          <pc:sldMk cId="0" sldId="290"/>
        </pc:sldMkLst>
      </pc:sldChg>
      <pc:sldChg chg="del modTransition">
        <pc:chgData name="EMANUELE IOVANE" userId="15441e63-376a-4c25-a436-265d0e7c0fde" providerId="ADAL" clId="{AA08CA4F-CDBC-4E7A-8D8E-AD2EFE6D1E51}" dt="2025-06-11T17:08:44.809" v="8603" actId="47"/>
        <pc:sldMkLst>
          <pc:docMk/>
          <pc:sldMk cId="0" sldId="291"/>
        </pc:sldMkLst>
      </pc:sldChg>
      <pc:sldChg chg="del modTransition">
        <pc:chgData name="EMANUELE IOVANE" userId="15441e63-376a-4c25-a436-265d0e7c0fde" providerId="ADAL" clId="{AA08CA4F-CDBC-4E7A-8D8E-AD2EFE6D1E51}" dt="2025-06-11T17:08:45.375" v="8604" actId="47"/>
        <pc:sldMkLst>
          <pc:docMk/>
          <pc:sldMk cId="0" sldId="292"/>
        </pc:sldMkLst>
      </pc:sldChg>
      <pc:sldChg chg="del modTransition">
        <pc:chgData name="EMANUELE IOVANE" userId="15441e63-376a-4c25-a436-265d0e7c0fde" providerId="ADAL" clId="{AA08CA4F-CDBC-4E7A-8D8E-AD2EFE6D1E51}" dt="2025-06-11T17:08:45.799" v="8605" actId="47"/>
        <pc:sldMkLst>
          <pc:docMk/>
          <pc:sldMk cId="0" sldId="293"/>
        </pc:sldMkLst>
      </pc:sldChg>
      <pc:sldChg chg="del modTransition">
        <pc:chgData name="EMANUELE IOVANE" userId="15441e63-376a-4c25-a436-265d0e7c0fde" providerId="ADAL" clId="{AA08CA4F-CDBC-4E7A-8D8E-AD2EFE6D1E51}" dt="2025-06-11T17:08:46.841" v="8606" actId="47"/>
        <pc:sldMkLst>
          <pc:docMk/>
          <pc:sldMk cId="0" sldId="294"/>
        </pc:sldMkLst>
      </pc:sldChg>
      <pc:sldChg chg="del modTransition">
        <pc:chgData name="EMANUELE IOVANE" userId="15441e63-376a-4c25-a436-265d0e7c0fde" providerId="ADAL" clId="{AA08CA4F-CDBC-4E7A-8D8E-AD2EFE6D1E51}" dt="2025-06-11T17:08:47.367" v="8607" actId="47"/>
        <pc:sldMkLst>
          <pc:docMk/>
          <pc:sldMk cId="0" sldId="295"/>
        </pc:sldMkLst>
      </pc:sldChg>
      <pc:sldChg chg="del modTransition">
        <pc:chgData name="EMANUELE IOVANE" userId="15441e63-376a-4c25-a436-265d0e7c0fde" providerId="ADAL" clId="{AA08CA4F-CDBC-4E7A-8D8E-AD2EFE6D1E51}" dt="2025-06-11T17:08:48.031" v="8608" actId="47"/>
        <pc:sldMkLst>
          <pc:docMk/>
          <pc:sldMk cId="0" sldId="296"/>
        </pc:sldMkLst>
      </pc:sldChg>
      <pc:sldChg chg="del modTransition">
        <pc:chgData name="EMANUELE IOVANE" userId="15441e63-376a-4c25-a436-265d0e7c0fde" providerId="ADAL" clId="{AA08CA4F-CDBC-4E7A-8D8E-AD2EFE6D1E51}" dt="2025-06-11T17:08:48.308" v="8609" actId="47"/>
        <pc:sldMkLst>
          <pc:docMk/>
          <pc:sldMk cId="0" sldId="297"/>
        </pc:sldMkLst>
      </pc:sldChg>
      <pc:sldChg chg="del modTransition">
        <pc:chgData name="EMANUELE IOVANE" userId="15441e63-376a-4c25-a436-265d0e7c0fde" providerId="ADAL" clId="{AA08CA4F-CDBC-4E7A-8D8E-AD2EFE6D1E51}" dt="2025-06-11T17:08:48.555" v="8610" actId="47"/>
        <pc:sldMkLst>
          <pc:docMk/>
          <pc:sldMk cId="0" sldId="298"/>
        </pc:sldMkLst>
      </pc:sldChg>
      <pc:sldChg chg="del modTransition">
        <pc:chgData name="EMANUELE IOVANE" userId="15441e63-376a-4c25-a436-265d0e7c0fde" providerId="ADAL" clId="{AA08CA4F-CDBC-4E7A-8D8E-AD2EFE6D1E51}" dt="2025-06-11T17:08:48.987" v="8611" actId="47"/>
        <pc:sldMkLst>
          <pc:docMk/>
          <pc:sldMk cId="0" sldId="299"/>
        </pc:sldMkLst>
      </pc:sldChg>
      <pc:sldChg chg="del modTransition">
        <pc:chgData name="EMANUELE IOVANE" userId="15441e63-376a-4c25-a436-265d0e7c0fde" providerId="ADAL" clId="{AA08CA4F-CDBC-4E7A-8D8E-AD2EFE6D1E51}" dt="2025-06-11T17:08:49.671" v="8612" actId="47"/>
        <pc:sldMkLst>
          <pc:docMk/>
          <pc:sldMk cId="0" sldId="300"/>
        </pc:sldMkLst>
      </pc:sldChg>
      <pc:sldChg chg="addSp delSp modSp add mod modTransition">
        <pc:chgData name="EMANUELE IOVANE" userId="15441e63-376a-4c25-a436-265d0e7c0fde" providerId="ADAL" clId="{AA08CA4F-CDBC-4E7A-8D8E-AD2EFE6D1E51}" dt="2025-06-10T14:46:21.982" v="1731" actId="732"/>
        <pc:sldMkLst>
          <pc:docMk/>
          <pc:sldMk cId="1709727345" sldId="301"/>
        </pc:sldMkLst>
        <pc:spChg chg="add mod">
          <ac:chgData name="EMANUELE IOVANE" userId="15441e63-376a-4c25-a436-265d0e7c0fde" providerId="ADAL" clId="{AA08CA4F-CDBC-4E7A-8D8E-AD2EFE6D1E51}" dt="2025-06-06T18:47:03.138" v="180" actId="1076"/>
          <ac:spMkLst>
            <pc:docMk/>
            <pc:sldMk cId="1709727345" sldId="301"/>
            <ac:spMk id="2" creationId="{5E9728E8-B110-003E-E169-7AE4B10FB023}"/>
          </ac:spMkLst>
        </pc:spChg>
        <pc:spChg chg="add mod">
          <ac:chgData name="EMANUELE IOVANE" userId="15441e63-376a-4c25-a436-265d0e7c0fde" providerId="ADAL" clId="{AA08CA4F-CDBC-4E7A-8D8E-AD2EFE6D1E51}" dt="2025-06-06T18:53:36.464" v="295" actId="1076"/>
          <ac:spMkLst>
            <pc:docMk/>
            <pc:sldMk cId="1709727345" sldId="301"/>
            <ac:spMk id="25" creationId="{AFB2E518-2DDB-BAFC-5EAE-FF95B47987B0}"/>
          </ac:spMkLst>
        </pc:spChg>
        <pc:spChg chg="add mod">
          <ac:chgData name="EMANUELE IOVANE" userId="15441e63-376a-4c25-a436-265d0e7c0fde" providerId="ADAL" clId="{AA08CA4F-CDBC-4E7A-8D8E-AD2EFE6D1E51}" dt="2025-06-06T18:51:09.002" v="289" actId="1076"/>
          <ac:spMkLst>
            <pc:docMk/>
            <pc:sldMk cId="1709727345" sldId="301"/>
            <ac:spMk id="26" creationId="{AECFD350-5ECD-3107-0911-6CEC01E30500}"/>
          </ac:spMkLst>
        </pc:spChg>
        <pc:spChg chg="add mod">
          <ac:chgData name="EMANUELE IOVANE" userId="15441e63-376a-4c25-a436-265d0e7c0fde" providerId="ADAL" clId="{AA08CA4F-CDBC-4E7A-8D8E-AD2EFE6D1E51}" dt="2025-06-06T18:51:02.175" v="287" actId="1076"/>
          <ac:spMkLst>
            <pc:docMk/>
            <pc:sldMk cId="1709727345" sldId="301"/>
            <ac:spMk id="27" creationId="{1DA9CF05-8877-401D-39FA-3C0B0A1A3B9E}"/>
          </ac:spMkLst>
        </pc:spChg>
        <pc:spChg chg="add mod">
          <ac:chgData name="EMANUELE IOVANE" userId="15441e63-376a-4c25-a436-265d0e7c0fde" providerId="ADAL" clId="{AA08CA4F-CDBC-4E7A-8D8E-AD2EFE6D1E51}" dt="2025-06-06T18:50:56.843" v="285" actId="1076"/>
          <ac:spMkLst>
            <pc:docMk/>
            <pc:sldMk cId="1709727345" sldId="301"/>
            <ac:spMk id="28" creationId="{4B05725A-98BD-7DC4-26E8-D18544F23B32}"/>
          </ac:spMkLst>
        </pc:spChg>
        <pc:spChg chg="add mod">
          <ac:chgData name="EMANUELE IOVANE" userId="15441e63-376a-4c25-a436-265d0e7c0fde" providerId="ADAL" clId="{AA08CA4F-CDBC-4E7A-8D8E-AD2EFE6D1E51}" dt="2025-06-06T20:04:56.311" v="881" actId="1035"/>
          <ac:spMkLst>
            <pc:docMk/>
            <pc:sldMk cId="1709727345" sldId="301"/>
            <ac:spMk id="29" creationId="{101599BB-F637-2B10-F9D7-80194BD7C98A}"/>
          </ac:spMkLst>
        </pc:spChg>
        <pc:spChg chg="mod">
          <ac:chgData name="EMANUELE IOVANE" userId="15441e63-376a-4c25-a436-265d0e7c0fde" providerId="ADAL" clId="{AA08CA4F-CDBC-4E7A-8D8E-AD2EFE6D1E51}" dt="2025-06-06T18:44:09.956" v="144" actId="20577"/>
          <ac:spMkLst>
            <pc:docMk/>
            <pc:sldMk cId="1709727345" sldId="301"/>
            <ac:spMk id="197" creationId="{3F0958F6-A8EA-2A8F-7AEA-17E3C1F183AC}"/>
          </ac:spMkLst>
        </pc:spChg>
        <pc:spChg chg="mod">
          <ac:chgData name="EMANUELE IOVANE" userId="15441e63-376a-4c25-a436-265d0e7c0fde" providerId="ADAL" clId="{AA08CA4F-CDBC-4E7A-8D8E-AD2EFE6D1E51}" dt="2025-06-06T18:47:14.231" v="182" actId="1076"/>
          <ac:spMkLst>
            <pc:docMk/>
            <pc:sldMk cId="1709727345" sldId="301"/>
            <ac:spMk id="198" creationId="{A20587C4-A490-2B40-3054-F199FA08AAAA}"/>
          </ac:spMkLst>
        </pc:spChg>
        <pc:spChg chg="mod">
          <ac:chgData name="EMANUELE IOVANE" userId="15441e63-376a-4c25-a436-265d0e7c0fde" providerId="ADAL" clId="{AA08CA4F-CDBC-4E7A-8D8E-AD2EFE6D1E51}" dt="2025-06-06T18:47:32.676" v="186" actId="1076"/>
          <ac:spMkLst>
            <pc:docMk/>
            <pc:sldMk cId="1709727345" sldId="301"/>
            <ac:spMk id="199" creationId="{5919601F-72AE-90BF-F5DA-1A70EFCEC76A}"/>
          </ac:spMkLst>
        </pc:spChg>
        <pc:spChg chg="mod">
          <ac:chgData name="EMANUELE IOVANE" userId="15441e63-376a-4c25-a436-265d0e7c0fde" providerId="ADAL" clId="{AA08CA4F-CDBC-4E7A-8D8E-AD2EFE6D1E51}" dt="2025-06-06T18:47:50.329" v="190" actId="1076"/>
          <ac:spMkLst>
            <pc:docMk/>
            <pc:sldMk cId="1709727345" sldId="301"/>
            <ac:spMk id="200" creationId="{6DED3259-079E-226D-C135-5D92D0727B85}"/>
          </ac:spMkLst>
        </pc:spChg>
        <pc:spChg chg="mod">
          <ac:chgData name="EMANUELE IOVANE" userId="15441e63-376a-4c25-a436-265d0e7c0fde" providerId="ADAL" clId="{AA08CA4F-CDBC-4E7A-8D8E-AD2EFE6D1E51}" dt="2025-06-06T18:48:02.297" v="193" actId="1076"/>
          <ac:spMkLst>
            <pc:docMk/>
            <pc:sldMk cId="1709727345" sldId="301"/>
            <ac:spMk id="201" creationId="{ADE7DFE8-3408-D499-BB24-EA10B2D8EEC7}"/>
          </ac:spMkLst>
        </pc:spChg>
        <pc:picChg chg="add mod ord modCrop">
          <ac:chgData name="EMANUELE IOVANE" userId="15441e63-376a-4c25-a436-265d0e7c0fde" providerId="ADAL" clId="{AA08CA4F-CDBC-4E7A-8D8E-AD2EFE6D1E51}" dt="2025-06-10T14:34:48.836" v="1664" actId="167"/>
          <ac:picMkLst>
            <pc:docMk/>
            <pc:sldMk cId="1709727345" sldId="301"/>
            <ac:picMk id="4" creationId="{FE458E3B-337C-0B9F-B855-F3D8949432DE}"/>
          </ac:picMkLst>
        </pc:picChg>
        <pc:picChg chg="add mod ord modCrop">
          <ac:chgData name="EMANUELE IOVANE" userId="15441e63-376a-4c25-a436-265d0e7c0fde" providerId="ADAL" clId="{AA08CA4F-CDBC-4E7A-8D8E-AD2EFE6D1E51}" dt="2025-06-10T14:36:47.881" v="1674" actId="167"/>
          <ac:picMkLst>
            <pc:docMk/>
            <pc:sldMk cId="1709727345" sldId="301"/>
            <ac:picMk id="6" creationId="{135603A0-1E93-2D1F-9930-9CF4C200BEDB}"/>
          </ac:picMkLst>
        </pc:picChg>
        <pc:picChg chg="add mod ord modCrop">
          <ac:chgData name="EMANUELE IOVANE" userId="15441e63-376a-4c25-a436-265d0e7c0fde" providerId="ADAL" clId="{AA08CA4F-CDBC-4E7A-8D8E-AD2EFE6D1E51}" dt="2025-06-10T14:44:48.061" v="1722" actId="167"/>
          <ac:picMkLst>
            <pc:docMk/>
            <pc:sldMk cId="1709727345" sldId="301"/>
            <ac:picMk id="10" creationId="{F8F04153-624A-90B3-E8C1-C1F43631036F}"/>
          </ac:picMkLst>
        </pc:picChg>
        <pc:picChg chg="add mod ord modCrop">
          <ac:chgData name="EMANUELE IOVANE" userId="15441e63-376a-4c25-a436-265d0e7c0fde" providerId="ADAL" clId="{AA08CA4F-CDBC-4E7A-8D8E-AD2EFE6D1E51}" dt="2025-06-10T14:46:21.982" v="1731" actId="732"/>
          <ac:picMkLst>
            <pc:docMk/>
            <pc:sldMk cId="1709727345" sldId="301"/>
            <ac:picMk id="12" creationId="{B3BD7AC0-9A1F-E8C0-161E-A2882AA09E4A}"/>
          </ac:picMkLst>
        </pc:picChg>
        <pc:cxnChg chg="mod">
          <ac:chgData name="EMANUELE IOVANE" userId="15441e63-376a-4c25-a436-265d0e7c0fde" providerId="ADAL" clId="{AA08CA4F-CDBC-4E7A-8D8E-AD2EFE6D1E51}" dt="2025-06-06T18:47:32.676" v="186" actId="1076"/>
          <ac:cxnSpMkLst>
            <pc:docMk/>
            <pc:sldMk cId="1709727345" sldId="301"/>
            <ac:cxnSpMk id="202" creationId="{E22B6AEA-743C-4C24-6161-355DDB7CE941}"/>
          </ac:cxnSpMkLst>
        </pc:cxnChg>
        <pc:cxnChg chg="mod">
          <ac:chgData name="EMANUELE IOVANE" userId="15441e63-376a-4c25-a436-265d0e7c0fde" providerId="ADAL" clId="{AA08CA4F-CDBC-4E7A-8D8E-AD2EFE6D1E51}" dt="2025-06-06T18:47:50.329" v="190" actId="1076"/>
          <ac:cxnSpMkLst>
            <pc:docMk/>
            <pc:sldMk cId="1709727345" sldId="301"/>
            <ac:cxnSpMk id="203" creationId="{F865B304-CDE4-A2DF-20A1-6027EDDAE436}"/>
          </ac:cxnSpMkLst>
        </pc:cxnChg>
        <pc:cxnChg chg="mod">
          <ac:chgData name="EMANUELE IOVANE" userId="15441e63-376a-4c25-a436-265d0e7c0fde" providerId="ADAL" clId="{AA08CA4F-CDBC-4E7A-8D8E-AD2EFE6D1E51}" dt="2025-06-06T18:48:02.297" v="193" actId="1076"/>
          <ac:cxnSpMkLst>
            <pc:docMk/>
            <pc:sldMk cId="1709727345" sldId="301"/>
            <ac:cxnSpMk id="204" creationId="{1ABB1D51-A640-A076-FAD2-827920E2656A}"/>
          </ac:cxnSpMkLst>
        </pc:cxnChg>
      </pc:sldChg>
      <pc:sldChg chg="modSp add del mod">
        <pc:chgData name="EMANUELE IOVANE" userId="15441e63-376a-4c25-a436-265d0e7c0fde" providerId="ADAL" clId="{AA08CA4F-CDBC-4E7A-8D8E-AD2EFE6D1E51}" dt="2025-06-11T17:03:25.121" v="8553" actId="47"/>
        <pc:sldMkLst>
          <pc:docMk/>
          <pc:sldMk cId="3094446356" sldId="302"/>
        </pc:sldMkLst>
      </pc:sldChg>
      <pc:sldChg chg="addSp delSp modSp add mod">
        <pc:chgData name="EMANUELE IOVANE" userId="15441e63-376a-4c25-a436-265d0e7c0fde" providerId="ADAL" clId="{AA08CA4F-CDBC-4E7A-8D8E-AD2EFE6D1E51}" dt="2025-06-10T15:20:12.886" v="2884"/>
        <pc:sldMkLst>
          <pc:docMk/>
          <pc:sldMk cId="2037991451" sldId="303"/>
        </pc:sldMkLst>
        <pc:spChg chg="add mod">
          <ac:chgData name="EMANUELE IOVANE" userId="15441e63-376a-4c25-a436-265d0e7c0fde" providerId="ADAL" clId="{AA08CA4F-CDBC-4E7A-8D8E-AD2EFE6D1E51}" dt="2025-06-06T20:05:49.335" v="901" actId="1035"/>
          <ac:spMkLst>
            <pc:docMk/>
            <pc:sldMk cId="2037991451" sldId="303"/>
            <ac:spMk id="3" creationId="{B2DFD329-8FF9-02F8-AF75-0248BD30D1D9}"/>
          </ac:spMkLst>
        </pc:spChg>
        <pc:spChg chg="add mod">
          <ac:chgData name="EMANUELE IOVANE" userId="15441e63-376a-4c25-a436-265d0e7c0fde" providerId="ADAL" clId="{AA08CA4F-CDBC-4E7A-8D8E-AD2EFE6D1E51}" dt="2025-06-10T14:01:41.247" v="1282" actId="1076"/>
          <ac:spMkLst>
            <pc:docMk/>
            <pc:sldMk cId="2037991451" sldId="303"/>
            <ac:spMk id="4" creationId="{3166414B-9AE1-92BC-8F2E-26FE8FA0B03D}"/>
          </ac:spMkLst>
        </pc:spChg>
        <pc:spChg chg="add mod">
          <ac:chgData name="EMANUELE IOVANE" userId="15441e63-376a-4c25-a436-265d0e7c0fde" providerId="ADAL" clId="{AA08CA4F-CDBC-4E7A-8D8E-AD2EFE6D1E51}" dt="2025-06-10T14:49:37.079" v="1734" actId="1076"/>
          <ac:spMkLst>
            <pc:docMk/>
            <pc:sldMk cId="2037991451" sldId="303"/>
            <ac:spMk id="6" creationId="{62C63023-BDCB-B35F-5247-EC53C7623AE7}"/>
          </ac:spMkLst>
        </pc:spChg>
        <pc:spChg chg="add mod">
          <ac:chgData name="EMANUELE IOVANE" userId="15441e63-376a-4c25-a436-265d0e7c0fde" providerId="ADAL" clId="{AA08CA4F-CDBC-4E7A-8D8E-AD2EFE6D1E51}" dt="2025-06-10T13:59:27.110" v="1275" actId="164"/>
          <ac:spMkLst>
            <pc:docMk/>
            <pc:sldMk cId="2037991451" sldId="303"/>
            <ac:spMk id="7" creationId="{FFDFF4E7-7539-481B-3116-FA29BBDA48EC}"/>
          </ac:spMkLst>
        </pc:spChg>
        <pc:spChg chg="add mod">
          <ac:chgData name="EMANUELE IOVANE" userId="15441e63-376a-4c25-a436-265d0e7c0fde" providerId="ADAL" clId="{AA08CA4F-CDBC-4E7A-8D8E-AD2EFE6D1E51}" dt="2025-06-10T13:59:14.953" v="1273" actId="164"/>
          <ac:spMkLst>
            <pc:docMk/>
            <pc:sldMk cId="2037991451" sldId="303"/>
            <ac:spMk id="8" creationId="{79E83AE4-E37A-63A4-E010-CD2478888529}"/>
          </ac:spMkLst>
        </pc:spChg>
        <pc:spChg chg="add mod">
          <ac:chgData name="EMANUELE IOVANE" userId="15441e63-376a-4c25-a436-265d0e7c0fde" providerId="ADAL" clId="{AA08CA4F-CDBC-4E7A-8D8E-AD2EFE6D1E51}" dt="2025-06-10T14:49:40.412" v="1735" actId="1076"/>
          <ac:spMkLst>
            <pc:docMk/>
            <pc:sldMk cId="2037991451" sldId="303"/>
            <ac:spMk id="10" creationId="{8A4FD14E-BA70-6A03-C4B3-362EE0E0F7DF}"/>
          </ac:spMkLst>
        </pc:spChg>
        <pc:spChg chg="add mod ord">
          <ac:chgData name="EMANUELE IOVANE" userId="15441e63-376a-4c25-a436-265d0e7c0fde" providerId="ADAL" clId="{AA08CA4F-CDBC-4E7A-8D8E-AD2EFE6D1E51}" dt="2025-06-10T13:59:14.953" v="1273" actId="164"/>
          <ac:spMkLst>
            <pc:docMk/>
            <pc:sldMk cId="2037991451" sldId="303"/>
            <ac:spMk id="11" creationId="{EDC0BCE4-2C2B-182C-B5A2-B2D85AA023DD}"/>
          </ac:spMkLst>
        </pc:spChg>
        <pc:spChg chg="add mod ord">
          <ac:chgData name="EMANUELE IOVANE" userId="15441e63-376a-4c25-a436-265d0e7c0fde" providerId="ADAL" clId="{AA08CA4F-CDBC-4E7A-8D8E-AD2EFE6D1E51}" dt="2025-06-10T13:59:27.110" v="1275" actId="164"/>
          <ac:spMkLst>
            <pc:docMk/>
            <pc:sldMk cId="2037991451" sldId="303"/>
            <ac:spMk id="12" creationId="{E22918BE-FA14-A048-D0B1-EB877DC18706}"/>
          </ac:spMkLst>
        </pc:spChg>
        <pc:spChg chg="add mod ord">
          <ac:chgData name="EMANUELE IOVANE" userId="15441e63-376a-4c25-a436-265d0e7c0fde" providerId="ADAL" clId="{AA08CA4F-CDBC-4E7A-8D8E-AD2EFE6D1E51}" dt="2025-06-10T13:59:21.995" v="1274" actId="164"/>
          <ac:spMkLst>
            <pc:docMk/>
            <pc:sldMk cId="2037991451" sldId="303"/>
            <ac:spMk id="13" creationId="{A7B868FB-EC09-8635-37C8-3DF9DC7CD6E2}"/>
          </ac:spMkLst>
        </pc:spChg>
        <pc:spChg chg="add mod ord">
          <ac:chgData name="EMANUELE IOVANE" userId="15441e63-376a-4c25-a436-265d0e7c0fde" providerId="ADAL" clId="{AA08CA4F-CDBC-4E7A-8D8E-AD2EFE6D1E51}" dt="2025-06-10T13:59:32.868" v="1276" actId="164"/>
          <ac:spMkLst>
            <pc:docMk/>
            <pc:sldMk cId="2037991451" sldId="303"/>
            <ac:spMk id="14" creationId="{FAE4F18D-8BAC-9D89-32E8-11B6FE84B43B}"/>
          </ac:spMkLst>
        </pc:spChg>
        <pc:spChg chg="mod">
          <ac:chgData name="EMANUELE IOVANE" userId="15441e63-376a-4c25-a436-265d0e7c0fde" providerId="ADAL" clId="{AA08CA4F-CDBC-4E7A-8D8E-AD2EFE6D1E51}" dt="2025-06-10T15:20:12.886" v="2884"/>
          <ac:spMkLst>
            <pc:docMk/>
            <pc:sldMk cId="2037991451" sldId="303"/>
            <ac:spMk id="21" creationId="{348197C3-418C-E14A-FEDA-7566954C6E2A}"/>
          </ac:spMkLst>
        </pc:spChg>
        <pc:spChg chg="mod">
          <ac:chgData name="EMANUELE IOVANE" userId="15441e63-376a-4c25-a436-265d0e7c0fde" providerId="ADAL" clId="{AA08CA4F-CDBC-4E7A-8D8E-AD2EFE6D1E51}" dt="2025-06-10T15:20:12.886" v="2884"/>
          <ac:spMkLst>
            <pc:docMk/>
            <pc:sldMk cId="2037991451" sldId="303"/>
            <ac:spMk id="22" creationId="{D272C52A-786F-5DB6-40E2-D229B89DC63A}"/>
          </ac:spMkLst>
        </pc:spChg>
        <pc:spChg chg="mod">
          <ac:chgData name="EMANUELE IOVANE" userId="15441e63-376a-4c25-a436-265d0e7c0fde" providerId="ADAL" clId="{AA08CA4F-CDBC-4E7A-8D8E-AD2EFE6D1E51}" dt="2025-06-10T15:20:12.886" v="2884"/>
          <ac:spMkLst>
            <pc:docMk/>
            <pc:sldMk cId="2037991451" sldId="303"/>
            <ac:spMk id="23" creationId="{0FDF7732-AB55-5BA9-0317-A770FE591B6F}"/>
          </ac:spMkLst>
        </pc:spChg>
        <pc:spChg chg="mod">
          <ac:chgData name="EMANUELE IOVANE" userId="15441e63-376a-4c25-a436-265d0e7c0fde" providerId="ADAL" clId="{AA08CA4F-CDBC-4E7A-8D8E-AD2EFE6D1E51}" dt="2025-06-10T15:20:12.886" v="2884"/>
          <ac:spMkLst>
            <pc:docMk/>
            <pc:sldMk cId="2037991451" sldId="303"/>
            <ac:spMk id="24" creationId="{EAB2029A-39D7-2FBA-74DE-2C093048CD53}"/>
          </ac:spMkLst>
        </pc:spChg>
        <pc:grpChg chg="add mod">
          <ac:chgData name="EMANUELE IOVANE" userId="15441e63-376a-4c25-a436-265d0e7c0fde" providerId="ADAL" clId="{AA08CA4F-CDBC-4E7A-8D8E-AD2EFE6D1E51}" dt="2025-06-10T14:01:11.983" v="1277" actId="1076"/>
          <ac:grpSpMkLst>
            <pc:docMk/>
            <pc:sldMk cId="2037991451" sldId="303"/>
            <ac:grpSpMk id="15" creationId="{DFCD612B-D624-3449-8407-2C558A7519C8}"/>
          </ac:grpSpMkLst>
        </pc:grpChg>
        <pc:grpChg chg="add mod">
          <ac:chgData name="EMANUELE IOVANE" userId="15441e63-376a-4c25-a436-265d0e7c0fde" providerId="ADAL" clId="{AA08CA4F-CDBC-4E7A-8D8E-AD2EFE6D1E51}" dt="2025-06-10T14:01:11.983" v="1277" actId="1076"/>
          <ac:grpSpMkLst>
            <pc:docMk/>
            <pc:sldMk cId="2037991451" sldId="303"/>
            <ac:grpSpMk id="16" creationId="{121888B1-0FC1-3F49-1609-C84D6C14944F}"/>
          </ac:grpSpMkLst>
        </pc:grpChg>
        <pc:grpChg chg="add mod">
          <ac:chgData name="EMANUELE IOVANE" userId="15441e63-376a-4c25-a436-265d0e7c0fde" providerId="ADAL" clId="{AA08CA4F-CDBC-4E7A-8D8E-AD2EFE6D1E51}" dt="2025-06-10T14:01:11.983" v="1277" actId="1076"/>
          <ac:grpSpMkLst>
            <pc:docMk/>
            <pc:sldMk cId="2037991451" sldId="303"/>
            <ac:grpSpMk id="17" creationId="{6E27AA59-8E93-0E7C-C1D9-E19F7E85DEDB}"/>
          </ac:grpSpMkLst>
        </pc:grpChg>
        <pc:grpChg chg="add mod">
          <ac:chgData name="EMANUELE IOVANE" userId="15441e63-376a-4c25-a436-265d0e7c0fde" providerId="ADAL" clId="{AA08CA4F-CDBC-4E7A-8D8E-AD2EFE6D1E51}" dt="2025-06-10T14:01:11.983" v="1277" actId="1076"/>
          <ac:grpSpMkLst>
            <pc:docMk/>
            <pc:sldMk cId="2037991451" sldId="303"/>
            <ac:grpSpMk id="18" creationId="{ED47E00B-1342-F195-52F7-AB69014348C3}"/>
          </ac:grpSpMkLst>
        </pc:grpChg>
        <pc:grpChg chg="add mod">
          <ac:chgData name="EMANUELE IOVANE" userId="15441e63-376a-4c25-a436-265d0e7c0fde" providerId="ADAL" clId="{AA08CA4F-CDBC-4E7A-8D8E-AD2EFE6D1E51}" dt="2025-06-10T15:20:12.886" v="2884"/>
          <ac:grpSpMkLst>
            <pc:docMk/>
            <pc:sldMk cId="2037991451" sldId="303"/>
            <ac:grpSpMk id="20" creationId="{FE6CE625-CBA5-596D-8311-88668341CAD6}"/>
          </ac:grpSpMkLst>
        </pc:grpChg>
      </pc:sldChg>
      <pc:sldChg chg="add del">
        <pc:chgData name="EMANUELE IOVANE" userId="15441e63-376a-4c25-a436-265d0e7c0fde" providerId="ADAL" clId="{AA08CA4F-CDBC-4E7A-8D8E-AD2EFE6D1E51}" dt="2025-06-06T20:06:00.082" v="902" actId="47"/>
        <pc:sldMkLst>
          <pc:docMk/>
          <pc:sldMk cId="91800316" sldId="304"/>
        </pc:sldMkLst>
      </pc:sldChg>
      <pc:sldChg chg="add del">
        <pc:chgData name="EMANUELE IOVANE" userId="15441e63-376a-4c25-a436-265d0e7c0fde" providerId="ADAL" clId="{AA08CA4F-CDBC-4E7A-8D8E-AD2EFE6D1E51}" dt="2025-06-06T20:06:01.316" v="903" actId="47"/>
        <pc:sldMkLst>
          <pc:docMk/>
          <pc:sldMk cId="939497519" sldId="305"/>
        </pc:sldMkLst>
      </pc:sldChg>
      <pc:sldChg chg="add del">
        <pc:chgData name="EMANUELE IOVANE" userId="15441e63-376a-4c25-a436-265d0e7c0fde" providerId="ADAL" clId="{AA08CA4F-CDBC-4E7A-8D8E-AD2EFE6D1E51}" dt="2025-06-06T20:06:02.118" v="904" actId="47"/>
        <pc:sldMkLst>
          <pc:docMk/>
          <pc:sldMk cId="1840846783" sldId="306"/>
        </pc:sldMkLst>
      </pc:sldChg>
      <pc:sldChg chg="addSp delSp modSp add mod setBg">
        <pc:chgData name="EMANUELE IOVANE" userId="15441e63-376a-4c25-a436-265d0e7c0fde" providerId="ADAL" clId="{AA08CA4F-CDBC-4E7A-8D8E-AD2EFE6D1E51}" dt="2025-06-06T20:05:40.794" v="893" actId="1035"/>
        <pc:sldMkLst>
          <pc:docMk/>
          <pc:sldMk cId="3908892439" sldId="307"/>
        </pc:sldMkLst>
        <pc:spChg chg="add mod">
          <ac:chgData name="EMANUELE IOVANE" userId="15441e63-376a-4c25-a436-265d0e7c0fde" providerId="ADAL" clId="{AA08CA4F-CDBC-4E7A-8D8E-AD2EFE6D1E51}" dt="2025-06-06T20:05:40.794" v="893" actId="1035"/>
          <ac:spMkLst>
            <pc:docMk/>
            <pc:sldMk cId="3908892439" sldId="307"/>
            <ac:spMk id="3" creationId="{9C9142C8-F3F1-C4B5-2CB8-E4B305B3A568}"/>
          </ac:spMkLst>
        </pc:spChg>
        <pc:spChg chg="mod">
          <ac:chgData name="EMANUELE IOVANE" userId="15441e63-376a-4c25-a436-265d0e7c0fde" providerId="ADAL" clId="{AA08CA4F-CDBC-4E7A-8D8E-AD2EFE6D1E51}" dt="2025-06-06T19:59:10.809" v="759" actId="1076"/>
          <ac:spMkLst>
            <pc:docMk/>
            <pc:sldMk cId="3908892439" sldId="307"/>
            <ac:spMk id="414" creationId="{4617849F-2F6E-C1A0-7F3D-B51859B1B0FF}"/>
          </ac:spMkLst>
        </pc:spChg>
        <pc:spChg chg="mod">
          <ac:chgData name="EMANUELE IOVANE" userId="15441e63-376a-4c25-a436-265d0e7c0fde" providerId="ADAL" clId="{AA08CA4F-CDBC-4E7A-8D8E-AD2EFE6D1E51}" dt="2025-06-06T20:02:06.835" v="843" actId="1076"/>
          <ac:spMkLst>
            <pc:docMk/>
            <pc:sldMk cId="3908892439" sldId="307"/>
            <ac:spMk id="415" creationId="{6A0F92B4-8A7C-5733-67F3-00E7CE1AA069}"/>
          </ac:spMkLst>
        </pc:spChg>
        <pc:picChg chg="add del mod">
          <ac:chgData name="EMANUELE IOVANE" userId="15441e63-376a-4c25-a436-265d0e7c0fde" providerId="ADAL" clId="{AA08CA4F-CDBC-4E7A-8D8E-AD2EFE6D1E51}" dt="2025-06-06T20:03:21.795" v="845" actId="14861"/>
          <ac:picMkLst>
            <pc:docMk/>
            <pc:sldMk cId="3908892439" sldId="307"/>
            <ac:picMk id="2" creationId="{B116E518-0B66-CD3B-4B16-39A01EA053EC}"/>
          </ac:picMkLst>
        </pc:picChg>
      </pc:sldChg>
      <pc:sldChg chg="addSp modSp add del mod">
        <pc:chgData name="EMANUELE IOVANE" userId="15441e63-376a-4c25-a436-265d0e7c0fde" providerId="ADAL" clId="{AA08CA4F-CDBC-4E7A-8D8E-AD2EFE6D1E51}" dt="2025-06-10T14:52:45.745" v="1738" actId="47"/>
        <pc:sldMkLst>
          <pc:docMk/>
          <pc:sldMk cId="2338903406" sldId="308"/>
        </pc:sldMkLst>
      </pc:sldChg>
      <pc:sldChg chg="add del">
        <pc:chgData name="EMANUELE IOVANE" userId="15441e63-376a-4c25-a436-265d0e7c0fde" providerId="ADAL" clId="{AA08CA4F-CDBC-4E7A-8D8E-AD2EFE6D1E51}" dt="2025-06-10T14:52:47.589" v="1739" actId="47"/>
        <pc:sldMkLst>
          <pc:docMk/>
          <pc:sldMk cId="3759647203" sldId="309"/>
        </pc:sldMkLst>
      </pc:sldChg>
      <pc:sldChg chg="add del">
        <pc:chgData name="EMANUELE IOVANE" userId="15441e63-376a-4c25-a436-265d0e7c0fde" providerId="ADAL" clId="{AA08CA4F-CDBC-4E7A-8D8E-AD2EFE6D1E51}" dt="2025-06-10T14:52:49.514" v="1740" actId="47"/>
        <pc:sldMkLst>
          <pc:docMk/>
          <pc:sldMk cId="4114394552" sldId="310"/>
        </pc:sldMkLst>
      </pc:sldChg>
      <pc:sldChg chg="addSp delSp modSp add mod">
        <pc:chgData name="EMANUELE IOVANE" userId="15441e63-376a-4c25-a436-265d0e7c0fde" providerId="ADAL" clId="{AA08CA4F-CDBC-4E7A-8D8E-AD2EFE6D1E51}" dt="2025-06-10T15:19:57.803" v="2878"/>
        <pc:sldMkLst>
          <pc:docMk/>
          <pc:sldMk cId="642473405" sldId="311"/>
        </pc:sldMkLst>
        <pc:spChg chg="mod">
          <ac:chgData name="EMANUELE IOVANE" userId="15441e63-376a-4c25-a436-265d0e7c0fde" providerId="ADAL" clId="{AA08CA4F-CDBC-4E7A-8D8E-AD2EFE6D1E51}" dt="2025-06-10T15:19:57.803" v="2878"/>
          <ac:spMkLst>
            <pc:docMk/>
            <pc:sldMk cId="642473405" sldId="311"/>
            <ac:spMk id="10" creationId="{0EEB3A8F-885D-7E06-A157-74AD9F938D7B}"/>
          </ac:spMkLst>
        </pc:spChg>
        <pc:spChg chg="mod">
          <ac:chgData name="EMANUELE IOVANE" userId="15441e63-376a-4c25-a436-265d0e7c0fde" providerId="ADAL" clId="{AA08CA4F-CDBC-4E7A-8D8E-AD2EFE6D1E51}" dt="2025-06-10T15:19:57.803" v="2878"/>
          <ac:spMkLst>
            <pc:docMk/>
            <pc:sldMk cId="642473405" sldId="311"/>
            <ac:spMk id="11" creationId="{57EC1BAA-4F0B-00FE-B2E8-F3710E05E620}"/>
          </ac:spMkLst>
        </pc:spChg>
        <pc:spChg chg="mod">
          <ac:chgData name="EMANUELE IOVANE" userId="15441e63-376a-4c25-a436-265d0e7c0fde" providerId="ADAL" clId="{AA08CA4F-CDBC-4E7A-8D8E-AD2EFE6D1E51}" dt="2025-06-10T15:19:57.803" v="2878"/>
          <ac:spMkLst>
            <pc:docMk/>
            <pc:sldMk cId="642473405" sldId="311"/>
            <ac:spMk id="12" creationId="{73018712-1801-8A77-0547-1E5BE6084422}"/>
          </ac:spMkLst>
        </pc:spChg>
        <pc:spChg chg="mod">
          <ac:chgData name="EMANUELE IOVANE" userId="15441e63-376a-4c25-a436-265d0e7c0fde" providerId="ADAL" clId="{AA08CA4F-CDBC-4E7A-8D8E-AD2EFE6D1E51}" dt="2025-06-10T15:19:57.803" v="2878"/>
          <ac:spMkLst>
            <pc:docMk/>
            <pc:sldMk cId="642473405" sldId="311"/>
            <ac:spMk id="13" creationId="{13C99522-8C25-77C9-52DC-EBE641E14BA0}"/>
          </ac:spMkLst>
        </pc:spChg>
        <pc:spChg chg="mod">
          <ac:chgData name="EMANUELE IOVANE" userId="15441e63-376a-4c25-a436-265d0e7c0fde" providerId="ADAL" clId="{AA08CA4F-CDBC-4E7A-8D8E-AD2EFE6D1E51}" dt="2025-06-07T09:38:30.526" v="1013" actId="14100"/>
          <ac:spMkLst>
            <pc:docMk/>
            <pc:sldMk cId="642473405" sldId="311"/>
            <ac:spMk id="172" creationId="{BDAB8CCA-F120-73C7-AE55-1A9229AEF7E3}"/>
          </ac:spMkLst>
        </pc:spChg>
        <pc:grpChg chg="add mod">
          <ac:chgData name="EMANUELE IOVANE" userId="15441e63-376a-4c25-a436-265d0e7c0fde" providerId="ADAL" clId="{AA08CA4F-CDBC-4E7A-8D8E-AD2EFE6D1E51}" dt="2025-06-10T15:19:57.803" v="2878"/>
          <ac:grpSpMkLst>
            <pc:docMk/>
            <pc:sldMk cId="642473405" sldId="311"/>
            <ac:grpSpMk id="7" creationId="{E0224DB2-BF81-F60D-8F60-5C015352C923}"/>
          </ac:grpSpMkLst>
        </pc:grpChg>
      </pc:sldChg>
      <pc:sldChg chg="addSp delSp modSp add mod">
        <pc:chgData name="EMANUELE IOVANE" userId="15441e63-376a-4c25-a436-265d0e7c0fde" providerId="ADAL" clId="{AA08CA4F-CDBC-4E7A-8D8E-AD2EFE6D1E51}" dt="2025-06-10T15:20:02.235" v="2880"/>
        <pc:sldMkLst>
          <pc:docMk/>
          <pc:sldMk cId="1205210069" sldId="312"/>
        </pc:sldMkLst>
        <pc:spChg chg="mod">
          <ac:chgData name="EMANUELE IOVANE" userId="15441e63-376a-4c25-a436-265d0e7c0fde" providerId="ADAL" clId="{AA08CA4F-CDBC-4E7A-8D8E-AD2EFE6D1E51}" dt="2025-06-07T09:43:02.025" v="1018" actId="1076"/>
          <ac:spMkLst>
            <pc:docMk/>
            <pc:sldMk cId="1205210069" sldId="312"/>
            <ac:spMk id="4" creationId="{CD2F5B96-FF2E-F1FE-E3C1-B5770B004308}"/>
          </ac:spMkLst>
        </pc:spChg>
        <pc:spChg chg="mod">
          <ac:chgData name="EMANUELE IOVANE" userId="15441e63-376a-4c25-a436-265d0e7c0fde" providerId="ADAL" clId="{AA08CA4F-CDBC-4E7A-8D8E-AD2EFE6D1E51}" dt="2025-06-10T15:20:02.235" v="2880"/>
          <ac:spMkLst>
            <pc:docMk/>
            <pc:sldMk cId="1205210069" sldId="312"/>
            <ac:spMk id="10" creationId="{517E6D1D-4702-4972-8A1A-417D62A13871}"/>
          </ac:spMkLst>
        </pc:spChg>
        <pc:spChg chg="mod">
          <ac:chgData name="EMANUELE IOVANE" userId="15441e63-376a-4c25-a436-265d0e7c0fde" providerId="ADAL" clId="{AA08CA4F-CDBC-4E7A-8D8E-AD2EFE6D1E51}" dt="2025-06-10T15:20:02.235" v="2880"/>
          <ac:spMkLst>
            <pc:docMk/>
            <pc:sldMk cId="1205210069" sldId="312"/>
            <ac:spMk id="11" creationId="{81A8E7FB-2DC7-1292-CB1C-2CD86C4FF4CF}"/>
          </ac:spMkLst>
        </pc:spChg>
        <pc:spChg chg="mod">
          <ac:chgData name="EMANUELE IOVANE" userId="15441e63-376a-4c25-a436-265d0e7c0fde" providerId="ADAL" clId="{AA08CA4F-CDBC-4E7A-8D8E-AD2EFE6D1E51}" dt="2025-06-10T15:20:02.235" v="2880"/>
          <ac:spMkLst>
            <pc:docMk/>
            <pc:sldMk cId="1205210069" sldId="312"/>
            <ac:spMk id="12" creationId="{DDBA4CE8-E8B9-0EDD-EA2D-C66CAE81E655}"/>
          </ac:spMkLst>
        </pc:spChg>
        <pc:spChg chg="mod">
          <ac:chgData name="EMANUELE IOVANE" userId="15441e63-376a-4c25-a436-265d0e7c0fde" providerId="ADAL" clId="{AA08CA4F-CDBC-4E7A-8D8E-AD2EFE6D1E51}" dt="2025-06-10T15:20:02.235" v="2880"/>
          <ac:spMkLst>
            <pc:docMk/>
            <pc:sldMk cId="1205210069" sldId="312"/>
            <ac:spMk id="13" creationId="{A2BB0D28-A3B1-6CCF-1D27-863CD70BA623}"/>
          </ac:spMkLst>
        </pc:spChg>
        <pc:grpChg chg="add mod">
          <ac:chgData name="EMANUELE IOVANE" userId="15441e63-376a-4c25-a436-265d0e7c0fde" providerId="ADAL" clId="{AA08CA4F-CDBC-4E7A-8D8E-AD2EFE6D1E51}" dt="2025-06-10T15:20:02.235" v="2880"/>
          <ac:grpSpMkLst>
            <pc:docMk/>
            <pc:sldMk cId="1205210069" sldId="312"/>
            <ac:grpSpMk id="7" creationId="{8FF03190-6880-FF4A-E84A-ABBF50EADB62}"/>
          </ac:grpSpMkLst>
        </pc:grpChg>
        <pc:picChg chg="mod">
          <ac:chgData name="EMANUELE IOVANE" userId="15441e63-376a-4c25-a436-265d0e7c0fde" providerId="ADAL" clId="{AA08CA4F-CDBC-4E7A-8D8E-AD2EFE6D1E51}" dt="2025-06-07T09:43:11.385" v="1019" actId="14826"/>
          <ac:picMkLst>
            <pc:docMk/>
            <pc:sldMk cId="1205210069" sldId="312"/>
            <ac:picMk id="8" creationId="{1F8EF7C6-70F1-4BAD-18A3-CAF36C3A1B96}"/>
          </ac:picMkLst>
        </pc:picChg>
      </pc:sldChg>
      <pc:sldChg chg="addSp delSp modSp add mod">
        <pc:chgData name="EMANUELE IOVANE" userId="15441e63-376a-4c25-a436-265d0e7c0fde" providerId="ADAL" clId="{AA08CA4F-CDBC-4E7A-8D8E-AD2EFE6D1E51}" dt="2025-06-10T15:20:07.653" v="2882"/>
        <pc:sldMkLst>
          <pc:docMk/>
          <pc:sldMk cId="2478704757" sldId="313"/>
        </pc:sldMkLst>
        <pc:spChg chg="mod">
          <ac:chgData name="EMANUELE IOVANE" userId="15441e63-376a-4c25-a436-265d0e7c0fde" providerId="ADAL" clId="{AA08CA4F-CDBC-4E7A-8D8E-AD2EFE6D1E51}" dt="2025-06-07T09:46:07.046" v="1021" actId="14100"/>
          <ac:spMkLst>
            <pc:docMk/>
            <pc:sldMk cId="2478704757" sldId="313"/>
            <ac:spMk id="5" creationId="{A4E37703-A74A-08FC-5E64-B1534E7DD95A}"/>
          </ac:spMkLst>
        </pc:spChg>
        <pc:spChg chg="mod">
          <ac:chgData name="EMANUELE IOVANE" userId="15441e63-376a-4c25-a436-265d0e7c0fde" providerId="ADAL" clId="{AA08CA4F-CDBC-4E7A-8D8E-AD2EFE6D1E51}" dt="2025-06-10T15:20:07.653" v="2882"/>
          <ac:spMkLst>
            <pc:docMk/>
            <pc:sldMk cId="2478704757" sldId="313"/>
            <ac:spMk id="10" creationId="{AE2C96C9-ACC5-CE2E-AAC8-858B61A6C501}"/>
          </ac:spMkLst>
        </pc:spChg>
        <pc:spChg chg="mod">
          <ac:chgData name="EMANUELE IOVANE" userId="15441e63-376a-4c25-a436-265d0e7c0fde" providerId="ADAL" clId="{AA08CA4F-CDBC-4E7A-8D8E-AD2EFE6D1E51}" dt="2025-06-10T15:20:07.653" v="2882"/>
          <ac:spMkLst>
            <pc:docMk/>
            <pc:sldMk cId="2478704757" sldId="313"/>
            <ac:spMk id="11" creationId="{A22BA5EE-498E-823A-F924-9720E717D56B}"/>
          </ac:spMkLst>
        </pc:spChg>
        <pc:spChg chg="mod">
          <ac:chgData name="EMANUELE IOVANE" userId="15441e63-376a-4c25-a436-265d0e7c0fde" providerId="ADAL" clId="{AA08CA4F-CDBC-4E7A-8D8E-AD2EFE6D1E51}" dt="2025-06-10T15:20:07.653" v="2882"/>
          <ac:spMkLst>
            <pc:docMk/>
            <pc:sldMk cId="2478704757" sldId="313"/>
            <ac:spMk id="12" creationId="{ADD5EC76-1A01-C1E6-0923-5C6F97B7CC02}"/>
          </ac:spMkLst>
        </pc:spChg>
        <pc:spChg chg="mod">
          <ac:chgData name="EMANUELE IOVANE" userId="15441e63-376a-4c25-a436-265d0e7c0fde" providerId="ADAL" clId="{AA08CA4F-CDBC-4E7A-8D8E-AD2EFE6D1E51}" dt="2025-06-10T15:20:07.653" v="2882"/>
          <ac:spMkLst>
            <pc:docMk/>
            <pc:sldMk cId="2478704757" sldId="313"/>
            <ac:spMk id="13" creationId="{2160090E-12EF-A762-85BA-335257EECF85}"/>
          </ac:spMkLst>
        </pc:spChg>
        <pc:grpChg chg="add mod">
          <ac:chgData name="EMANUELE IOVANE" userId="15441e63-376a-4c25-a436-265d0e7c0fde" providerId="ADAL" clId="{AA08CA4F-CDBC-4E7A-8D8E-AD2EFE6D1E51}" dt="2025-06-10T15:20:07.653" v="2882"/>
          <ac:grpSpMkLst>
            <pc:docMk/>
            <pc:sldMk cId="2478704757" sldId="313"/>
            <ac:grpSpMk id="7" creationId="{50D74F2D-8A98-CDAF-CF9E-F60A027558E6}"/>
          </ac:grpSpMkLst>
        </pc:grpChg>
        <pc:picChg chg="mod">
          <ac:chgData name="EMANUELE IOVANE" userId="15441e63-376a-4c25-a436-265d0e7c0fde" providerId="ADAL" clId="{AA08CA4F-CDBC-4E7A-8D8E-AD2EFE6D1E51}" dt="2025-06-07T09:45:36.026" v="1020" actId="14826"/>
          <ac:picMkLst>
            <pc:docMk/>
            <pc:sldMk cId="2478704757" sldId="313"/>
            <ac:picMk id="8" creationId="{234B6DE0-5CB1-F457-34B3-85764244F53C}"/>
          </ac:picMkLst>
        </pc:picChg>
      </pc:sldChg>
      <pc:sldChg chg="addSp modSp add mod">
        <pc:chgData name="EMANUELE IOVANE" userId="15441e63-376a-4c25-a436-265d0e7c0fde" providerId="ADAL" clId="{AA08CA4F-CDBC-4E7A-8D8E-AD2EFE6D1E51}" dt="2025-06-11T16:51:01.520" v="8530" actId="14100"/>
        <pc:sldMkLst>
          <pc:docMk/>
          <pc:sldMk cId="3148275453" sldId="314"/>
        </pc:sldMkLst>
        <pc:spChg chg="mod">
          <ac:chgData name="EMANUELE IOVANE" userId="15441e63-376a-4c25-a436-265d0e7c0fde" providerId="ADAL" clId="{AA08CA4F-CDBC-4E7A-8D8E-AD2EFE6D1E51}" dt="2025-06-11T09:43:17.459" v="3886" actId="20577"/>
          <ac:spMkLst>
            <pc:docMk/>
            <pc:sldMk cId="3148275453" sldId="314"/>
            <ac:spMk id="166" creationId="{034C5D04-90BF-78CF-3F79-1FDBF37B9E8A}"/>
          </ac:spMkLst>
        </pc:spChg>
        <pc:spChg chg="mod">
          <ac:chgData name="EMANUELE IOVANE" userId="15441e63-376a-4c25-a436-265d0e7c0fde" providerId="ADAL" clId="{AA08CA4F-CDBC-4E7A-8D8E-AD2EFE6D1E51}" dt="2025-06-10T14:21:31.572" v="1376" actId="20577"/>
          <ac:spMkLst>
            <pc:docMk/>
            <pc:sldMk cId="3148275453" sldId="314"/>
            <ac:spMk id="167" creationId="{3763E5C8-CF44-5688-7F91-26DE6EC65118}"/>
          </ac:spMkLst>
        </pc:spChg>
        <pc:picChg chg="add mod">
          <ac:chgData name="EMANUELE IOVANE" userId="15441e63-376a-4c25-a436-265d0e7c0fde" providerId="ADAL" clId="{AA08CA4F-CDBC-4E7A-8D8E-AD2EFE6D1E51}" dt="2025-06-11T16:51:01.520" v="8530" actId="14100"/>
          <ac:picMkLst>
            <pc:docMk/>
            <pc:sldMk cId="3148275453" sldId="314"/>
            <ac:picMk id="2" creationId="{E67868D6-521E-D1CE-83E1-BCC00B493746}"/>
          </ac:picMkLst>
        </pc:picChg>
      </pc:sldChg>
      <pc:sldChg chg="addSp delSp modSp add mod">
        <pc:chgData name="EMANUELE IOVANE" userId="15441e63-376a-4c25-a436-265d0e7c0fde" providerId="ADAL" clId="{AA08CA4F-CDBC-4E7A-8D8E-AD2EFE6D1E51}" dt="2025-06-10T15:26:28.871" v="3000"/>
        <pc:sldMkLst>
          <pc:docMk/>
          <pc:sldMk cId="4088813957" sldId="315"/>
        </pc:sldMkLst>
        <pc:spChg chg="mod">
          <ac:chgData name="EMANUELE IOVANE" userId="15441e63-376a-4c25-a436-265d0e7c0fde" providerId="ADAL" clId="{AA08CA4F-CDBC-4E7A-8D8E-AD2EFE6D1E51}" dt="2025-06-10T14:21:52.468" v="1414" actId="20577"/>
          <ac:spMkLst>
            <pc:docMk/>
            <pc:sldMk cId="4088813957" sldId="315"/>
            <ac:spMk id="9" creationId="{ABFB86FE-8B3D-532B-EF2C-DEC0A4E8C6D5}"/>
          </ac:spMkLst>
        </pc:spChg>
        <pc:spChg chg="add mod">
          <ac:chgData name="EMANUELE IOVANE" userId="15441e63-376a-4c25-a436-265d0e7c0fde" providerId="ADAL" clId="{AA08CA4F-CDBC-4E7A-8D8E-AD2EFE6D1E51}" dt="2025-06-10T15:03:09.363" v="2149" actId="1036"/>
          <ac:spMkLst>
            <pc:docMk/>
            <pc:sldMk cId="4088813957" sldId="315"/>
            <ac:spMk id="14" creationId="{AF70587D-56BD-267B-51EE-10BC4ECFDC6D}"/>
          </ac:spMkLst>
        </pc:spChg>
        <pc:spChg chg="add mod">
          <ac:chgData name="EMANUELE IOVANE" userId="15441e63-376a-4c25-a436-265d0e7c0fde" providerId="ADAL" clId="{AA08CA4F-CDBC-4E7A-8D8E-AD2EFE6D1E51}" dt="2025-06-10T15:08:28.633" v="2284" actId="1076"/>
          <ac:spMkLst>
            <pc:docMk/>
            <pc:sldMk cId="4088813957" sldId="315"/>
            <ac:spMk id="15" creationId="{058D2219-382E-D909-2A83-E75E8214AC8D}"/>
          </ac:spMkLst>
        </pc:spChg>
        <pc:spChg chg="add mod">
          <ac:chgData name="EMANUELE IOVANE" userId="15441e63-376a-4c25-a436-265d0e7c0fde" providerId="ADAL" clId="{AA08CA4F-CDBC-4E7A-8D8E-AD2EFE6D1E51}" dt="2025-06-10T15:09:07.738" v="2387" actId="1038"/>
          <ac:spMkLst>
            <pc:docMk/>
            <pc:sldMk cId="4088813957" sldId="315"/>
            <ac:spMk id="20" creationId="{19F4CF33-4472-D096-8DE1-5DE92622E505}"/>
          </ac:spMkLst>
        </pc:spChg>
        <pc:spChg chg="mod">
          <ac:chgData name="EMANUELE IOVANE" userId="15441e63-376a-4c25-a436-265d0e7c0fde" providerId="ADAL" clId="{AA08CA4F-CDBC-4E7A-8D8E-AD2EFE6D1E51}" dt="2025-06-10T15:26:28.871" v="3000"/>
          <ac:spMkLst>
            <pc:docMk/>
            <pc:sldMk cId="4088813957" sldId="315"/>
            <ac:spMk id="29" creationId="{75E5CF55-C119-B3C5-E460-AB464DC3C672}"/>
          </ac:spMkLst>
        </pc:spChg>
        <pc:spChg chg="mod">
          <ac:chgData name="EMANUELE IOVANE" userId="15441e63-376a-4c25-a436-265d0e7c0fde" providerId="ADAL" clId="{AA08CA4F-CDBC-4E7A-8D8E-AD2EFE6D1E51}" dt="2025-06-10T15:26:28.871" v="3000"/>
          <ac:spMkLst>
            <pc:docMk/>
            <pc:sldMk cId="4088813957" sldId="315"/>
            <ac:spMk id="30" creationId="{2AEE8CDC-134A-1AEB-A691-9E050ACD90DC}"/>
          </ac:spMkLst>
        </pc:spChg>
        <pc:spChg chg="mod">
          <ac:chgData name="EMANUELE IOVANE" userId="15441e63-376a-4c25-a436-265d0e7c0fde" providerId="ADAL" clId="{AA08CA4F-CDBC-4E7A-8D8E-AD2EFE6D1E51}" dt="2025-06-10T15:26:28.871" v="3000"/>
          <ac:spMkLst>
            <pc:docMk/>
            <pc:sldMk cId="4088813957" sldId="315"/>
            <ac:spMk id="31" creationId="{1645556B-BF03-D536-612D-89FD340FE758}"/>
          </ac:spMkLst>
        </pc:spChg>
        <pc:spChg chg="mod">
          <ac:chgData name="EMANUELE IOVANE" userId="15441e63-376a-4c25-a436-265d0e7c0fde" providerId="ADAL" clId="{AA08CA4F-CDBC-4E7A-8D8E-AD2EFE6D1E51}" dt="2025-06-10T15:26:28.871" v="3000"/>
          <ac:spMkLst>
            <pc:docMk/>
            <pc:sldMk cId="4088813957" sldId="315"/>
            <ac:spMk id="32" creationId="{22CE69B5-718D-6322-0EB7-24BF67C957BC}"/>
          </ac:spMkLst>
        </pc:spChg>
        <pc:spChg chg="mod">
          <ac:chgData name="EMANUELE IOVANE" userId="15441e63-376a-4c25-a436-265d0e7c0fde" providerId="ADAL" clId="{AA08CA4F-CDBC-4E7A-8D8E-AD2EFE6D1E51}" dt="2025-06-10T15:26:28.871" v="3000"/>
          <ac:spMkLst>
            <pc:docMk/>
            <pc:sldMk cId="4088813957" sldId="315"/>
            <ac:spMk id="33" creationId="{56C9B098-3A0C-4FE9-2E7B-232F123246DC}"/>
          </ac:spMkLst>
        </pc:spChg>
        <pc:spChg chg="mod">
          <ac:chgData name="EMANUELE IOVANE" userId="15441e63-376a-4c25-a436-265d0e7c0fde" providerId="ADAL" clId="{AA08CA4F-CDBC-4E7A-8D8E-AD2EFE6D1E51}" dt="2025-06-10T14:59:15.378" v="2049" actId="1076"/>
          <ac:spMkLst>
            <pc:docMk/>
            <pc:sldMk cId="4088813957" sldId="315"/>
            <ac:spMk id="172" creationId="{97CEAFB8-36BF-44A7-F5F3-F43D073F7A8B}"/>
          </ac:spMkLst>
        </pc:spChg>
        <pc:spChg chg="mod">
          <ac:chgData name="EMANUELE IOVANE" userId="15441e63-376a-4c25-a436-265d0e7c0fde" providerId="ADAL" clId="{AA08CA4F-CDBC-4E7A-8D8E-AD2EFE6D1E51}" dt="2025-06-10T14:52:59.295" v="1748" actId="20577"/>
          <ac:spMkLst>
            <pc:docMk/>
            <pc:sldMk cId="4088813957" sldId="315"/>
            <ac:spMk id="173" creationId="{E90A5509-74FF-240F-3CCD-4D8D2EED35DC}"/>
          </ac:spMkLst>
        </pc:spChg>
        <pc:grpChg chg="add mod">
          <ac:chgData name="EMANUELE IOVANE" userId="15441e63-376a-4c25-a436-265d0e7c0fde" providerId="ADAL" clId="{AA08CA4F-CDBC-4E7A-8D8E-AD2EFE6D1E51}" dt="2025-06-10T15:26:28.871" v="3000"/>
          <ac:grpSpMkLst>
            <pc:docMk/>
            <pc:sldMk cId="4088813957" sldId="315"/>
            <ac:grpSpMk id="28" creationId="{E78FB321-0707-1C69-8A13-D8258CFE2BC9}"/>
          </ac:grpSpMkLst>
        </pc:grpChg>
        <pc:picChg chg="add mod">
          <ac:chgData name="EMANUELE IOVANE" userId="15441e63-376a-4c25-a436-265d0e7c0fde" providerId="ADAL" clId="{AA08CA4F-CDBC-4E7A-8D8E-AD2EFE6D1E51}" dt="2025-06-10T15:05:07.515" v="2177" actId="1076"/>
          <ac:picMkLst>
            <pc:docMk/>
            <pc:sldMk cId="4088813957" sldId="315"/>
            <ac:picMk id="17" creationId="{980219CC-CA0F-1C91-2D29-62C2DAF2716B}"/>
          </ac:picMkLst>
        </pc:picChg>
        <pc:picChg chg="add mod">
          <ac:chgData name="EMANUELE IOVANE" userId="15441e63-376a-4c25-a436-265d0e7c0fde" providerId="ADAL" clId="{AA08CA4F-CDBC-4E7A-8D8E-AD2EFE6D1E51}" dt="2025-06-10T15:14:06.160" v="2833" actId="1036"/>
          <ac:picMkLst>
            <pc:docMk/>
            <pc:sldMk cId="4088813957" sldId="315"/>
            <ac:picMk id="19" creationId="{E44911CE-8E84-C8FB-94A2-34E0CD7A3687}"/>
          </ac:picMkLst>
        </pc:picChg>
      </pc:sldChg>
      <pc:sldChg chg="addSp modSp add mod">
        <pc:chgData name="EMANUELE IOVANE" userId="15441e63-376a-4c25-a436-265d0e7c0fde" providerId="ADAL" clId="{AA08CA4F-CDBC-4E7A-8D8E-AD2EFE6D1E51}" dt="2025-06-11T17:00:06.218" v="8542" actId="14100"/>
        <pc:sldMkLst>
          <pc:docMk/>
          <pc:sldMk cId="2107823252" sldId="316"/>
        </pc:sldMkLst>
        <pc:spChg chg="mod">
          <ac:chgData name="EMANUELE IOVANE" userId="15441e63-376a-4c25-a436-265d0e7c0fde" providerId="ADAL" clId="{AA08CA4F-CDBC-4E7A-8D8E-AD2EFE6D1E51}" dt="2025-06-10T14:22:12.768" v="1450" actId="20577"/>
          <ac:spMkLst>
            <pc:docMk/>
            <pc:sldMk cId="2107823252" sldId="316"/>
            <ac:spMk id="166" creationId="{62A1B222-1289-62BC-6E95-62868C70A23A}"/>
          </ac:spMkLst>
        </pc:spChg>
        <pc:spChg chg="mod">
          <ac:chgData name="EMANUELE IOVANE" userId="15441e63-376a-4c25-a436-265d0e7c0fde" providerId="ADAL" clId="{AA08CA4F-CDBC-4E7A-8D8E-AD2EFE6D1E51}" dt="2025-06-10T14:22:02.832" v="1417" actId="20577"/>
          <ac:spMkLst>
            <pc:docMk/>
            <pc:sldMk cId="2107823252" sldId="316"/>
            <ac:spMk id="167" creationId="{43807C73-B5B2-896D-DB89-8E6E39B8BA24}"/>
          </ac:spMkLst>
        </pc:spChg>
        <pc:picChg chg="add mod">
          <ac:chgData name="EMANUELE IOVANE" userId="15441e63-376a-4c25-a436-265d0e7c0fde" providerId="ADAL" clId="{AA08CA4F-CDBC-4E7A-8D8E-AD2EFE6D1E51}" dt="2025-06-11T17:00:06.218" v="8542" actId="14100"/>
          <ac:picMkLst>
            <pc:docMk/>
            <pc:sldMk cId="2107823252" sldId="316"/>
            <ac:picMk id="2" creationId="{DD98752D-89CA-5554-1BE5-B73015453FC3}"/>
          </ac:picMkLst>
        </pc:picChg>
      </pc:sldChg>
      <pc:sldChg chg="addSp delSp modSp add mod">
        <pc:chgData name="EMANUELE IOVANE" userId="15441e63-376a-4c25-a436-265d0e7c0fde" providerId="ADAL" clId="{AA08CA4F-CDBC-4E7A-8D8E-AD2EFE6D1E51}" dt="2025-06-11T16:59:58.983" v="8541" actId="14100"/>
        <pc:sldMkLst>
          <pc:docMk/>
          <pc:sldMk cId="1836048192" sldId="317"/>
        </pc:sldMkLst>
        <pc:picChg chg="add del mod">
          <ac:chgData name="EMANUELE IOVANE" userId="15441e63-376a-4c25-a436-265d0e7c0fde" providerId="ADAL" clId="{AA08CA4F-CDBC-4E7A-8D8E-AD2EFE6D1E51}" dt="2025-06-11T16:49:42.883" v="8514" actId="478"/>
          <ac:picMkLst>
            <pc:docMk/>
            <pc:sldMk cId="1836048192" sldId="317"/>
            <ac:picMk id="2" creationId="{DC075A20-5D94-6C67-2452-6D42B147A97E}"/>
          </ac:picMkLst>
        </pc:picChg>
        <pc:picChg chg="add mod">
          <ac:chgData name="EMANUELE IOVANE" userId="15441e63-376a-4c25-a436-265d0e7c0fde" providerId="ADAL" clId="{AA08CA4F-CDBC-4E7A-8D8E-AD2EFE6D1E51}" dt="2025-06-11T16:59:58.983" v="8541" actId="14100"/>
          <ac:picMkLst>
            <pc:docMk/>
            <pc:sldMk cId="1836048192" sldId="317"/>
            <ac:picMk id="4" creationId="{A7158624-A52F-1CEB-4AFF-4339824B4AF5}"/>
          </ac:picMkLst>
        </pc:picChg>
      </pc:sldChg>
      <pc:sldChg chg="modSp add del mod">
        <pc:chgData name="EMANUELE IOVANE" userId="15441e63-376a-4c25-a436-265d0e7c0fde" providerId="ADAL" clId="{AA08CA4F-CDBC-4E7A-8D8E-AD2EFE6D1E51}" dt="2025-06-10T14:48:39.023" v="1732" actId="2696"/>
        <pc:sldMkLst>
          <pc:docMk/>
          <pc:sldMk cId="2833714400" sldId="317"/>
        </pc:sldMkLst>
      </pc:sldChg>
      <pc:sldChg chg="addSp modSp add mod">
        <pc:chgData name="EMANUELE IOVANE" userId="15441e63-376a-4c25-a436-265d0e7c0fde" providerId="ADAL" clId="{AA08CA4F-CDBC-4E7A-8D8E-AD2EFE6D1E51}" dt="2025-06-11T16:58:54.395" v="8536"/>
        <pc:sldMkLst>
          <pc:docMk/>
          <pc:sldMk cId="32396242" sldId="318"/>
        </pc:sldMkLst>
        <pc:spChg chg="mod">
          <ac:chgData name="EMANUELE IOVANE" userId="15441e63-376a-4c25-a436-265d0e7c0fde" providerId="ADAL" clId="{AA08CA4F-CDBC-4E7A-8D8E-AD2EFE6D1E51}" dt="2025-06-10T14:23:11.208" v="1520" actId="20577"/>
          <ac:spMkLst>
            <pc:docMk/>
            <pc:sldMk cId="32396242" sldId="318"/>
            <ac:spMk id="166" creationId="{7C1AE237-EB36-EA12-BDFD-DD7BAA0D5CE4}"/>
          </ac:spMkLst>
        </pc:spChg>
        <pc:spChg chg="mod">
          <ac:chgData name="EMANUELE IOVANE" userId="15441e63-376a-4c25-a436-265d0e7c0fde" providerId="ADAL" clId="{AA08CA4F-CDBC-4E7A-8D8E-AD2EFE6D1E51}" dt="2025-06-10T14:23:03.569" v="1506" actId="20577"/>
          <ac:spMkLst>
            <pc:docMk/>
            <pc:sldMk cId="32396242" sldId="318"/>
            <ac:spMk id="167" creationId="{040040AD-87AC-E9CF-CE30-6DFDCED94801}"/>
          </ac:spMkLst>
        </pc:spChg>
        <pc:picChg chg="add mod">
          <ac:chgData name="EMANUELE IOVANE" userId="15441e63-376a-4c25-a436-265d0e7c0fde" providerId="ADAL" clId="{AA08CA4F-CDBC-4E7A-8D8E-AD2EFE6D1E51}" dt="2025-06-11T16:58:54.395" v="8536"/>
          <ac:picMkLst>
            <pc:docMk/>
            <pc:sldMk cId="32396242" sldId="318"/>
            <ac:picMk id="2" creationId="{BE6B0A49-3030-84FC-B16C-B305952A533F}"/>
          </ac:picMkLst>
        </pc:picChg>
      </pc:sldChg>
      <pc:sldChg chg="addSp modSp add mod">
        <pc:chgData name="EMANUELE IOVANE" userId="15441e63-376a-4c25-a436-265d0e7c0fde" providerId="ADAL" clId="{AA08CA4F-CDBC-4E7A-8D8E-AD2EFE6D1E51}" dt="2025-06-11T16:59:49.636" v="8539" actId="1076"/>
        <pc:sldMkLst>
          <pc:docMk/>
          <pc:sldMk cId="893746467" sldId="319"/>
        </pc:sldMkLst>
        <pc:spChg chg="mod">
          <ac:chgData name="EMANUELE IOVANE" userId="15441e63-376a-4c25-a436-265d0e7c0fde" providerId="ADAL" clId="{AA08CA4F-CDBC-4E7A-8D8E-AD2EFE6D1E51}" dt="2025-06-10T14:23:19.168" v="1534" actId="20577"/>
          <ac:spMkLst>
            <pc:docMk/>
            <pc:sldMk cId="893746467" sldId="319"/>
            <ac:spMk id="166" creationId="{BAEC7AFF-244A-874F-09B4-89ECFA5A6AA6}"/>
          </ac:spMkLst>
        </pc:spChg>
        <pc:spChg chg="mod">
          <ac:chgData name="EMANUELE IOVANE" userId="15441e63-376a-4c25-a436-265d0e7c0fde" providerId="ADAL" clId="{AA08CA4F-CDBC-4E7A-8D8E-AD2EFE6D1E51}" dt="2025-06-10T14:23:21.565" v="1536" actId="20577"/>
          <ac:spMkLst>
            <pc:docMk/>
            <pc:sldMk cId="893746467" sldId="319"/>
            <ac:spMk id="167" creationId="{B8F9BC62-81C5-7951-7A17-B53E5F5D69CE}"/>
          </ac:spMkLst>
        </pc:spChg>
        <pc:picChg chg="add mod">
          <ac:chgData name="EMANUELE IOVANE" userId="15441e63-376a-4c25-a436-265d0e7c0fde" providerId="ADAL" clId="{AA08CA4F-CDBC-4E7A-8D8E-AD2EFE6D1E51}" dt="2025-06-11T16:59:49.636" v="8539" actId="1076"/>
          <ac:picMkLst>
            <pc:docMk/>
            <pc:sldMk cId="893746467" sldId="319"/>
            <ac:picMk id="3" creationId="{BE5FC22C-D247-90A3-93ED-72AA31AE74C1}"/>
          </ac:picMkLst>
        </pc:picChg>
      </pc:sldChg>
      <pc:sldChg chg="modSp add del mod ord">
        <pc:chgData name="EMANUELE IOVANE" userId="15441e63-376a-4c25-a436-265d0e7c0fde" providerId="ADAL" clId="{AA08CA4F-CDBC-4E7A-8D8E-AD2EFE6D1E51}" dt="2025-06-11T16:43:07.128" v="8513" actId="47"/>
        <pc:sldMkLst>
          <pc:docMk/>
          <pc:sldMk cId="2722902135" sldId="320"/>
        </pc:sldMkLst>
      </pc:sldChg>
      <pc:sldChg chg="addSp modSp add del mod">
        <pc:chgData name="EMANUELE IOVANE" userId="15441e63-376a-4c25-a436-265d0e7c0fde" providerId="ADAL" clId="{AA08CA4F-CDBC-4E7A-8D8E-AD2EFE6D1E51}" dt="2025-06-11T17:17:08.447" v="8952" actId="47"/>
        <pc:sldMkLst>
          <pc:docMk/>
          <pc:sldMk cId="887000389" sldId="321"/>
        </pc:sldMkLst>
        <pc:spChg chg="mod">
          <ac:chgData name="EMANUELE IOVANE" userId="15441e63-376a-4c25-a436-265d0e7c0fde" providerId="ADAL" clId="{AA08CA4F-CDBC-4E7A-8D8E-AD2EFE6D1E51}" dt="2025-06-11T15:04:41.978" v="5264" actId="1076"/>
          <ac:spMkLst>
            <pc:docMk/>
            <pc:sldMk cId="887000389" sldId="321"/>
            <ac:spMk id="4" creationId="{C9489C8A-61E2-BA8D-456C-BBA457385B06}"/>
          </ac:spMkLst>
        </pc:spChg>
        <pc:spChg chg="add mod">
          <ac:chgData name="EMANUELE IOVANE" userId="15441e63-376a-4c25-a436-265d0e7c0fde" providerId="ADAL" clId="{AA08CA4F-CDBC-4E7A-8D8E-AD2EFE6D1E51}" dt="2025-06-11T17:04:51.419" v="8564" actId="1076"/>
          <ac:spMkLst>
            <pc:docMk/>
            <pc:sldMk cId="887000389" sldId="321"/>
            <ac:spMk id="6" creationId="{6865BF1A-7B9A-6819-4F4A-275B9B4A1A55}"/>
          </ac:spMkLst>
        </pc:spChg>
        <pc:spChg chg="mod">
          <ac:chgData name="EMANUELE IOVANE" userId="15441e63-376a-4c25-a436-265d0e7c0fde" providerId="ADAL" clId="{AA08CA4F-CDBC-4E7A-8D8E-AD2EFE6D1E51}" dt="2025-06-11T15:04:05.269" v="5234" actId="113"/>
          <ac:spMkLst>
            <pc:docMk/>
            <pc:sldMk cId="887000389" sldId="321"/>
            <ac:spMk id="172" creationId="{61A67797-7A47-9687-EEF8-5AC727584336}"/>
          </ac:spMkLst>
        </pc:spChg>
      </pc:sldChg>
      <pc:sldChg chg="addSp modSp add mod">
        <pc:chgData name="EMANUELE IOVANE" userId="15441e63-376a-4c25-a436-265d0e7c0fde" providerId="ADAL" clId="{AA08CA4F-CDBC-4E7A-8D8E-AD2EFE6D1E51}" dt="2025-06-11T17:07:02.971" v="8579" actId="1076"/>
        <pc:sldMkLst>
          <pc:docMk/>
          <pc:sldMk cId="3249012877" sldId="322"/>
        </pc:sldMkLst>
        <pc:spChg chg="add mod">
          <ac:chgData name="EMANUELE IOVANE" userId="15441e63-376a-4c25-a436-265d0e7c0fde" providerId="ADAL" clId="{AA08CA4F-CDBC-4E7A-8D8E-AD2EFE6D1E51}" dt="2025-06-11T16:18:47.080" v="7979" actId="1076"/>
          <ac:spMkLst>
            <pc:docMk/>
            <pc:sldMk cId="3249012877" sldId="322"/>
            <ac:spMk id="5" creationId="{8BE23033-22AB-0FB2-1BD5-8022FE451ED4}"/>
          </ac:spMkLst>
        </pc:spChg>
        <pc:spChg chg="mod">
          <ac:chgData name="EMANUELE IOVANE" userId="15441e63-376a-4c25-a436-265d0e7c0fde" providerId="ADAL" clId="{AA08CA4F-CDBC-4E7A-8D8E-AD2EFE6D1E51}" dt="2025-06-11T17:06:53.126" v="8578"/>
          <ac:spMkLst>
            <pc:docMk/>
            <pc:sldMk cId="3249012877" sldId="322"/>
            <ac:spMk id="7" creationId="{6B2A345B-6515-166C-17D6-7265F0251C57}"/>
          </ac:spMkLst>
        </pc:spChg>
        <pc:spChg chg="mod">
          <ac:chgData name="EMANUELE IOVANE" userId="15441e63-376a-4c25-a436-265d0e7c0fde" providerId="ADAL" clId="{AA08CA4F-CDBC-4E7A-8D8E-AD2EFE6D1E51}" dt="2025-06-11T17:06:53.126" v="8578"/>
          <ac:spMkLst>
            <pc:docMk/>
            <pc:sldMk cId="3249012877" sldId="322"/>
            <ac:spMk id="8" creationId="{F37FC4A5-D7EA-48D8-7DD7-F0B98EBB2159}"/>
          </ac:spMkLst>
        </pc:spChg>
        <pc:spChg chg="mod">
          <ac:chgData name="EMANUELE IOVANE" userId="15441e63-376a-4c25-a436-265d0e7c0fde" providerId="ADAL" clId="{AA08CA4F-CDBC-4E7A-8D8E-AD2EFE6D1E51}" dt="2025-06-10T14:23:41.499" v="1544" actId="20577"/>
          <ac:spMkLst>
            <pc:docMk/>
            <pc:sldMk cId="3249012877" sldId="322"/>
            <ac:spMk id="9" creationId="{AD3EE7D0-2583-78DB-81FA-61469D2A35B4}"/>
          </ac:spMkLst>
        </pc:spChg>
        <pc:spChg chg="mod">
          <ac:chgData name="EMANUELE IOVANE" userId="15441e63-376a-4c25-a436-265d0e7c0fde" providerId="ADAL" clId="{AA08CA4F-CDBC-4E7A-8D8E-AD2EFE6D1E51}" dt="2025-06-11T17:06:53.126" v="8578"/>
          <ac:spMkLst>
            <pc:docMk/>
            <pc:sldMk cId="3249012877" sldId="322"/>
            <ac:spMk id="10" creationId="{89DDEF8D-3733-F54C-5260-438933D0F27D}"/>
          </ac:spMkLst>
        </pc:spChg>
        <pc:spChg chg="mod">
          <ac:chgData name="EMANUELE IOVANE" userId="15441e63-376a-4c25-a436-265d0e7c0fde" providerId="ADAL" clId="{AA08CA4F-CDBC-4E7A-8D8E-AD2EFE6D1E51}" dt="2025-06-11T17:06:53.126" v="8578"/>
          <ac:spMkLst>
            <pc:docMk/>
            <pc:sldMk cId="3249012877" sldId="322"/>
            <ac:spMk id="11" creationId="{2972EDB4-BF7F-CE4B-539E-827B0AFE81F3}"/>
          </ac:spMkLst>
        </pc:spChg>
        <pc:spChg chg="mod">
          <ac:chgData name="EMANUELE IOVANE" userId="15441e63-376a-4c25-a436-265d0e7c0fde" providerId="ADAL" clId="{AA08CA4F-CDBC-4E7A-8D8E-AD2EFE6D1E51}" dt="2025-06-11T16:17:51.732" v="7944" actId="14100"/>
          <ac:spMkLst>
            <pc:docMk/>
            <pc:sldMk cId="3249012877" sldId="322"/>
            <ac:spMk id="172" creationId="{3A2558E0-DF74-6467-5B31-2EB9D5A53853}"/>
          </ac:spMkLst>
        </pc:spChg>
        <pc:grpChg chg="add mod">
          <ac:chgData name="EMANUELE IOVANE" userId="15441e63-376a-4c25-a436-265d0e7c0fde" providerId="ADAL" clId="{AA08CA4F-CDBC-4E7A-8D8E-AD2EFE6D1E51}" dt="2025-06-11T17:07:02.971" v="8579" actId="1076"/>
          <ac:grpSpMkLst>
            <pc:docMk/>
            <pc:sldMk cId="3249012877" sldId="322"/>
            <ac:grpSpMk id="6" creationId="{D622C63D-B1E8-A014-715D-020D1606768C}"/>
          </ac:grpSpMkLst>
        </pc:grpChg>
      </pc:sldChg>
      <pc:sldChg chg="addSp delSp modSp add mod">
        <pc:chgData name="EMANUELE IOVANE" userId="15441e63-376a-4c25-a436-265d0e7c0fde" providerId="ADAL" clId="{AA08CA4F-CDBC-4E7A-8D8E-AD2EFE6D1E51}" dt="2025-06-11T17:08:11.465" v="8589"/>
        <pc:sldMkLst>
          <pc:docMk/>
          <pc:sldMk cId="977785746" sldId="323"/>
        </pc:sldMkLst>
        <pc:spChg chg="add mod">
          <ac:chgData name="EMANUELE IOVANE" userId="15441e63-376a-4c25-a436-265d0e7c0fde" providerId="ADAL" clId="{AA08CA4F-CDBC-4E7A-8D8E-AD2EFE6D1E51}" dt="2025-06-11T16:27:50.378" v="8091" actId="20577"/>
          <ac:spMkLst>
            <pc:docMk/>
            <pc:sldMk cId="977785746" sldId="323"/>
            <ac:spMk id="4" creationId="{445FEB03-9C50-627C-DA10-41F7A1B5549C}"/>
          </ac:spMkLst>
        </pc:spChg>
        <pc:spChg chg="mod">
          <ac:chgData name="EMANUELE IOVANE" userId="15441e63-376a-4c25-a436-265d0e7c0fde" providerId="ADAL" clId="{AA08CA4F-CDBC-4E7A-8D8E-AD2EFE6D1E51}" dt="2025-06-11T17:07:51.554" v="8582"/>
          <ac:spMkLst>
            <pc:docMk/>
            <pc:sldMk cId="977785746" sldId="323"/>
            <ac:spMk id="6" creationId="{22E6AA97-450E-B4D6-3D6A-C20206D9E8D1}"/>
          </ac:spMkLst>
        </pc:spChg>
        <pc:spChg chg="mod">
          <ac:chgData name="EMANUELE IOVANE" userId="15441e63-376a-4c25-a436-265d0e7c0fde" providerId="ADAL" clId="{AA08CA4F-CDBC-4E7A-8D8E-AD2EFE6D1E51}" dt="2025-06-11T17:07:51.554" v="8582"/>
          <ac:spMkLst>
            <pc:docMk/>
            <pc:sldMk cId="977785746" sldId="323"/>
            <ac:spMk id="7" creationId="{ECE83151-1686-B93F-014F-5EFF96E425FE}"/>
          </ac:spMkLst>
        </pc:spChg>
        <pc:spChg chg="mod">
          <ac:chgData name="EMANUELE IOVANE" userId="15441e63-376a-4c25-a436-265d0e7c0fde" providerId="ADAL" clId="{AA08CA4F-CDBC-4E7A-8D8E-AD2EFE6D1E51}" dt="2025-06-11T17:07:51.554" v="8582"/>
          <ac:spMkLst>
            <pc:docMk/>
            <pc:sldMk cId="977785746" sldId="323"/>
            <ac:spMk id="8" creationId="{DC504F17-A63E-9306-84B4-2D21CE1098A1}"/>
          </ac:spMkLst>
        </pc:spChg>
        <pc:spChg chg="mod">
          <ac:chgData name="EMANUELE IOVANE" userId="15441e63-376a-4c25-a436-265d0e7c0fde" providerId="ADAL" clId="{AA08CA4F-CDBC-4E7A-8D8E-AD2EFE6D1E51}" dt="2025-06-10T14:23:38.207" v="1542" actId="20577"/>
          <ac:spMkLst>
            <pc:docMk/>
            <pc:sldMk cId="977785746" sldId="323"/>
            <ac:spMk id="9" creationId="{3EC5027F-5D84-7188-DBE1-716339C7A7E7}"/>
          </ac:spMkLst>
        </pc:spChg>
        <pc:spChg chg="mod">
          <ac:chgData name="EMANUELE IOVANE" userId="15441e63-376a-4c25-a436-265d0e7c0fde" providerId="ADAL" clId="{AA08CA4F-CDBC-4E7A-8D8E-AD2EFE6D1E51}" dt="2025-06-11T17:08:11.465" v="8589"/>
          <ac:spMkLst>
            <pc:docMk/>
            <pc:sldMk cId="977785746" sldId="323"/>
            <ac:spMk id="11" creationId="{EBAE294A-B5F5-7017-66E2-6F45544607F7}"/>
          </ac:spMkLst>
        </pc:spChg>
        <pc:spChg chg="mod">
          <ac:chgData name="EMANUELE IOVANE" userId="15441e63-376a-4c25-a436-265d0e7c0fde" providerId="ADAL" clId="{AA08CA4F-CDBC-4E7A-8D8E-AD2EFE6D1E51}" dt="2025-06-11T17:08:11.465" v="8589"/>
          <ac:spMkLst>
            <pc:docMk/>
            <pc:sldMk cId="977785746" sldId="323"/>
            <ac:spMk id="12" creationId="{C113EF1D-72D9-DA41-236C-91B347FF4509}"/>
          </ac:spMkLst>
        </pc:spChg>
        <pc:spChg chg="mod">
          <ac:chgData name="EMANUELE IOVANE" userId="15441e63-376a-4c25-a436-265d0e7c0fde" providerId="ADAL" clId="{AA08CA4F-CDBC-4E7A-8D8E-AD2EFE6D1E51}" dt="2025-06-11T17:08:11.465" v="8589"/>
          <ac:spMkLst>
            <pc:docMk/>
            <pc:sldMk cId="977785746" sldId="323"/>
            <ac:spMk id="13" creationId="{F0F65B81-99BD-D385-340A-D30B0DB3BE7E}"/>
          </ac:spMkLst>
        </pc:spChg>
        <pc:spChg chg="mod">
          <ac:chgData name="EMANUELE IOVANE" userId="15441e63-376a-4c25-a436-265d0e7c0fde" providerId="ADAL" clId="{AA08CA4F-CDBC-4E7A-8D8E-AD2EFE6D1E51}" dt="2025-06-11T16:31:33.653" v="8234" actId="20577"/>
          <ac:spMkLst>
            <pc:docMk/>
            <pc:sldMk cId="977785746" sldId="323"/>
            <ac:spMk id="172" creationId="{A48B05CD-F4BF-053E-4007-26620761A8FA}"/>
          </ac:spMkLst>
        </pc:spChg>
        <pc:spChg chg="mod">
          <ac:chgData name="EMANUELE IOVANE" userId="15441e63-376a-4c25-a436-265d0e7c0fde" providerId="ADAL" clId="{AA08CA4F-CDBC-4E7A-8D8E-AD2EFE6D1E51}" dt="2025-06-11T16:27:43.084" v="8080" actId="20577"/>
          <ac:spMkLst>
            <pc:docMk/>
            <pc:sldMk cId="977785746" sldId="323"/>
            <ac:spMk id="173" creationId="{4A484783-A753-CBC7-CB33-53B6F4F0F6F9}"/>
          </ac:spMkLst>
        </pc:spChg>
        <pc:grpChg chg="add del mod">
          <ac:chgData name="EMANUELE IOVANE" userId="15441e63-376a-4c25-a436-265d0e7c0fde" providerId="ADAL" clId="{AA08CA4F-CDBC-4E7A-8D8E-AD2EFE6D1E51}" dt="2025-06-11T17:08:10.211" v="8588" actId="478"/>
          <ac:grpSpMkLst>
            <pc:docMk/>
            <pc:sldMk cId="977785746" sldId="323"/>
            <ac:grpSpMk id="5" creationId="{EB9E0561-3CF4-E121-D0B2-E040560B993A}"/>
          </ac:grpSpMkLst>
        </pc:grpChg>
        <pc:grpChg chg="add mod">
          <ac:chgData name="EMANUELE IOVANE" userId="15441e63-376a-4c25-a436-265d0e7c0fde" providerId="ADAL" clId="{AA08CA4F-CDBC-4E7A-8D8E-AD2EFE6D1E51}" dt="2025-06-11T17:08:11.465" v="8589"/>
          <ac:grpSpMkLst>
            <pc:docMk/>
            <pc:sldMk cId="977785746" sldId="323"/>
            <ac:grpSpMk id="10" creationId="{B8F7EA7C-936D-DC20-91AB-97E3CA68D6E7}"/>
          </ac:grpSpMkLst>
        </pc:grpChg>
      </pc:sldChg>
      <pc:sldChg chg="addSp modSp mod modAnim">
        <pc:chgData name="EMANUELE IOVANE" userId="15441e63-376a-4c25-a436-265d0e7c0fde" providerId="ADAL" clId="{AA08CA4F-CDBC-4E7A-8D8E-AD2EFE6D1E51}" dt="2025-06-11T17:05:59.119" v="8570" actId="1076"/>
        <pc:sldMkLst>
          <pc:docMk/>
          <pc:sldMk cId="2634115630" sldId="324"/>
        </pc:sldMkLst>
        <pc:spChg chg="mod">
          <ac:chgData name="EMANUELE IOVANE" userId="15441e63-376a-4c25-a436-265d0e7c0fde" providerId="ADAL" clId="{AA08CA4F-CDBC-4E7A-8D8E-AD2EFE6D1E51}" dt="2025-06-11T15:16:52.072" v="6291" actId="20577"/>
          <ac:spMkLst>
            <pc:docMk/>
            <pc:sldMk cId="2634115630" sldId="324"/>
            <ac:spMk id="13" creationId="{B1F51CF0-D7D8-E128-E467-E69CD2159D7A}"/>
          </ac:spMkLst>
        </pc:spChg>
        <pc:spChg chg="mod">
          <ac:chgData name="EMANUELE IOVANE" userId="15441e63-376a-4c25-a436-265d0e7c0fde" providerId="ADAL" clId="{AA08CA4F-CDBC-4E7A-8D8E-AD2EFE6D1E51}" dt="2025-06-11T15:17:34.782" v="6298" actId="114"/>
          <ac:spMkLst>
            <pc:docMk/>
            <pc:sldMk cId="2634115630" sldId="324"/>
            <ac:spMk id="14" creationId="{6669025B-C503-51C4-7826-4060C87317A6}"/>
          </ac:spMkLst>
        </pc:spChg>
        <pc:spChg chg="mod">
          <ac:chgData name="EMANUELE IOVANE" userId="15441e63-376a-4c25-a436-265d0e7c0fde" providerId="ADAL" clId="{AA08CA4F-CDBC-4E7A-8D8E-AD2EFE6D1E51}" dt="2025-06-11T15:17:59.517" v="6305" actId="1076"/>
          <ac:spMkLst>
            <pc:docMk/>
            <pc:sldMk cId="2634115630" sldId="324"/>
            <ac:spMk id="15" creationId="{35AB1E3F-8622-E3C0-E16B-3B17799AF521}"/>
          </ac:spMkLst>
        </pc:spChg>
        <pc:spChg chg="mod">
          <ac:chgData name="EMANUELE IOVANE" userId="15441e63-376a-4c25-a436-265d0e7c0fde" providerId="ADAL" clId="{AA08CA4F-CDBC-4E7A-8D8E-AD2EFE6D1E51}" dt="2025-06-11T16:22:35.147" v="8037" actId="1076"/>
          <ac:spMkLst>
            <pc:docMk/>
            <pc:sldMk cId="2634115630" sldId="324"/>
            <ac:spMk id="19" creationId="{450B7D45-6FE6-F493-945C-93ED5006F3CF}"/>
          </ac:spMkLst>
        </pc:spChg>
        <pc:spChg chg="mod">
          <ac:chgData name="EMANUELE IOVANE" userId="15441e63-376a-4c25-a436-265d0e7c0fde" providerId="ADAL" clId="{AA08CA4F-CDBC-4E7A-8D8E-AD2EFE6D1E51}" dt="2025-06-11T17:05:46.898" v="8567"/>
          <ac:spMkLst>
            <pc:docMk/>
            <pc:sldMk cId="2634115630" sldId="324"/>
            <ac:spMk id="21" creationId="{A96192F8-A8C2-D99B-B910-B0BB88AF3F84}"/>
          </ac:spMkLst>
        </pc:spChg>
        <pc:spChg chg="mod">
          <ac:chgData name="EMANUELE IOVANE" userId="15441e63-376a-4c25-a436-265d0e7c0fde" providerId="ADAL" clId="{AA08CA4F-CDBC-4E7A-8D8E-AD2EFE6D1E51}" dt="2025-06-11T17:05:46.898" v="8567"/>
          <ac:spMkLst>
            <pc:docMk/>
            <pc:sldMk cId="2634115630" sldId="324"/>
            <ac:spMk id="22" creationId="{F6F6C8A4-7626-AD15-DAD5-8216A9B3545E}"/>
          </ac:spMkLst>
        </pc:spChg>
        <pc:spChg chg="mod">
          <ac:chgData name="EMANUELE IOVANE" userId="15441e63-376a-4c25-a436-265d0e7c0fde" providerId="ADAL" clId="{AA08CA4F-CDBC-4E7A-8D8E-AD2EFE6D1E51}" dt="2025-06-11T17:05:46.898" v="8567"/>
          <ac:spMkLst>
            <pc:docMk/>
            <pc:sldMk cId="2634115630" sldId="324"/>
            <ac:spMk id="23" creationId="{07E5756C-E590-6E5B-6C90-DD3F137B85F0}"/>
          </ac:spMkLst>
        </pc:spChg>
        <pc:spChg chg="mod">
          <ac:chgData name="EMANUELE IOVANE" userId="15441e63-376a-4c25-a436-265d0e7c0fde" providerId="ADAL" clId="{AA08CA4F-CDBC-4E7A-8D8E-AD2EFE6D1E51}" dt="2025-06-11T17:05:46.898" v="8567"/>
          <ac:spMkLst>
            <pc:docMk/>
            <pc:sldMk cId="2634115630" sldId="324"/>
            <ac:spMk id="24" creationId="{343C72DF-4A86-2D4A-BC04-772E52E8AD7A}"/>
          </ac:spMkLst>
        </pc:spChg>
        <pc:grpChg chg="add mod">
          <ac:chgData name="EMANUELE IOVANE" userId="15441e63-376a-4c25-a436-265d0e7c0fde" providerId="ADAL" clId="{AA08CA4F-CDBC-4E7A-8D8E-AD2EFE6D1E51}" dt="2025-06-11T17:05:59.119" v="8570" actId="1076"/>
          <ac:grpSpMkLst>
            <pc:docMk/>
            <pc:sldMk cId="2634115630" sldId="324"/>
            <ac:grpSpMk id="20" creationId="{3AD07AD9-C049-11E6-6640-6B8A5C15A46A}"/>
          </ac:grpSpMkLst>
        </pc:grpChg>
        <pc:picChg chg="mod">
          <ac:chgData name="EMANUELE IOVANE" userId="15441e63-376a-4c25-a436-265d0e7c0fde" providerId="ADAL" clId="{AA08CA4F-CDBC-4E7A-8D8E-AD2EFE6D1E51}" dt="2025-06-11T15:21:12.999" v="6317" actId="14826"/>
          <ac:picMkLst>
            <pc:docMk/>
            <pc:sldMk cId="2634115630" sldId="324"/>
            <ac:picMk id="8" creationId="{B381D385-CE1E-1F35-1E45-A6A1BA2BE702}"/>
          </ac:picMkLst>
        </pc:picChg>
        <pc:picChg chg="mod">
          <ac:chgData name="EMANUELE IOVANE" userId="15441e63-376a-4c25-a436-265d0e7c0fde" providerId="ADAL" clId="{AA08CA4F-CDBC-4E7A-8D8E-AD2EFE6D1E51}" dt="2025-06-11T15:20:51.912" v="6316" actId="14826"/>
          <ac:picMkLst>
            <pc:docMk/>
            <pc:sldMk cId="2634115630" sldId="324"/>
            <ac:picMk id="10" creationId="{7EA06B82-E8A0-11F2-774B-556951D974A6}"/>
          </ac:picMkLst>
        </pc:picChg>
        <pc:picChg chg="mod">
          <ac:chgData name="EMANUELE IOVANE" userId="15441e63-376a-4c25-a436-265d0e7c0fde" providerId="ADAL" clId="{AA08CA4F-CDBC-4E7A-8D8E-AD2EFE6D1E51}" dt="2025-06-11T17:05:50.258" v="8569" actId="1076"/>
          <ac:picMkLst>
            <pc:docMk/>
            <pc:sldMk cId="2634115630" sldId="324"/>
            <ac:picMk id="11" creationId="{D702A79D-1F8D-2641-E0FB-8ED782306166}"/>
          </ac:picMkLst>
        </pc:picChg>
        <pc:cxnChg chg="mod">
          <ac:chgData name="EMANUELE IOVANE" userId="15441e63-376a-4c25-a436-265d0e7c0fde" providerId="ADAL" clId="{AA08CA4F-CDBC-4E7A-8D8E-AD2EFE6D1E51}" dt="2025-06-11T15:18:22.434" v="6312" actId="14100"/>
          <ac:cxnSpMkLst>
            <pc:docMk/>
            <pc:sldMk cId="2634115630" sldId="324"/>
            <ac:cxnSpMk id="4" creationId="{DB0AEDE8-EABC-3BDB-46EE-6A2F148ACDC8}"/>
          </ac:cxnSpMkLst>
        </pc:cxnChg>
        <pc:cxnChg chg="mod">
          <ac:chgData name="EMANUELE IOVANE" userId="15441e63-376a-4c25-a436-265d0e7c0fde" providerId="ADAL" clId="{AA08CA4F-CDBC-4E7A-8D8E-AD2EFE6D1E51}" dt="2025-06-11T17:05:50.258" v="8569" actId="1076"/>
          <ac:cxnSpMkLst>
            <pc:docMk/>
            <pc:sldMk cId="2634115630" sldId="324"/>
            <ac:cxnSpMk id="5" creationId="{DDA873E4-BA35-3C22-1239-547CE197B58C}"/>
          </ac:cxnSpMkLst>
        </pc:cxnChg>
        <pc:cxnChg chg="mod">
          <ac:chgData name="EMANUELE IOVANE" userId="15441e63-376a-4c25-a436-265d0e7c0fde" providerId="ADAL" clId="{AA08CA4F-CDBC-4E7A-8D8E-AD2EFE6D1E51}" dt="2025-06-11T16:24:59.567" v="8040" actId="14100"/>
          <ac:cxnSpMkLst>
            <pc:docMk/>
            <pc:sldMk cId="2634115630" sldId="324"/>
            <ac:cxnSpMk id="16" creationId="{C89FE375-77C0-8444-FF61-EEF61AE56631}"/>
          </ac:cxnSpMkLst>
        </pc:cxnChg>
      </pc:sldChg>
      <pc:sldChg chg="addSp modSp mod modAnim">
        <pc:chgData name="EMANUELE IOVANE" userId="15441e63-376a-4c25-a436-265d0e7c0fde" providerId="ADAL" clId="{AA08CA4F-CDBC-4E7A-8D8E-AD2EFE6D1E51}" dt="2025-06-11T17:06:05.511" v="8572"/>
        <pc:sldMkLst>
          <pc:docMk/>
          <pc:sldMk cId="2582507056" sldId="325"/>
        </pc:sldMkLst>
        <pc:spChg chg="mod">
          <ac:chgData name="EMANUELE IOVANE" userId="15441e63-376a-4c25-a436-265d0e7c0fde" providerId="ADAL" clId="{AA08CA4F-CDBC-4E7A-8D8E-AD2EFE6D1E51}" dt="2025-06-11T17:06:05.511" v="8572"/>
          <ac:spMkLst>
            <pc:docMk/>
            <pc:sldMk cId="2582507056" sldId="325"/>
            <ac:spMk id="9" creationId="{88080382-D47A-2F34-2197-C9F85C0E0CDB}"/>
          </ac:spMkLst>
        </pc:spChg>
        <pc:spChg chg="mod">
          <ac:chgData name="EMANUELE IOVANE" userId="15441e63-376a-4c25-a436-265d0e7c0fde" providerId="ADAL" clId="{AA08CA4F-CDBC-4E7A-8D8E-AD2EFE6D1E51}" dt="2025-06-11T15:34:26.243" v="6479" actId="20577"/>
          <ac:spMkLst>
            <pc:docMk/>
            <pc:sldMk cId="2582507056" sldId="325"/>
            <ac:spMk id="11" creationId="{726DC881-8FB3-03DD-87BB-835D6C3C6E45}"/>
          </ac:spMkLst>
        </pc:spChg>
        <pc:spChg chg="mod">
          <ac:chgData name="EMANUELE IOVANE" userId="15441e63-376a-4c25-a436-265d0e7c0fde" providerId="ADAL" clId="{AA08CA4F-CDBC-4E7A-8D8E-AD2EFE6D1E51}" dt="2025-06-11T15:35:47.121" v="6483" actId="114"/>
          <ac:spMkLst>
            <pc:docMk/>
            <pc:sldMk cId="2582507056" sldId="325"/>
            <ac:spMk id="12" creationId="{D14E451E-5408-B776-6F80-1A7BFF1BE728}"/>
          </ac:spMkLst>
        </pc:spChg>
        <pc:spChg chg="mod">
          <ac:chgData name="EMANUELE IOVANE" userId="15441e63-376a-4c25-a436-265d0e7c0fde" providerId="ADAL" clId="{AA08CA4F-CDBC-4E7A-8D8E-AD2EFE6D1E51}" dt="2025-06-11T15:34:25.033" v="6478" actId="14100"/>
          <ac:spMkLst>
            <pc:docMk/>
            <pc:sldMk cId="2582507056" sldId="325"/>
            <ac:spMk id="16" creationId="{40F89E9F-EF35-0B21-9C36-25E1A328D598}"/>
          </ac:spMkLst>
        </pc:spChg>
        <pc:spChg chg="mod">
          <ac:chgData name="EMANUELE IOVANE" userId="15441e63-376a-4c25-a436-265d0e7c0fde" providerId="ADAL" clId="{AA08CA4F-CDBC-4E7A-8D8E-AD2EFE6D1E51}" dt="2025-06-11T17:06:05.511" v="8572"/>
          <ac:spMkLst>
            <pc:docMk/>
            <pc:sldMk cId="2582507056" sldId="325"/>
            <ac:spMk id="17" creationId="{E37E88CE-A469-8678-1280-0B7299485718}"/>
          </ac:spMkLst>
        </pc:spChg>
        <pc:spChg chg="mod">
          <ac:chgData name="EMANUELE IOVANE" userId="15441e63-376a-4c25-a436-265d0e7c0fde" providerId="ADAL" clId="{AA08CA4F-CDBC-4E7A-8D8E-AD2EFE6D1E51}" dt="2025-06-11T17:06:05.511" v="8572"/>
          <ac:spMkLst>
            <pc:docMk/>
            <pc:sldMk cId="2582507056" sldId="325"/>
            <ac:spMk id="18" creationId="{ACAE76A0-F795-014D-E2AB-EC67105C4C68}"/>
          </ac:spMkLst>
        </pc:spChg>
        <pc:spChg chg="mod">
          <ac:chgData name="EMANUELE IOVANE" userId="15441e63-376a-4c25-a436-265d0e7c0fde" providerId="ADAL" clId="{AA08CA4F-CDBC-4E7A-8D8E-AD2EFE6D1E51}" dt="2025-06-11T17:06:05.511" v="8572"/>
          <ac:spMkLst>
            <pc:docMk/>
            <pc:sldMk cId="2582507056" sldId="325"/>
            <ac:spMk id="19" creationId="{1DCA012A-7FD8-2C14-0C7D-39FC38C0CA29}"/>
          </ac:spMkLst>
        </pc:spChg>
        <pc:grpChg chg="add mod">
          <ac:chgData name="EMANUELE IOVANE" userId="15441e63-376a-4c25-a436-265d0e7c0fde" providerId="ADAL" clId="{AA08CA4F-CDBC-4E7A-8D8E-AD2EFE6D1E51}" dt="2025-06-11T17:06:05.511" v="8572"/>
          <ac:grpSpMkLst>
            <pc:docMk/>
            <pc:sldMk cId="2582507056" sldId="325"/>
            <ac:grpSpMk id="7" creationId="{3A37FAFF-019C-16F4-307A-B6674A2FFF96}"/>
          </ac:grpSpMkLst>
        </pc:grpChg>
        <pc:picChg chg="mod">
          <ac:chgData name="EMANUELE IOVANE" userId="15441e63-376a-4c25-a436-265d0e7c0fde" providerId="ADAL" clId="{AA08CA4F-CDBC-4E7A-8D8E-AD2EFE6D1E51}" dt="2025-06-11T15:35:09.331" v="6481" actId="14826"/>
          <ac:picMkLst>
            <pc:docMk/>
            <pc:sldMk cId="2582507056" sldId="325"/>
            <ac:picMk id="8" creationId="{80A9D258-1E3C-35ED-369A-881E276F6ED9}"/>
          </ac:picMkLst>
        </pc:picChg>
        <pc:cxnChg chg="mod">
          <ac:chgData name="EMANUELE IOVANE" userId="15441e63-376a-4c25-a436-265d0e7c0fde" providerId="ADAL" clId="{AA08CA4F-CDBC-4E7A-8D8E-AD2EFE6D1E51}" dt="2025-06-11T15:35:53.443" v="6484" actId="14100"/>
          <ac:cxnSpMkLst>
            <pc:docMk/>
            <pc:sldMk cId="2582507056" sldId="325"/>
            <ac:cxnSpMk id="6" creationId="{9D24898F-6B4A-6028-2A80-92FC3E59076F}"/>
          </ac:cxnSpMkLst>
        </pc:cxnChg>
        <pc:cxnChg chg="mod">
          <ac:chgData name="EMANUELE IOVANE" userId="15441e63-376a-4c25-a436-265d0e7c0fde" providerId="ADAL" clId="{AA08CA4F-CDBC-4E7A-8D8E-AD2EFE6D1E51}" dt="2025-06-11T16:25:29.948" v="8042" actId="14100"/>
          <ac:cxnSpMkLst>
            <pc:docMk/>
            <pc:sldMk cId="2582507056" sldId="325"/>
            <ac:cxnSpMk id="13" creationId="{9DBB0562-AF4A-EA6F-6348-D3302C96CBCD}"/>
          </ac:cxnSpMkLst>
        </pc:cxnChg>
      </pc:sldChg>
      <pc:sldChg chg="addSp delSp modSp mod modTransition modAnim">
        <pc:chgData name="EMANUELE IOVANE" userId="15441e63-376a-4c25-a436-265d0e7c0fde" providerId="ADAL" clId="{AA08CA4F-CDBC-4E7A-8D8E-AD2EFE6D1E51}" dt="2025-06-11T17:06:10.463" v="8574"/>
        <pc:sldMkLst>
          <pc:docMk/>
          <pc:sldMk cId="3321624528" sldId="326"/>
        </pc:sldMkLst>
        <pc:spChg chg="mod">
          <ac:chgData name="EMANUELE IOVANE" userId="15441e63-376a-4c25-a436-265d0e7c0fde" providerId="ADAL" clId="{AA08CA4F-CDBC-4E7A-8D8E-AD2EFE6D1E51}" dt="2025-06-11T15:42:31.932" v="6553" actId="1076"/>
          <ac:spMkLst>
            <pc:docMk/>
            <pc:sldMk cId="3321624528" sldId="326"/>
            <ac:spMk id="13" creationId="{C563AEB1-54E7-F055-FA21-300310233624}"/>
          </ac:spMkLst>
        </pc:spChg>
        <pc:spChg chg="mod">
          <ac:chgData name="EMANUELE IOVANE" userId="15441e63-376a-4c25-a436-265d0e7c0fde" providerId="ADAL" clId="{AA08CA4F-CDBC-4E7A-8D8E-AD2EFE6D1E51}" dt="2025-06-11T15:43:25.757" v="6564" actId="1076"/>
          <ac:spMkLst>
            <pc:docMk/>
            <pc:sldMk cId="3321624528" sldId="326"/>
            <ac:spMk id="14" creationId="{DD6864C1-6EB9-AAEF-3F41-0261B04BD9E5}"/>
          </ac:spMkLst>
        </pc:spChg>
        <pc:spChg chg="mod">
          <ac:chgData name="EMANUELE IOVANE" userId="15441e63-376a-4c25-a436-265d0e7c0fde" providerId="ADAL" clId="{AA08CA4F-CDBC-4E7A-8D8E-AD2EFE6D1E51}" dt="2025-06-11T15:43:29.473" v="6565" actId="113"/>
          <ac:spMkLst>
            <pc:docMk/>
            <pc:sldMk cId="3321624528" sldId="326"/>
            <ac:spMk id="15" creationId="{6BAF95EB-B4BA-A03A-836B-339C3A253E5F}"/>
          </ac:spMkLst>
        </pc:spChg>
        <pc:spChg chg="mod">
          <ac:chgData name="EMANUELE IOVANE" userId="15441e63-376a-4c25-a436-265d0e7c0fde" providerId="ADAL" clId="{AA08CA4F-CDBC-4E7A-8D8E-AD2EFE6D1E51}" dt="2025-06-11T15:40:38.285" v="6538"/>
          <ac:spMkLst>
            <pc:docMk/>
            <pc:sldMk cId="3321624528" sldId="326"/>
            <ac:spMk id="22" creationId="{8C114805-B25E-870B-85FE-18B39FC0725B}"/>
          </ac:spMkLst>
        </pc:spChg>
        <pc:spChg chg="mod">
          <ac:chgData name="EMANUELE IOVANE" userId="15441e63-376a-4c25-a436-265d0e7c0fde" providerId="ADAL" clId="{AA08CA4F-CDBC-4E7A-8D8E-AD2EFE6D1E51}" dt="2025-06-11T16:21:22.813" v="8029" actId="404"/>
          <ac:spMkLst>
            <pc:docMk/>
            <pc:sldMk cId="3321624528" sldId="326"/>
            <ac:spMk id="30" creationId="{41A55DDD-78A6-09D4-EE1A-5E9CEB1941C7}"/>
          </ac:spMkLst>
        </pc:spChg>
        <pc:spChg chg="add mod">
          <ac:chgData name="EMANUELE IOVANE" userId="15441e63-376a-4c25-a436-265d0e7c0fde" providerId="ADAL" clId="{AA08CA4F-CDBC-4E7A-8D8E-AD2EFE6D1E51}" dt="2025-06-11T15:56:42.604" v="6980" actId="1037"/>
          <ac:spMkLst>
            <pc:docMk/>
            <pc:sldMk cId="3321624528" sldId="326"/>
            <ac:spMk id="35" creationId="{FAA158FA-9188-BDFD-915B-B519D5BA071F}"/>
          </ac:spMkLst>
        </pc:spChg>
        <pc:spChg chg="mod">
          <ac:chgData name="EMANUELE IOVANE" userId="15441e63-376a-4c25-a436-265d0e7c0fde" providerId="ADAL" clId="{AA08CA4F-CDBC-4E7A-8D8E-AD2EFE6D1E51}" dt="2025-06-11T17:06:10.463" v="8574"/>
          <ac:spMkLst>
            <pc:docMk/>
            <pc:sldMk cId="3321624528" sldId="326"/>
            <ac:spMk id="38" creationId="{AD79540E-2067-D101-D3E2-2695E69AAEC3}"/>
          </ac:spMkLst>
        </pc:spChg>
        <pc:spChg chg="mod">
          <ac:chgData name="EMANUELE IOVANE" userId="15441e63-376a-4c25-a436-265d0e7c0fde" providerId="ADAL" clId="{AA08CA4F-CDBC-4E7A-8D8E-AD2EFE6D1E51}" dt="2025-06-11T17:06:10.463" v="8574"/>
          <ac:spMkLst>
            <pc:docMk/>
            <pc:sldMk cId="3321624528" sldId="326"/>
            <ac:spMk id="39" creationId="{1D59DFFF-1F8C-3FF9-ED9B-A347732001E3}"/>
          </ac:spMkLst>
        </pc:spChg>
        <pc:spChg chg="mod">
          <ac:chgData name="EMANUELE IOVANE" userId="15441e63-376a-4c25-a436-265d0e7c0fde" providerId="ADAL" clId="{AA08CA4F-CDBC-4E7A-8D8E-AD2EFE6D1E51}" dt="2025-06-11T17:06:10.463" v="8574"/>
          <ac:spMkLst>
            <pc:docMk/>
            <pc:sldMk cId="3321624528" sldId="326"/>
            <ac:spMk id="40" creationId="{1CBC6EDA-7E10-4714-EA3E-07523F954FE0}"/>
          </ac:spMkLst>
        </pc:spChg>
        <pc:spChg chg="mod">
          <ac:chgData name="EMANUELE IOVANE" userId="15441e63-376a-4c25-a436-265d0e7c0fde" providerId="ADAL" clId="{AA08CA4F-CDBC-4E7A-8D8E-AD2EFE6D1E51}" dt="2025-06-11T17:06:10.463" v="8574"/>
          <ac:spMkLst>
            <pc:docMk/>
            <pc:sldMk cId="3321624528" sldId="326"/>
            <ac:spMk id="41" creationId="{F0F8459F-DFB3-5AC3-DF56-8ABA9C6FA049}"/>
          </ac:spMkLst>
        </pc:spChg>
        <pc:grpChg chg="add mod">
          <ac:chgData name="EMANUELE IOVANE" userId="15441e63-376a-4c25-a436-265d0e7c0fde" providerId="ADAL" clId="{AA08CA4F-CDBC-4E7A-8D8E-AD2EFE6D1E51}" dt="2025-06-11T15:43:50.421" v="6567" actId="164"/>
          <ac:grpSpMkLst>
            <pc:docMk/>
            <pc:sldMk cId="3321624528" sldId="326"/>
            <ac:grpSpMk id="29" creationId="{E7C21211-82DF-B82C-F231-EEF28AEA2FB1}"/>
          </ac:grpSpMkLst>
        </pc:grpChg>
        <pc:grpChg chg="add mod">
          <ac:chgData name="EMANUELE IOVANE" userId="15441e63-376a-4c25-a436-265d0e7c0fde" providerId="ADAL" clId="{AA08CA4F-CDBC-4E7A-8D8E-AD2EFE6D1E51}" dt="2025-06-11T17:06:10.463" v="8574"/>
          <ac:grpSpMkLst>
            <pc:docMk/>
            <pc:sldMk cId="3321624528" sldId="326"/>
            <ac:grpSpMk id="37" creationId="{1A91BB39-0372-C334-80BF-5DFCFD5CBE5C}"/>
          </ac:grpSpMkLst>
        </pc:grpChg>
        <pc:picChg chg="mod">
          <ac:chgData name="EMANUELE IOVANE" userId="15441e63-376a-4c25-a436-265d0e7c0fde" providerId="ADAL" clId="{AA08CA4F-CDBC-4E7A-8D8E-AD2EFE6D1E51}" dt="2025-06-11T15:48:37.389" v="6596" actId="14826"/>
          <ac:picMkLst>
            <pc:docMk/>
            <pc:sldMk cId="3321624528" sldId="326"/>
            <ac:picMk id="8" creationId="{02A3E8B5-9FE0-B43E-5473-CC12263A908B}"/>
          </ac:picMkLst>
        </pc:picChg>
        <pc:picChg chg="mod">
          <ac:chgData name="EMANUELE IOVANE" userId="15441e63-376a-4c25-a436-265d0e7c0fde" providerId="ADAL" clId="{AA08CA4F-CDBC-4E7A-8D8E-AD2EFE6D1E51}" dt="2025-06-11T15:48:50.191" v="6597" actId="14826"/>
          <ac:picMkLst>
            <pc:docMk/>
            <pc:sldMk cId="3321624528" sldId="326"/>
            <ac:picMk id="10" creationId="{1B6554B7-345B-E297-D874-078B92865497}"/>
          </ac:picMkLst>
        </pc:picChg>
        <pc:picChg chg="mod">
          <ac:chgData name="EMANUELE IOVANE" userId="15441e63-376a-4c25-a436-265d0e7c0fde" providerId="ADAL" clId="{AA08CA4F-CDBC-4E7A-8D8E-AD2EFE6D1E51}" dt="2025-06-11T15:49:00.432" v="6598" actId="14826"/>
          <ac:picMkLst>
            <pc:docMk/>
            <pc:sldMk cId="3321624528" sldId="326"/>
            <ac:picMk id="11" creationId="{8AD628F9-C2A4-9D73-0E17-690E6BA97038}"/>
          </ac:picMkLst>
        </pc:picChg>
        <pc:picChg chg="mod ord">
          <ac:chgData name="EMANUELE IOVANE" userId="15441e63-376a-4c25-a436-265d0e7c0fde" providerId="ADAL" clId="{AA08CA4F-CDBC-4E7A-8D8E-AD2EFE6D1E51}" dt="2025-06-11T16:15:01.673" v="7868" actId="167"/>
          <ac:picMkLst>
            <pc:docMk/>
            <pc:sldMk cId="3321624528" sldId="326"/>
            <ac:picMk id="12" creationId="{F41973B9-9617-9256-74F2-78F6F020EDE6}"/>
          </ac:picMkLst>
        </pc:picChg>
        <pc:picChg chg="add del">
          <ac:chgData name="EMANUELE IOVANE" userId="15441e63-376a-4c25-a436-265d0e7c0fde" providerId="ADAL" clId="{AA08CA4F-CDBC-4E7A-8D8E-AD2EFE6D1E51}" dt="2025-06-11T15:49:27.224" v="6601" actId="22"/>
          <ac:picMkLst>
            <pc:docMk/>
            <pc:sldMk cId="3321624528" sldId="326"/>
            <ac:picMk id="32" creationId="{D4DBE71B-D9FE-88A5-98E0-5107310C6794}"/>
          </ac:picMkLst>
        </pc:picChg>
        <pc:picChg chg="add mod ord">
          <ac:chgData name="EMANUELE IOVANE" userId="15441e63-376a-4c25-a436-265d0e7c0fde" providerId="ADAL" clId="{AA08CA4F-CDBC-4E7A-8D8E-AD2EFE6D1E51}" dt="2025-06-11T16:14:50.561" v="7866" actId="167"/>
          <ac:picMkLst>
            <pc:docMk/>
            <pc:sldMk cId="3321624528" sldId="326"/>
            <ac:picMk id="33" creationId="{F2AB52F7-860C-1913-E8A9-5C812DF2438C}"/>
          </ac:picMkLst>
        </pc:picChg>
        <pc:picChg chg="add mod ord">
          <ac:chgData name="EMANUELE IOVANE" userId="15441e63-376a-4c25-a436-265d0e7c0fde" providerId="ADAL" clId="{AA08CA4F-CDBC-4E7A-8D8E-AD2EFE6D1E51}" dt="2025-06-11T16:14:48.460" v="7865" actId="167"/>
          <ac:picMkLst>
            <pc:docMk/>
            <pc:sldMk cId="3321624528" sldId="326"/>
            <ac:picMk id="34" creationId="{EE97B02A-551C-03F8-6090-69FA1839BF48}"/>
          </ac:picMkLst>
        </pc:picChg>
        <pc:cxnChg chg="mod">
          <ac:chgData name="EMANUELE IOVANE" userId="15441e63-376a-4c25-a436-265d0e7c0fde" providerId="ADAL" clId="{AA08CA4F-CDBC-4E7A-8D8E-AD2EFE6D1E51}" dt="2025-06-11T15:43:50.421" v="6567" actId="164"/>
          <ac:cxnSpMkLst>
            <pc:docMk/>
            <pc:sldMk cId="3321624528" sldId="326"/>
            <ac:cxnSpMk id="6" creationId="{9FD4B9D2-5110-8603-D975-46BD7983FDE1}"/>
          </ac:cxnSpMkLst>
        </pc:cxnChg>
        <pc:cxnChg chg="mod">
          <ac:chgData name="EMANUELE IOVANE" userId="15441e63-376a-4c25-a436-265d0e7c0fde" providerId="ADAL" clId="{AA08CA4F-CDBC-4E7A-8D8E-AD2EFE6D1E51}" dt="2025-06-11T15:43:50.421" v="6567" actId="164"/>
          <ac:cxnSpMkLst>
            <pc:docMk/>
            <pc:sldMk cId="3321624528" sldId="326"/>
            <ac:cxnSpMk id="7" creationId="{62E2D947-2BCF-E3BC-D655-46603830A2D3}"/>
          </ac:cxnSpMkLst>
        </pc:cxnChg>
        <pc:cxnChg chg="mod">
          <ac:chgData name="EMANUELE IOVANE" userId="15441e63-376a-4c25-a436-265d0e7c0fde" providerId="ADAL" clId="{AA08CA4F-CDBC-4E7A-8D8E-AD2EFE6D1E51}" dt="2025-06-11T15:43:50.421" v="6567" actId="164"/>
          <ac:cxnSpMkLst>
            <pc:docMk/>
            <pc:sldMk cId="3321624528" sldId="326"/>
            <ac:cxnSpMk id="16" creationId="{9F1E08CA-F2D6-C14F-31DC-D657EC902585}"/>
          </ac:cxnSpMkLst>
        </pc:cxnChg>
        <pc:cxnChg chg="mod">
          <ac:chgData name="EMANUELE IOVANE" userId="15441e63-376a-4c25-a436-265d0e7c0fde" providerId="ADAL" clId="{AA08CA4F-CDBC-4E7A-8D8E-AD2EFE6D1E51}" dt="2025-06-11T15:42:59.465" v="6558" actId="14100"/>
          <ac:cxnSpMkLst>
            <pc:docMk/>
            <pc:sldMk cId="3321624528" sldId="326"/>
            <ac:cxnSpMk id="17" creationId="{CFBAA275-8F78-76E5-4BCB-2861ACD51E1D}"/>
          </ac:cxnSpMkLst>
        </pc:cxnChg>
        <pc:cxnChg chg="mod">
          <ac:chgData name="EMANUELE IOVANE" userId="15441e63-376a-4c25-a436-265d0e7c0fde" providerId="ADAL" clId="{AA08CA4F-CDBC-4E7A-8D8E-AD2EFE6D1E51}" dt="2025-06-11T16:23:14.092" v="8039" actId="14100"/>
          <ac:cxnSpMkLst>
            <pc:docMk/>
            <pc:sldMk cId="3321624528" sldId="326"/>
            <ac:cxnSpMk id="24" creationId="{934AE208-439E-9763-6A6C-DB812D30CF5E}"/>
          </ac:cxnSpMkLst>
        </pc:cxnChg>
      </pc:sldChg>
      <pc:sldChg chg="del">
        <pc:chgData name="EMANUELE IOVANE" userId="15441e63-376a-4c25-a436-265d0e7c0fde" providerId="ADAL" clId="{AA08CA4F-CDBC-4E7A-8D8E-AD2EFE6D1E51}" dt="2025-06-11T15:24:59.894" v="6351" actId="47"/>
        <pc:sldMkLst>
          <pc:docMk/>
          <pc:sldMk cId="1140187542" sldId="327"/>
        </pc:sldMkLst>
      </pc:sldChg>
      <pc:sldChg chg="addSp delSp modSp mod">
        <pc:chgData name="EMANUELE IOVANE" userId="15441e63-376a-4c25-a436-265d0e7c0fde" providerId="ADAL" clId="{AA08CA4F-CDBC-4E7A-8D8E-AD2EFE6D1E51}" dt="2025-06-11T17:31:32.186" v="9040" actId="20577"/>
        <pc:sldMkLst>
          <pc:docMk/>
          <pc:sldMk cId="3605175635" sldId="328"/>
        </pc:sldMkLst>
        <pc:spChg chg="mod">
          <ac:chgData name="EMANUELE IOVANE" userId="15441e63-376a-4c25-a436-265d0e7c0fde" providerId="ADAL" clId="{AA08CA4F-CDBC-4E7A-8D8E-AD2EFE6D1E51}" dt="2025-06-10T15:26:50.150" v="3002"/>
          <ac:spMkLst>
            <pc:docMk/>
            <pc:sldMk cId="3605175635" sldId="328"/>
            <ac:spMk id="5" creationId="{E02B3458-886A-347D-705D-33D09241FA63}"/>
          </ac:spMkLst>
        </pc:spChg>
        <pc:spChg chg="add del mod">
          <ac:chgData name="EMANUELE IOVANE" userId="15441e63-376a-4c25-a436-265d0e7c0fde" providerId="ADAL" clId="{AA08CA4F-CDBC-4E7A-8D8E-AD2EFE6D1E51}" dt="2025-06-11T09:33:34.896" v="3406" actId="478"/>
          <ac:spMkLst>
            <pc:docMk/>
            <pc:sldMk cId="3605175635" sldId="328"/>
            <ac:spMk id="7" creationId="{7765B326-AD4A-C36E-372E-94979E87B08C}"/>
          </ac:spMkLst>
        </pc:spChg>
        <pc:spChg chg="add del mod">
          <ac:chgData name="EMANUELE IOVANE" userId="15441e63-376a-4c25-a436-265d0e7c0fde" providerId="ADAL" clId="{AA08CA4F-CDBC-4E7A-8D8E-AD2EFE6D1E51}" dt="2025-06-11T09:33:04.830" v="3403" actId="478"/>
          <ac:spMkLst>
            <pc:docMk/>
            <pc:sldMk cId="3605175635" sldId="328"/>
            <ac:spMk id="10" creationId="{BF729A38-C1E2-34A4-17D1-B5944300C0AA}"/>
          </ac:spMkLst>
        </pc:spChg>
        <pc:spChg chg="add mod">
          <ac:chgData name="EMANUELE IOVANE" userId="15441e63-376a-4c25-a436-265d0e7c0fde" providerId="ADAL" clId="{AA08CA4F-CDBC-4E7A-8D8E-AD2EFE6D1E51}" dt="2025-06-11T09:38:13.202" v="3730" actId="1076"/>
          <ac:spMkLst>
            <pc:docMk/>
            <pc:sldMk cId="3605175635" sldId="328"/>
            <ac:spMk id="11" creationId="{317260F9-E3D8-0E55-0DE8-C8C3EF627E88}"/>
          </ac:spMkLst>
        </pc:spChg>
        <pc:spChg chg="mod">
          <ac:chgData name="EMANUELE IOVANE" userId="15441e63-376a-4c25-a436-265d0e7c0fde" providerId="ADAL" clId="{AA08CA4F-CDBC-4E7A-8D8E-AD2EFE6D1E51}" dt="2025-06-10T15:26:50.150" v="3002"/>
          <ac:spMkLst>
            <pc:docMk/>
            <pc:sldMk cId="3605175635" sldId="328"/>
            <ac:spMk id="13" creationId="{4C206ED1-D29B-DFAC-3DBA-3A96941BD2FD}"/>
          </ac:spMkLst>
        </pc:spChg>
        <pc:spChg chg="mod">
          <ac:chgData name="EMANUELE IOVANE" userId="15441e63-376a-4c25-a436-265d0e7c0fde" providerId="ADAL" clId="{AA08CA4F-CDBC-4E7A-8D8E-AD2EFE6D1E51}" dt="2025-06-10T15:26:50.150" v="3002"/>
          <ac:spMkLst>
            <pc:docMk/>
            <pc:sldMk cId="3605175635" sldId="328"/>
            <ac:spMk id="14" creationId="{8E179148-A87F-BF12-F4FF-AE381456E577}"/>
          </ac:spMkLst>
        </pc:spChg>
        <pc:spChg chg="mod">
          <ac:chgData name="EMANUELE IOVANE" userId="15441e63-376a-4c25-a436-265d0e7c0fde" providerId="ADAL" clId="{AA08CA4F-CDBC-4E7A-8D8E-AD2EFE6D1E51}" dt="2025-06-10T15:26:50.150" v="3002"/>
          <ac:spMkLst>
            <pc:docMk/>
            <pc:sldMk cId="3605175635" sldId="328"/>
            <ac:spMk id="15" creationId="{CED909B3-BDDE-A293-B1CF-962F75B4E6AA}"/>
          </ac:spMkLst>
        </pc:spChg>
        <pc:spChg chg="del mod">
          <ac:chgData name="EMANUELE IOVANE" userId="15441e63-376a-4c25-a436-265d0e7c0fde" providerId="ADAL" clId="{AA08CA4F-CDBC-4E7A-8D8E-AD2EFE6D1E51}" dt="2025-06-11T09:32:26.768" v="3387" actId="478"/>
          <ac:spMkLst>
            <pc:docMk/>
            <pc:sldMk cId="3605175635" sldId="328"/>
            <ac:spMk id="16" creationId="{ACD46FAB-3054-B9C2-45FD-EB01B8FF03BB}"/>
          </ac:spMkLst>
        </pc:spChg>
        <pc:spChg chg="add del mod">
          <ac:chgData name="EMANUELE IOVANE" userId="15441e63-376a-4c25-a436-265d0e7c0fde" providerId="ADAL" clId="{AA08CA4F-CDBC-4E7A-8D8E-AD2EFE6D1E51}" dt="2025-06-11T09:34:57.178" v="3650" actId="478"/>
          <ac:spMkLst>
            <pc:docMk/>
            <pc:sldMk cId="3605175635" sldId="328"/>
            <ac:spMk id="17" creationId="{2A357958-2C6D-54EF-C670-3086E7CC8850}"/>
          </ac:spMkLst>
        </pc:spChg>
        <pc:spChg chg="mod">
          <ac:chgData name="EMANUELE IOVANE" userId="15441e63-376a-4c25-a436-265d0e7c0fde" providerId="ADAL" clId="{AA08CA4F-CDBC-4E7A-8D8E-AD2EFE6D1E51}" dt="2025-06-10T15:26:50.150" v="3002"/>
          <ac:spMkLst>
            <pc:docMk/>
            <pc:sldMk cId="3605175635" sldId="328"/>
            <ac:spMk id="18" creationId="{271E1D75-468C-F256-2FE6-F3616B408CAF}"/>
          </ac:spMkLst>
        </pc:spChg>
        <pc:spChg chg="mod">
          <ac:chgData name="EMANUELE IOVANE" userId="15441e63-376a-4c25-a436-265d0e7c0fde" providerId="ADAL" clId="{AA08CA4F-CDBC-4E7A-8D8E-AD2EFE6D1E51}" dt="2025-06-10T15:26:50.150" v="3002"/>
          <ac:spMkLst>
            <pc:docMk/>
            <pc:sldMk cId="3605175635" sldId="328"/>
            <ac:spMk id="20" creationId="{DAA5B90C-9419-ECB7-1AEF-F5EA4FEC9C49}"/>
          </ac:spMkLst>
        </pc:spChg>
        <pc:spChg chg="mod">
          <ac:chgData name="EMANUELE IOVANE" userId="15441e63-376a-4c25-a436-265d0e7c0fde" providerId="ADAL" clId="{AA08CA4F-CDBC-4E7A-8D8E-AD2EFE6D1E51}" dt="2025-06-11T09:41:13.277" v="3868" actId="14100"/>
          <ac:spMkLst>
            <pc:docMk/>
            <pc:sldMk cId="3605175635" sldId="328"/>
            <ac:spMk id="21" creationId="{EE24BBF6-795D-15CD-AD82-6C7B946FEE20}"/>
          </ac:spMkLst>
        </pc:spChg>
        <pc:spChg chg="add del mod">
          <ac:chgData name="EMANUELE IOVANE" userId="15441e63-376a-4c25-a436-265d0e7c0fde" providerId="ADAL" clId="{AA08CA4F-CDBC-4E7A-8D8E-AD2EFE6D1E51}" dt="2025-06-11T09:35:04.711" v="3652" actId="478"/>
          <ac:spMkLst>
            <pc:docMk/>
            <pc:sldMk cId="3605175635" sldId="328"/>
            <ac:spMk id="22" creationId="{3AB7F1DE-027A-6157-DB6D-7474E0471C15}"/>
          </ac:spMkLst>
        </pc:spChg>
        <pc:spChg chg="add del mod">
          <ac:chgData name="EMANUELE IOVANE" userId="15441e63-376a-4c25-a436-265d0e7c0fde" providerId="ADAL" clId="{AA08CA4F-CDBC-4E7A-8D8E-AD2EFE6D1E51}" dt="2025-06-11T09:35:08.319" v="3653" actId="478"/>
          <ac:spMkLst>
            <pc:docMk/>
            <pc:sldMk cId="3605175635" sldId="328"/>
            <ac:spMk id="24" creationId="{886655C3-EED6-136F-C96E-F26BDFA0E457}"/>
          </ac:spMkLst>
        </pc:spChg>
        <pc:spChg chg="add mod">
          <ac:chgData name="EMANUELE IOVANE" userId="15441e63-376a-4c25-a436-265d0e7c0fde" providerId="ADAL" clId="{AA08CA4F-CDBC-4E7A-8D8E-AD2EFE6D1E51}" dt="2025-06-11T09:40:51.500" v="3864" actId="1076"/>
          <ac:spMkLst>
            <pc:docMk/>
            <pc:sldMk cId="3605175635" sldId="328"/>
            <ac:spMk id="25" creationId="{3D889927-90CB-529A-F430-75B535677151}"/>
          </ac:spMkLst>
        </pc:spChg>
        <pc:spChg chg="add mod">
          <ac:chgData name="EMANUELE IOVANE" userId="15441e63-376a-4c25-a436-265d0e7c0fde" providerId="ADAL" clId="{AA08CA4F-CDBC-4E7A-8D8E-AD2EFE6D1E51}" dt="2025-06-11T17:31:32.186" v="9040" actId="20577"/>
          <ac:spMkLst>
            <pc:docMk/>
            <pc:sldMk cId="3605175635" sldId="328"/>
            <ac:spMk id="26" creationId="{05176867-EB86-F8FE-FFA3-F3634CCC515F}"/>
          </ac:spMkLst>
        </pc:spChg>
        <pc:spChg chg="mod">
          <ac:chgData name="EMANUELE IOVANE" userId="15441e63-376a-4c25-a436-265d0e7c0fde" providerId="ADAL" clId="{AA08CA4F-CDBC-4E7A-8D8E-AD2EFE6D1E51}" dt="2025-06-11T09:58:24.195" v="4304" actId="20577"/>
          <ac:spMkLst>
            <pc:docMk/>
            <pc:sldMk cId="3605175635" sldId="328"/>
            <ac:spMk id="173" creationId="{74D0BCC9-30B2-91F6-C2C3-C267CEE5FC7E}"/>
          </ac:spMkLst>
        </pc:spChg>
        <pc:grpChg chg="add mod">
          <ac:chgData name="EMANUELE IOVANE" userId="15441e63-376a-4c25-a436-265d0e7c0fde" providerId="ADAL" clId="{AA08CA4F-CDBC-4E7A-8D8E-AD2EFE6D1E51}" dt="2025-06-10T15:26:57.871" v="3003" actId="1076"/>
          <ac:grpSpMkLst>
            <pc:docMk/>
            <pc:sldMk cId="3605175635" sldId="328"/>
            <ac:grpSpMk id="4" creationId="{DDA0017F-0BF1-EC80-7BF4-157F3ED2BDC7}"/>
          </ac:grpSpMkLst>
        </pc:grpChg>
      </pc:sldChg>
      <pc:sldChg chg="addSp delSp modSp add mod">
        <pc:chgData name="EMANUELE IOVANE" userId="15441e63-376a-4c25-a436-265d0e7c0fde" providerId="ADAL" clId="{AA08CA4F-CDBC-4E7A-8D8E-AD2EFE6D1E51}" dt="2025-06-10T15:21:31.131" v="2968" actId="1037"/>
        <pc:sldMkLst>
          <pc:docMk/>
          <pc:sldMk cId="3058118082" sldId="329"/>
        </pc:sldMkLst>
        <pc:spChg chg="mod">
          <ac:chgData name="EMANUELE IOVANE" userId="15441e63-376a-4c25-a436-265d0e7c0fde" providerId="ADAL" clId="{AA08CA4F-CDBC-4E7A-8D8E-AD2EFE6D1E51}" dt="2025-06-10T15:09:23.188" v="2488" actId="1037"/>
          <ac:spMkLst>
            <pc:docMk/>
            <pc:sldMk cId="3058118082" sldId="329"/>
            <ac:spMk id="15" creationId="{A1DC30B0-3D0A-9DEA-DDEE-0EFE176F8EC0}"/>
          </ac:spMkLst>
        </pc:spChg>
        <pc:spChg chg="mod">
          <ac:chgData name="EMANUELE IOVANE" userId="15441e63-376a-4c25-a436-265d0e7c0fde" providerId="ADAL" clId="{AA08CA4F-CDBC-4E7A-8D8E-AD2EFE6D1E51}" dt="2025-06-10T15:09:38.237" v="2597" actId="1076"/>
          <ac:spMkLst>
            <pc:docMk/>
            <pc:sldMk cId="3058118082" sldId="329"/>
            <ac:spMk id="20" creationId="{FD558F04-B495-A271-D2AD-1C936D44E199}"/>
          </ac:spMkLst>
        </pc:spChg>
        <pc:grpChg chg="mod">
          <ac:chgData name="EMANUELE IOVANE" userId="15441e63-376a-4c25-a436-265d0e7c0fde" providerId="ADAL" clId="{AA08CA4F-CDBC-4E7A-8D8E-AD2EFE6D1E51}" dt="2025-06-10T15:21:31.131" v="2968" actId="1037"/>
          <ac:grpSpMkLst>
            <pc:docMk/>
            <pc:sldMk cId="3058118082" sldId="329"/>
            <ac:grpSpMk id="6" creationId="{4D5FC824-E26A-1BCF-DB0F-09C389335DA7}"/>
          </ac:grpSpMkLst>
        </pc:grpChg>
        <pc:picChg chg="add mod">
          <ac:chgData name="EMANUELE IOVANE" userId="15441e63-376a-4c25-a436-265d0e7c0fde" providerId="ADAL" clId="{AA08CA4F-CDBC-4E7A-8D8E-AD2EFE6D1E51}" dt="2025-06-10T15:13:26.853" v="2824" actId="1076"/>
          <ac:picMkLst>
            <pc:docMk/>
            <pc:sldMk cId="3058118082" sldId="329"/>
            <ac:picMk id="4" creationId="{C840B0B5-F486-E1C5-E739-4EC6C941CBD6}"/>
          </ac:picMkLst>
        </pc:picChg>
        <pc:picChg chg="mod">
          <ac:chgData name="EMANUELE IOVANE" userId="15441e63-376a-4c25-a436-265d0e7c0fde" providerId="ADAL" clId="{AA08CA4F-CDBC-4E7A-8D8E-AD2EFE6D1E51}" dt="2025-06-10T15:09:23.188" v="2488" actId="1037"/>
          <ac:picMkLst>
            <pc:docMk/>
            <pc:sldMk cId="3058118082" sldId="329"/>
            <ac:picMk id="17" creationId="{2CB142FD-9E16-1189-709B-8E6B1804A43B}"/>
          </ac:picMkLst>
        </pc:picChg>
      </pc:sldChg>
      <pc:sldChg chg="addSp modSp mod modAnim">
        <pc:chgData name="EMANUELE IOVANE" userId="15441e63-376a-4c25-a436-265d0e7c0fde" providerId="ADAL" clId="{AA08CA4F-CDBC-4E7A-8D8E-AD2EFE6D1E51}" dt="2025-06-11T17:06:08.295" v="8573"/>
        <pc:sldMkLst>
          <pc:docMk/>
          <pc:sldMk cId="1044485062" sldId="330"/>
        </pc:sldMkLst>
        <pc:spChg chg="mod">
          <ac:chgData name="EMANUELE IOVANE" userId="15441e63-376a-4c25-a436-265d0e7c0fde" providerId="ADAL" clId="{AA08CA4F-CDBC-4E7A-8D8E-AD2EFE6D1E51}" dt="2025-06-11T17:06:08.295" v="8573"/>
          <ac:spMkLst>
            <pc:docMk/>
            <pc:sldMk cId="1044485062" sldId="330"/>
            <ac:spMk id="9" creationId="{F4EA1F4A-4C84-D07B-9EA5-3AB0BAD2A5F3}"/>
          </ac:spMkLst>
        </pc:spChg>
        <pc:spChg chg="mod">
          <ac:chgData name="EMANUELE IOVANE" userId="15441e63-376a-4c25-a436-265d0e7c0fde" providerId="ADAL" clId="{AA08CA4F-CDBC-4E7A-8D8E-AD2EFE6D1E51}" dt="2025-06-11T17:06:08.295" v="8573"/>
          <ac:spMkLst>
            <pc:docMk/>
            <pc:sldMk cId="1044485062" sldId="330"/>
            <ac:spMk id="10" creationId="{57F490EB-9A8E-A039-E6CD-F6DF7B3EF41E}"/>
          </ac:spMkLst>
        </pc:spChg>
        <pc:spChg chg="mod">
          <ac:chgData name="EMANUELE IOVANE" userId="15441e63-376a-4c25-a436-265d0e7c0fde" providerId="ADAL" clId="{AA08CA4F-CDBC-4E7A-8D8E-AD2EFE6D1E51}" dt="2025-06-11T15:37:51.931" v="6523" actId="20577"/>
          <ac:spMkLst>
            <pc:docMk/>
            <pc:sldMk cId="1044485062" sldId="330"/>
            <ac:spMk id="11" creationId="{568FBCC5-7435-2D12-5E1D-5C591FFA3BFA}"/>
          </ac:spMkLst>
        </pc:spChg>
        <pc:spChg chg="mod">
          <ac:chgData name="EMANUELE IOVANE" userId="15441e63-376a-4c25-a436-265d0e7c0fde" providerId="ADAL" clId="{AA08CA4F-CDBC-4E7A-8D8E-AD2EFE6D1E51}" dt="2025-06-11T15:38:47.597" v="6528" actId="114"/>
          <ac:spMkLst>
            <pc:docMk/>
            <pc:sldMk cId="1044485062" sldId="330"/>
            <ac:spMk id="12" creationId="{7886050D-9BDE-8499-0DAE-9EF652AC7FCC}"/>
          </ac:spMkLst>
        </pc:spChg>
        <pc:spChg chg="mod">
          <ac:chgData name="EMANUELE IOVANE" userId="15441e63-376a-4c25-a436-265d0e7c0fde" providerId="ADAL" clId="{AA08CA4F-CDBC-4E7A-8D8E-AD2EFE6D1E51}" dt="2025-06-11T17:06:08.295" v="8573"/>
          <ac:spMkLst>
            <pc:docMk/>
            <pc:sldMk cId="1044485062" sldId="330"/>
            <ac:spMk id="13" creationId="{79E3D215-CE04-AEDF-08D6-BF258175FB2A}"/>
          </ac:spMkLst>
        </pc:spChg>
        <pc:spChg chg="mod">
          <ac:chgData name="EMANUELE IOVANE" userId="15441e63-376a-4c25-a436-265d0e7c0fde" providerId="ADAL" clId="{AA08CA4F-CDBC-4E7A-8D8E-AD2EFE6D1E51}" dt="2025-06-11T17:06:08.295" v="8573"/>
          <ac:spMkLst>
            <pc:docMk/>
            <pc:sldMk cId="1044485062" sldId="330"/>
            <ac:spMk id="14" creationId="{C7B46A74-740C-440E-E5D6-DECB1F133241}"/>
          </ac:spMkLst>
        </pc:spChg>
        <pc:spChg chg="mod">
          <ac:chgData name="EMANUELE IOVANE" userId="15441e63-376a-4c25-a436-265d0e7c0fde" providerId="ADAL" clId="{AA08CA4F-CDBC-4E7A-8D8E-AD2EFE6D1E51}" dt="2025-06-11T15:38:08.365" v="6525" actId="1076"/>
          <ac:spMkLst>
            <pc:docMk/>
            <pc:sldMk cId="1044485062" sldId="330"/>
            <ac:spMk id="21" creationId="{80CFACCF-2359-F1BB-6841-314B010739F0}"/>
          </ac:spMkLst>
        </pc:spChg>
        <pc:grpChg chg="add mod">
          <ac:chgData name="EMANUELE IOVANE" userId="15441e63-376a-4c25-a436-265d0e7c0fde" providerId="ADAL" clId="{AA08CA4F-CDBC-4E7A-8D8E-AD2EFE6D1E51}" dt="2025-06-11T17:06:08.295" v="8573"/>
          <ac:grpSpMkLst>
            <pc:docMk/>
            <pc:sldMk cId="1044485062" sldId="330"/>
            <ac:grpSpMk id="8" creationId="{7AF78605-4125-3DE3-65E3-1F64267912C4}"/>
          </ac:grpSpMkLst>
        </pc:grpChg>
        <pc:picChg chg="mod">
          <ac:chgData name="EMANUELE IOVANE" userId="15441e63-376a-4c25-a436-265d0e7c0fde" providerId="ADAL" clId="{AA08CA4F-CDBC-4E7A-8D8E-AD2EFE6D1E51}" dt="2025-06-11T15:39:16.597" v="6529" actId="14826"/>
          <ac:picMkLst>
            <pc:docMk/>
            <pc:sldMk cId="1044485062" sldId="330"/>
            <ac:picMk id="4" creationId="{016D0BA5-4AA9-3983-DB88-853D2A898AE7}"/>
          </ac:picMkLst>
        </pc:picChg>
        <pc:picChg chg="mod">
          <ac:chgData name="EMANUELE IOVANE" userId="15441e63-376a-4c25-a436-265d0e7c0fde" providerId="ADAL" clId="{AA08CA4F-CDBC-4E7A-8D8E-AD2EFE6D1E51}" dt="2025-06-11T15:39:36.818" v="6530" actId="14826"/>
          <ac:picMkLst>
            <pc:docMk/>
            <pc:sldMk cId="1044485062" sldId="330"/>
            <ac:picMk id="5" creationId="{211869FB-BE08-4779-BDBB-54B882052E53}"/>
          </ac:picMkLst>
        </pc:picChg>
        <pc:cxnChg chg="mod">
          <ac:chgData name="EMANUELE IOVANE" userId="15441e63-376a-4c25-a436-265d0e7c0fde" providerId="ADAL" clId="{AA08CA4F-CDBC-4E7A-8D8E-AD2EFE6D1E51}" dt="2025-06-11T16:26:06.217" v="8043" actId="14100"/>
          <ac:cxnSpMkLst>
            <pc:docMk/>
            <pc:sldMk cId="1044485062" sldId="330"/>
            <ac:cxnSpMk id="15" creationId="{8DA3BD6A-A43E-685B-F0A1-F851B38880D8}"/>
          </ac:cxnSpMkLst>
        </pc:cxnChg>
      </pc:sldChg>
      <pc:sldChg chg="modSp del mod">
        <pc:chgData name="EMANUELE IOVANE" userId="15441e63-376a-4c25-a436-265d0e7c0fde" providerId="ADAL" clId="{AA08CA4F-CDBC-4E7A-8D8E-AD2EFE6D1E51}" dt="2025-06-11T16:03:54.754" v="7188" actId="47"/>
        <pc:sldMkLst>
          <pc:docMk/>
          <pc:sldMk cId="1970133215" sldId="331"/>
        </pc:sldMkLst>
        <pc:spChg chg="mod">
          <ac:chgData name="EMANUELE IOVANE" userId="15441e63-376a-4c25-a436-265d0e7c0fde" providerId="ADAL" clId="{AA08CA4F-CDBC-4E7A-8D8E-AD2EFE6D1E51}" dt="2025-06-11T15:54:56.790" v="6618" actId="1076"/>
          <ac:spMkLst>
            <pc:docMk/>
            <pc:sldMk cId="1970133215" sldId="331"/>
            <ac:spMk id="4" creationId="{F4B7F5DF-B0D8-8E99-ABDC-4E72DE5EC0DD}"/>
          </ac:spMkLst>
        </pc:spChg>
      </pc:sldChg>
      <pc:sldChg chg="addSp modSp mod modAnim">
        <pc:chgData name="EMANUELE IOVANE" userId="15441e63-376a-4c25-a436-265d0e7c0fde" providerId="ADAL" clId="{AA08CA4F-CDBC-4E7A-8D8E-AD2EFE6D1E51}" dt="2025-06-11T17:06:15.505" v="8576"/>
        <pc:sldMkLst>
          <pc:docMk/>
          <pc:sldMk cId="1543914816" sldId="332"/>
        </pc:sldMkLst>
        <pc:spChg chg="mod">
          <ac:chgData name="EMANUELE IOVANE" userId="15441e63-376a-4c25-a436-265d0e7c0fde" providerId="ADAL" clId="{AA08CA4F-CDBC-4E7A-8D8E-AD2EFE6D1E51}" dt="2025-06-11T16:04:10.944" v="7190" actId="114"/>
          <ac:spMkLst>
            <pc:docMk/>
            <pc:sldMk cId="1543914816" sldId="332"/>
            <ac:spMk id="13" creationId="{E011DBC9-4B74-315E-6F8E-D972A0AE5320}"/>
          </ac:spMkLst>
        </pc:spChg>
        <pc:spChg chg="mod">
          <ac:chgData name="EMANUELE IOVANE" userId="15441e63-376a-4c25-a436-265d0e7c0fde" providerId="ADAL" clId="{AA08CA4F-CDBC-4E7A-8D8E-AD2EFE6D1E51}" dt="2025-06-11T16:04:23.062" v="7193" actId="113"/>
          <ac:spMkLst>
            <pc:docMk/>
            <pc:sldMk cId="1543914816" sldId="332"/>
            <ac:spMk id="14" creationId="{AB70DDEF-A781-EF97-A78C-36B196C3471A}"/>
          </ac:spMkLst>
        </pc:spChg>
        <pc:spChg chg="mod">
          <ac:chgData name="EMANUELE IOVANE" userId="15441e63-376a-4c25-a436-265d0e7c0fde" providerId="ADAL" clId="{AA08CA4F-CDBC-4E7A-8D8E-AD2EFE6D1E51}" dt="2025-06-11T15:40:57.037" v="6542" actId="20577"/>
          <ac:spMkLst>
            <pc:docMk/>
            <pc:sldMk cId="1543914816" sldId="332"/>
            <ac:spMk id="16" creationId="{D9CA280E-6357-1A26-78FD-42B33BAC8F49}"/>
          </ac:spMkLst>
        </pc:spChg>
        <pc:spChg chg="mod">
          <ac:chgData name="EMANUELE IOVANE" userId="15441e63-376a-4c25-a436-265d0e7c0fde" providerId="ADAL" clId="{AA08CA4F-CDBC-4E7A-8D8E-AD2EFE6D1E51}" dt="2025-06-11T17:06:15.505" v="8576"/>
          <ac:spMkLst>
            <pc:docMk/>
            <pc:sldMk cId="1543914816" sldId="332"/>
            <ac:spMk id="17" creationId="{15B6AFE3-7F10-4714-9F72-AC1A203E12AE}"/>
          </ac:spMkLst>
        </pc:spChg>
        <pc:spChg chg="mod">
          <ac:chgData name="EMANUELE IOVANE" userId="15441e63-376a-4c25-a436-265d0e7c0fde" providerId="ADAL" clId="{AA08CA4F-CDBC-4E7A-8D8E-AD2EFE6D1E51}" dt="2025-06-11T17:06:15.505" v="8576"/>
          <ac:spMkLst>
            <pc:docMk/>
            <pc:sldMk cId="1543914816" sldId="332"/>
            <ac:spMk id="19" creationId="{91C6F335-CAEB-3967-F4E5-E990C140F7C0}"/>
          </ac:spMkLst>
        </pc:spChg>
        <pc:spChg chg="mod">
          <ac:chgData name="EMANUELE IOVANE" userId="15441e63-376a-4c25-a436-265d0e7c0fde" providerId="ADAL" clId="{AA08CA4F-CDBC-4E7A-8D8E-AD2EFE6D1E51}" dt="2025-06-11T17:06:15.505" v="8576"/>
          <ac:spMkLst>
            <pc:docMk/>
            <pc:sldMk cId="1543914816" sldId="332"/>
            <ac:spMk id="21" creationId="{A81FDFB7-6A85-205A-F4B7-FBAB62F76376}"/>
          </ac:spMkLst>
        </pc:spChg>
        <pc:spChg chg="mod">
          <ac:chgData name="EMANUELE IOVANE" userId="15441e63-376a-4c25-a436-265d0e7c0fde" providerId="ADAL" clId="{AA08CA4F-CDBC-4E7A-8D8E-AD2EFE6D1E51}" dt="2025-06-11T17:06:15.505" v="8576"/>
          <ac:spMkLst>
            <pc:docMk/>
            <pc:sldMk cId="1543914816" sldId="332"/>
            <ac:spMk id="23" creationId="{1B165104-7372-C81C-1309-299BE690A9A2}"/>
          </ac:spMkLst>
        </pc:spChg>
        <pc:spChg chg="mod">
          <ac:chgData name="EMANUELE IOVANE" userId="15441e63-376a-4c25-a436-265d0e7c0fde" providerId="ADAL" clId="{AA08CA4F-CDBC-4E7A-8D8E-AD2EFE6D1E51}" dt="2025-06-11T16:20:31.548" v="8020" actId="113"/>
          <ac:spMkLst>
            <pc:docMk/>
            <pc:sldMk cId="1543914816" sldId="332"/>
            <ac:spMk id="24" creationId="{183614D0-239E-30F5-F5DE-E8D51D0F3AE8}"/>
          </ac:spMkLst>
        </pc:spChg>
        <pc:grpChg chg="add mod">
          <ac:chgData name="EMANUELE IOVANE" userId="15441e63-376a-4c25-a436-265d0e7c0fde" providerId="ADAL" clId="{AA08CA4F-CDBC-4E7A-8D8E-AD2EFE6D1E51}" dt="2025-06-11T17:06:15.505" v="8576"/>
          <ac:grpSpMkLst>
            <pc:docMk/>
            <pc:sldMk cId="1543914816" sldId="332"/>
            <ac:grpSpMk id="15" creationId="{3C981B40-D427-3952-9FE2-9D3DFF9025EB}"/>
          </ac:grpSpMkLst>
        </pc:grpChg>
        <pc:picChg chg="add mod ord">
          <ac:chgData name="EMANUELE IOVANE" userId="15441e63-376a-4c25-a436-265d0e7c0fde" providerId="ADAL" clId="{AA08CA4F-CDBC-4E7A-8D8E-AD2EFE6D1E51}" dt="2025-06-11T16:12:33.170" v="7656" actId="167"/>
          <ac:picMkLst>
            <pc:docMk/>
            <pc:sldMk cId="1543914816" sldId="332"/>
            <ac:picMk id="5" creationId="{5EBC34C9-B306-F00B-FF26-ED34F9E8D063}"/>
          </ac:picMkLst>
        </pc:picChg>
        <pc:picChg chg="mod">
          <ac:chgData name="EMANUELE IOVANE" userId="15441e63-376a-4c25-a436-265d0e7c0fde" providerId="ADAL" clId="{AA08CA4F-CDBC-4E7A-8D8E-AD2EFE6D1E51}" dt="2025-06-11T16:04:43.950" v="7195" actId="14826"/>
          <ac:picMkLst>
            <pc:docMk/>
            <pc:sldMk cId="1543914816" sldId="332"/>
            <ac:picMk id="8" creationId="{3C013BC8-8273-E735-CD0F-16737B6DCDDF}"/>
          </ac:picMkLst>
        </pc:picChg>
        <pc:picChg chg="mod">
          <ac:chgData name="EMANUELE IOVANE" userId="15441e63-376a-4c25-a436-265d0e7c0fde" providerId="ADAL" clId="{AA08CA4F-CDBC-4E7A-8D8E-AD2EFE6D1E51}" dt="2025-06-11T16:04:57.940" v="7196" actId="14826"/>
          <ac:picMkLst>
            <pc:docMk/>
            <pc:sldMk cId="1543914816" sldId="332"/>
            <ac:picMk id="10" creationId="{EE14FAA1-6037-E25F-510A-9875BA4ADBCB}"/>
          </ac:picMkLst>
        </pc:picChg>
        <pc:picChg chg="mod ord">
          <ac:chgData name="EMANUELE IOVANE" userId="15441e63-376a-4c25-a436-265d0e7c0fde" providerId="ADAL" clId="{AA08CA4F-CDBC-4E7A-8D8E-AD2EFE6D1E51}" dt="2025-06-11T16:12:50.851" v="7725" actId="167"/>
          <ac:picMkLst>
            <pc:docMk/>
            <pc:sldMk cId="1543914816" sldId="332"/>
            <ac:picMk id="11" creationId="{6DF998E8-B5BF-291F-F4D0-09557A2A9430}"/>
          </ac:picMkLst>
        </pc:picChg>
        <pc:cxnChg chg="mod">
          <ac:chgData name="EMANUELE IOVANE" userId="15441e63-376a-4c25-a436-265d0e7c0fde" providerId="ADAL" clId="{AA08CA4F-CDBC-4E7A-8D8E-AD2EFE6D1E51}" dt="2025-06-11T16:04:29.534" v="7194" actId="14100"/>
          <ac:cxnSpMkLst>
            <pc:docMk/>
            <pc:sldMk cId="1543914816" sldId="332"/>
            <ac:cxnSpMk id="7" creationId="{2ABEDE5F-3CAA-AFB8-A9C1-E89196D47037}"/>
          </ac:cxnSpMkLst>
        </pc:cxnChg>
        <pc:cxnChg chg="mod">
          <ac:chgData name="EMANUELE IOVANE" userId="15441e63-376a-4c25-a436-265d0e7c0fde" providerId="ADAL" clId="{AA08CA4F-CDBC-4E7A-8D8E-AD2EFE6D1E51}" dt="2025-06-11T16:26:26.602" v="8045" actId="14100"/>
          <ac:cxnSpMkLst>
            <pc:docMk/>
            <pc:sldMk cId="1543914816" sldId="332"/>
            <ac:cxnSpMk id="18" creationId="{402D9ADB-3A2F-BD97-6288-74A91465F3DE}"/>
          </ac:cxnSpMkLst>
        </pc:cxnChg>
      </pc:sldChg>
      <pc:sldChg chg="addSp modSp mod">
        <pc:chgData name="EMANUELE IOVANE" userId="15441e63-376a-4c25-a436-265d0e7c0fde" providerId="ADAL" clId="{AA08CA4F-CDBC-4E7A-8D8E-AD2EFE6D1E51}" dt="2025-06-11T17:07:06.560" v="8580"/>
        <pc:sldMkLst>
          <pc:docMk/>
          <pc:sldMk cId="1880526634" sldId="333"/>
        </pc:sldMkLst>
        <pc:spChg chg="mod">
          <ac:chgData name="EMANUELE IOVANE" userId="15441e63-376a-4c25-a436-265d0e7c0fde" providerId="ADAL" clId="{AA08CA4F-CDBC-4E7A-8D8E-AD2EFE6D1E51}" dt="2025-06-11T16:29:52.877" v="8194" actId="122"/>
          <ac:spMkLst>
            <pc:docMk/>
            <pc:sldMk cId="1880526634" sldId="333"/>
            <ac:spMk id="6" creationId="{FD413A05-00E4-D2E9-0D99-6506EC925CE8}"/>
          </ac:spMkLst>
        </pc:spChg>
        <pc:spChg chg="add mod">
          <ac:chgData name="EMANUELE IOVANE" userId="15441e63-376a-4c25-a436-265d0e7c0fde" providerId="ADAL" clId="{AA08CA4F-CDBC-4E7A-8D8E-AD2EFE6D1E51}" dt="2025-06-11T16:19:44.728" v="8011" actId="20577"/>
          <ac:spMkLst>
            <pc:docMk/>
            <pc:sldMk cId="1880526634" sldId="333"/>
            <ac:spMk id="8" creationId="{71BFECA7-23BB-F03C-EBBF-896FB77177E1}"/>
          </ac:spMkLst>
        </pc:spChg>
        <pc:spChg chg="mod">
          <ac:chgData name="EMANUELE IOVANE" userId="15441e63-376a-4c25-a436-265d0e7c0fde" providerId="ADAL" clId="{AA08CA4F-CDBC-4E7A-8D8E-AD2EFE6D1E51}" dt="2025-06-11T17:07:06.560" v="8580"/>
          <ac:spMkLst>
            <pc:docMk/>
            <pc:sldMk cId="1880526634" sldId="333"/>
            <ac:spMk id="11" creationId="{28C6A993-DA26-6831-F2F4-2C31E91155C6}"/>
          </ac:spMkLst>
        </pc:spChg>
        <pc:spChg chg="mod">
          <ac:chgData name="EMANUELE IOVANE" userId="15441e63-376a-4c25-a436-265d0e7c0fde" providerId="ADAL" clId="{AA08CA4F-CDBC-4E7A-8D8E-AD2EFE6D1E51}" dt="2025-06-11T17:07:06.560" v="8580"/>
          <ac:spMkLst>
            <pc:docMk/>
            <pc:sldMk cId="1880526634" sldId="333"/>
            <ac:spMk id="12" creationId="{6292E784-4A59-8191-2D8B-7A72EEFD2049}"/>
          </ac:spMkLst>
        </pc:spChg>
        <pc:spChg chg="mod">
          <ac:chgData name="EMANUELE IOVANE" userId="15441e63-376a-4c25-a436-265d0e7c0fde" providerId="ADAL" clId="{AA08CA4F-CDBC-4E7A-8D8E-AD2EFE6D1E51}" dt="2025-06-11T17:07:06.560" v="8580"/>
          <ac:spMkLst>
            <pc:docMk/>
            <pc:sldMk cId="1880526634" sldId="333"/>
            <ac:spMk id="13" creationId="{5D2E89A9-D446-28A3-F587-C3CEFAFAC211}"/>
          </ac:spMkLst>
        </pc:spChg>
        <pc:spChg chg="mod">
          <ac:chgData name="EMANUELE IOVANE" userId="15441e63-376a-4c25-a436-265d0e7c0fde" providerId="ADAL" clId="{AA08CA4F-CDBC-4E7A-8D8E-AD2EFE6D1E51}" dt="2025-06-11T17:07:06.560" v="8580"/>
          <ac:spMkLst>
            <pc:docMk/>
            <pc:sldMk cId="1880526634" sldId="333"/>
            <ac:spMk id="14" creationId="{D95FF536-A5DF-3C6D-BEBF-E1BB6E35F112}"/>
          </ac:spMkLst>
        </pc:spChg>
        <pc:spChg chg="mod">
          <ac:chgData name="EMANUELE IOVANE" userId="15441e63-376a-4c25-a436-265d0e7c0fde" providerId="ADAL" clId="{AA08CA4F-CDBC-4E7A-8D8E-AD2EFE6D1E51}" dt="2025-06-11T16:19:03.773" v="7997" actId="20577"/>
          <ac:spMkLst>
            <pc:docMk/>
            <pc:sldMk cId="1880526634" sldId="333"/>
            <ac:spMk id="173" creationId="{02C06721-B576-4BEB-55EA-3A0BD12E5CE0}"/>
          </ac:spMkLst>
        </pc:spChg>
        <pc:grpChg chg="add mod">
          <ac:chgData name="EMANUELE IOVANE" userId="15441e63-376a-4c25-a436-265d0e7c0fde" providerId="ADAL" clId="{AA08CA4F-CDBC-4E7A-8D8E-AD2EFE6D1E51}" dt="2025-06-11T17:07:06.560" v="8580"/>
          <ac:grpSpMkLst>
            <pc:docMk/>
            <pc:sldMk cId="1880526634" sldId="333"/>
            <ac:grpSpMk id="10" creationId="{EB894D90-70C7-9AFD-2334-108E7299B872}"/>
          </ac:grpSpMkLst>
        </pc:grpChg>
      </pc:sldChg>
      <pc:sldChg chg="addSp delSp modSp mod modAnim">
        <pc:chgData name="EMANUELE IOVANE" userId="15441e63-376a-4c25-a436-265d0e7c0fde" providerId="ADAL" clId="{AA08CA4F-CDBC-4E7A-8D8E-AD2EFE6D1E51}" dt="2025-06-11T17:06:17.501" v="8577"/>
        <pc:sldMkLst>
          <pc:docMk/>
          <pc:sldMk cId="343166208" sldId="334"/>
        </pc:sldMkLst>
        <pc:spChg chg="mod">
          <ac:chgData name="EMANUELE IOVANE" userId="15441e63-376a-4c25-a436-265d0e7c0fde" providerId="ADAL" clId="{AA08CA4F-CDBC-4E7A-8D8E-AD2EFE6D1E51}" dt="2025-06-11T16:08:48.561" v="7229" actId="113"/>
          <ac:spMkLst>
            <pc:docMk/>
            <pc:sldMk cId="343166208" sldId="334"/>
            <ac:spMk id="4" creationId="{EFC7F26F-7D61-9ED4-3992-74B513A125CC}"/>
          </ac:spMkLst>
        </pc:spChg>
        <pc:spChg chg="add mod">
          <ac:chgData name="EMANUELE IOVANE" userId="15441e63-376a-4c25-a436-265d0e7c0fde" providerId="ADAL" clId="{AA08CA4F-CDBC-4E7A-8D8E-AD2EFE6D1E51}" dt="2025-06-11T16:09:55.227" v="7322" actId="1038"/>
          <ac:spMkLst>
            <pc:docMk/>
            <pc:sldMk cId="343166208" sldId="334"/>
            <ac:spMk id="6" creationId="{F7863AB2-9D14-D6D8-4A10-E91FAC30EAF5}"/>
          </ac:spMkLst>
        </pc:spChg>
        <pc:spChg chg="add mod">
          <ac:chgData name="EMANUELE IOVANE" userId="15441e63-376a-4c25-a436-265d0e7c0fde" providerId="ADAL" clId="{AA08CA4F-CDBC-4E7A-8D8E-AD2EFE6D1E51}" dt="2025-06-11T16:10:59.338" v="7511" actId="1038"/>
          <ac:spMkLst>
            <pc:docMk/>
            <pc:sldMk cId="343166208" sldId="334"/>
            <ac:spMk id="9" creationId="{36D4DC59-1C66-6E13-6371-C2350AFF18E6}"/>
          </ac:spMkLst>
        </pc:spChg>
        <pc:spChg chg="mod">
          <ac:chgData name="EMANUELE IOVANE" userId="15441e63-376a-4c25-a436-265d0e7c0fde" providerId="ADAL" clId="{AA08CA4F-CDBC-4E7A-8D8E-AD2EFE6D1E51}" dt="2025-06-11T16:13:16.917" v="7726"/>
          <ac:spMkLst>
            <pc:docMk/>
            <pc:sldMk cId="343166208" sldId="334"/>
            <ac:spMk id="11" creationId="{0F6A5D88-1CAC-FD50-3462-01C56A29B184}"/>
          </ac:spMkLst>
        </pc:spChg>
        <pc:spChg chg="mod">
          <ac:chgData name="EMANUELE IOVANE" userId="15441e63-376a-4c25-a436-265d0e7c0fde" providerId="ADAL" clId="{AA08CA4F-CDBC-4E7A-8D8E-AD2EFE6D1E51}" dt="2025-06-11T16:20:17.198" v="8017" actId="403"/>
          <ac:spMkLst>
            <pc:docMk/>
            <pc:sldMk cId="343166208" sldId="334"/>
            <ac:spMk id="19" creationId="{B92C4ED8-CC30-B6FB-93CF-B473FD69F55F}"/>
          </ac:spMkLst>
        </pc:spChg>
        <pc:spChg chg="add del">
          <ac:chgData name="EMANUELE IOVANE" userId="15441e63-376a-4c25-a436-265d0e7c0fde" providerId="ADAL" clId="{AA08CA4F-CDBC-4E7A-8D8E-AD2EFE6D1E51}" dt="2025-06-11T16:20:05.955" v="8014" actId="478"/>
          <ac:spMkLst>
            <pc:docMk/>
            <pc:sldMk cId="343166208" sldId="334"/>
            <ac:spMk id="20" creationId="{1195458D-2A4D-6C2D-E6AA-22A12C78E890}"/>
          </ac:spMkLst>
        </pc:spChg>
        <pc:spChg chg="mod">
          <ac:chgData name="EMANUELE IOVANE" userId="15441e63-376a-4c25-a436-265d0e7c0fde" providerId="ADAL" clId="{AA08CA4F-CDBC-4E7A-8D8E-AD2EFE6D1E51}" dt="2025-06-11T17:06:17.501" v="8577"/>
          <ac:spMkLst>
            <pc:docMk/>
            <pc:sldMk cId="343166208" sldId="334"/>
            <ac:spMk id="23" creationId="{81C42CA1-BFA6-88C7-7F98-3F8FC86759FB}"/>
          </ac:spMkLst>
        </pc:spChg>
        <pc:spChg chg="mod">
          <ac:chgData name="EMANUELE IOVANE" userId="15441e63-376a-4c25-a436-265d0e7c0fde" providerId="ADAL" clId="{AA08CA4F-CDBC-4E7A-8D8E-AD2EFE6D1E51}" dt="2025-06-11T17:06:17.501" v="8577"/>
          <ac:spMkLst>
            <pc:docMk/>
            <pc:sldMk cId="343166208" sldId="334"/>
            <ac:spMk id="24" creationId="{FFB3CFDA-427F-29F9-8486-90B654B7102C}"/>
          </ac:spMkLst>
        </pc:spChg>
        <pc:spChg chg="mod">
          <ac:chgData name="EMANUELE IOVANE" userId="15441e63-376a-4c25-a436-265d0e7c0fde" providerId="ADAL" clId="{AA08CA4F-CDBC-4E7A-8D8E-AD2EFE6D1E51}" dt="2025-06-11T17:06:17.501" v="8577"/>
          <ac:spMkLst>
            <pc:docMk/>
            <pc:sldMk cId="343166208" sldId="334"/>
            <ac:spMk id="25" creationId="{2FF6C28D-2176-4899-A173-52D16761931C}"/>
          </ac:spMkLst>
        </pc:spChg>
        <pc:spChg chg="mod">
          <ac:chgData name="EMANUELE IOVANE" userId="15441e63-376a-4c25-a436-265d0e7c0fde" providerId="ADAL" clId="{AA08CA4F-CDBC-4E7A-8D8E-AD2EFE6D1E51}" dt="2025-06-11T17:06:17.501" v="8577"/>
          <ac:spMkLst>
            <pc:docMk/>
            <pc:sldMk cId="343166208" sldId="334"/>
            <ac:spMk id="26" creationId="{59A6DFBF-A62C-B43D-12A3-E53B9358D504}"/>
          </ac:spMkLst>
        </pc:spChg>
        <pc:grpChg chg="add mod">
          <ac:chgData name="EMANUELE IOVANE" userId="15441e63-376a-4c25-a436-265d0e7c0fde" providerId="ADAL" clId="{AA08CA4F-CDBC-4E7A-8D8E-AD2EFE6D1E51}" dt="2025-06-11T17:06:17.501" v="8577"/>
          <ac:grpSpMkLst>
            <pc:docMk/>
            <pc:sldMk cId="343166208" sldId="334"/>
            <ac:grpSpMk id="22" creationId="{D3FE39E8-AD4F-598D-A92A-1B6BB814994E}"/>
          </ac:grpSpMkLst>
        </pc:grpChg>
        <pc:picChg chg="add mod">
          <ac:chgData name="EMANUELE IOVANE" userId="15441e63-376a-4c25-a436-265d0e7c0fde" providerId="ADAL" clId="{AA08CA4F-CDBC-4E7A-8D8E-AD2EFE6D1E51}" dt="2025-06-11T16:09:55.227" v="7322" actId="1038"/>
          <ac:picMkLst>
            <pc:docMk/>
            <pc:sldMk cId="343166208" sldId="334"/>
            <ac:picMk id="2" creationId="{6D58C0EC-57CE-0619-E9F0-F9E00C774F2C}"/>
          </ac:picMkLst>
        </pc:picChg>
        <pc:picChg chg="add mod">
          <ac:chgData name="EMANUELE IOVANE" userId="15441e63-376a-4c25-a436-265d0e7c0fde" providerId="ADAL" clId="{AA08CA4F-CDBC-4E7A-8D8E-AD2EFE6D1E51}" dt="2025-06-11T16:09:55.227" v="7322" actId="1038"/>
          <ac:picMkLst>
            <pc:docMk/>
            <pc:sldMk cId="343166208" sldId="334"/>
            <ac:picMk id="7" creationId="{8480F2EC-882B-95DA-9A9E-1F4982492458}"/>
          </ac:picMkLst>
        </pc:picChg>
        <pc:picChg chg="add mod">
          <ac:chgData name="EMANUELE IOVANE" userId="15441e63-376a-4c25-a436-265d0e7c0fde" providerId="ADAL" clId="{AA08CA4F-CDBC-4E7A-8D8E-AD2EFE6D1E51}" dt="2025-06-11T16:16:59.437" v="7936" actId="1076"/>
          <ac:picMkLst>
            <pc:docMk/>
            <pc:sldMk cId="343166208" sldId="334"/>
            <ac:picMk id="10" creationId="{5C23D5DB-4104-32C4-FF2C-447AA8D7C2EE}"/>
          </ac:picMkLst>
        </pc:picChg>
        <pc:picChg chg="add del mod">
          <ac:chgData name="EMANUELE IOVANE" userId="15441e63-376a-4c25-a436-265d0e7c0fde" providerId="ADAL" clId="{AA08CA4F-CDBC-4E7A-8D8E-AD2EFE6D1E51}" dt="2025-06-11T16:12:27.803" v="7655" actId="478"/>
          <ac:picMkLst>
            <pc:docMk/>
            <pc:sldMk cId="343166208" sldId="334"/>
            <ac:picMk id="12" creationId="{EAD42CAA-DFAC-E2B2-1DBB-5C9028C6D4C6}"/>
          </ac:picMkLst>
        </pc:picChg>
        <pc:picChg chg="add mod">
          <ac:chgData name="EMANUELE IOVANE" userId="15441e63-376a-4c25-a436-265d0e7c0fde" providerId="ADAL" clId="{AA08CA4F-CDBC-4E7A-8D8E-AD2EFE6D1E51}" dt="2025-06-11T16:17:01.896" v="7937" actId="1076"/>
          <ac:picMkLst>
            <pc:docMk/>
            <pc:sldMk cId="343166208" sldId="334"/>
            <ac:picMk id="14" creationId="{8EC9C56C-8E74-6CEB-E712-C2DEAA5106EB}"/>
          </ac:picMkLst>
        </pc:picChg>
        <pc:cxnChg chg="add mod">
          <ac:chgData name="EMANUELE IOVANE" userId="15441e63-376a-4c25-a436-265d0e7c0fde" providerId="ADAL" clId="{AA08CA4F-CDBC-4E7A-8D8E-AD2EFE6D1E51}" dt="2025-06-11T16:09:55.227" v="7322" actId="1038"/>
          <ac:cxnSpMkLst>
            <pc:docMk/>
            <pc:sldMk cId="343166208" sldId="334"/>
            <ac:cxnSpMk id="5" creationId="{A978E3CE-8EC0-FD77-7C9D-DB834F69F3C1}"/>
          </ac:cxnSpMkLst>
        </pc:cxnChg>
        <pc:cxnChg chg="add mod">
          <ac:chgData name="EMANUELE IOVANE" userId="15441e63-376a-4c25-a436-265d0e7c0fde" providerId="ADAL" clId="{AA08CA4F-CDBC-4E7A-8D8E-AD2EFE6D1E51}" dt="2025-06-11T16:10:18.897" v="7421" actId="1037"/>
          <ac:cxnSpMkLst>
            <pc:docMk/>
            <pc:sldMk cId="343166208" sldId="334"/>
            <ac:cxnSpMk id="8" creationId="{043B2334-B8C6-96B7-F57E-33466E08BB63}"/>
          </ac:cxnSpMkLst>
        </pc:cxnChg>
        <pc:cxnChg chg="mod">
          <ac:chgData name="EMANUELE IOVANE" userId="15441e63-376a-4c25-a436-265d0e7c0fde" providerId="ADAL" clId="{AA08CA4F-CDBC-4E7A-8D8E-AD2EFE6D1E51}" dt="2025-06-11T16:26:37.736" v="8046" actId="14100"/>
          <ac:cxnSpMkLst>
            <pc:docMk/>
            <pc:sldMk cId="343166208" sldId="334"/>
            <ac:cxnSpMk id="13" creationId="{7899C48C-8830-41D6-1324-0221019A5B37}"/>
          </ac:cxnSpMkLst>
        </pc:cxnChg>
      </pc:sldChg>
      <pc:sldChg chg="addSp delSp modSp mod">
        <pc:chgData name="EMANUELE IOVANE" userId="15441e63-376a-4c25-a436-265d0e7c0fde" providerId="ADAL" clId="{AA08CA4F-CDBC-4E7A-8D8E-AD2EFE6D1E51}" dt="2025-06-11T09:58:38.220" v="4307" actId="20577"/>
        <pc:sldMkLst>
          <pc:docMk/>
          <pc:sldMk cId="3991619902" sldId="335"/>
        </pc:sldMkLst>
        <pc:spChg chg="add mod">
          <ac:chgData name="EMANUELE IOVANE" userId="15441e63-376a-4c25-a436-265d0e7c0fde" providerId="ADAL" clId="{AA08CA4F-CDBC-4E7A-8D8E-AD2EFE6D1E51}" dt="2025-06-11T09:58:03.016" v="4302" actId="20577"/>
          <ac:spMkLst>
            <pc:docMk/>
            <pc:sldMk cId="3991619902" sldId="335"/>
            <ac:spMk id="6" creationId="{D63F5D32-F78A-1F03-CF07-2FFE1695B81F}"/>
          </ac:spMkLst>
        </pc:spChg>
        <pc:spChg chg="del">
          <ac:chgData name="EMANUELE IOVANE" userId="15441e63-376a-4c25-a436-265d0e7c0fde" providerId="ADAL" clId="{AA08CA4F-CDBC-4E7A-8D8E-AD2EFE6D1E51}" dt="2025-06-11T09:57:49.212" v="4287" actId="478"/>
          <ac:spMkLst>
            <pc:docMk/>
            <pc:sldMk cId="3991619902" sldId="335"/>
            <ac:spMk id="8" creationId="{88E41660-1926-1365-FED2-036FFFD66572}"/>
          </ac:spMkLst>
        </pc:spChg>
        <pc:spChg chg="mod">
          <ac:chgData name="EMANUELE IOVANE" userId="15441e63-376a-4c25-a436-265d0e7c0fde" providerId="ADAL" clId="{AA08CA4F-CDBC-4E7A-8D8E-AD2EFE6D1E51}" dt="2025-06-11T09:58:38.220" v="4307" actId="20577"/>
          <ac:spMkLst>
            <pc:docMk/>
            <pc:sldMk cId="3991619902" sldId="335"/>
            <ac:spMk id="173" creationId="{440893FB-D280-214E-7469-15F3FB62BCEB}"/>
          </ac:spMkLst>
        </pc:spChg>
        <pc:graphicFrameChg chg="mod">
          <ac:chgData name="EMANUELE IOVANE" userId="15441e63-376a-4c25-a436-265d0e7c0fde" providerId="ADAL" clId="{AA08CA4F-CDBC-4E7A-8D8E-AD2EFE6D1E51}" dt="2025-06-11T09:58:11.220" v="4303" actId="1076"/>
          <ac:graphicFrameMkLst>
            <pc:docMk/>
            <pc:sldMk cId="3991619902" sldId="335"/>
            <ac:graphicFrameMk id="10" creationId="{3E395A40-CB3F-8C82-D7FD-2A6F3E3B6129}"/>
          </ac:graphicFrameMkLst>
        </pc:graphicFrameChg>
      </pc:sldChg>
      <pc:sldChg chg="addSp delSp modSp add mod">
        <pc:chgData name="EMANUELE IOVANE" userId="15441e63-376a-4c25-a436-265d0e7c0fde" providerId="ADAL" clId="{AA08CA4F-CDBC-4E7A-8D8E-AD2EFE6D1E51}" dt="2025-06-11T09:28:03.830" v="3320" actId="14861"/>
        <pc:sldMkLst>
          <pc:docMk/>
          <pc:sldMk cId="4014331273" sldId="336"/>
        </pc:sldMkLst>
        <pc:spChg chg="add mod">
          <ac:chgData name="EMANUELE IOVANE" userId="15441e63-376a-4c25-a436-265d0e7c0fde" providerId="ADAL" clId="{AA08CA4F-CDBC-4E7A-8D8E-AD2EFE6D1E51}" dt="2025-06-11T08:39:02.108" v="3099" actId="14100"/>
          <ac:spMkLst>
            <pc:docMk/>
            <pc:sldMk cId="4014331273" sldId="336"/>
            <ac:spMk id="18" creationId="{25E69269-608D-491E-13F0-3BBF9F10F440}"/>
          </ac:spMkLst>
        </pc:spChg>
        <pc:spChg chg="mod">
          <ac:chgData name="EMANUELE IOVANE" userId="15441e63-376a-4c25-a436-265d0e7c0fde" providerId="ADAL" clId="{AA08CA4F-CDBC-4E7A-8D8E-AD2EFE6D1E51}" dt="2025-06-10T15:28:50.012" v="3023" actId="20577"/>
          <ac:spMkLst>
            <pc:docMk/>
            <pc:sldMk cId="4014331273" sldId="336"/>
            <ac:spMk id="173" creationId="{B6DD460D-338E-8445-5CEF-74EB27C7CBEF}"/>
          </ac:spMkLst>
        </pc:spChg>
        <pc:graphicFrameChg chg="add mod modGraphic">
          <ac:chgData name="EMANUELE IOVANE" userId="15441e63-376a-4c25-a436-265d0e7c0fde" providerId="ADAL" clId="{AA08CA4F-CDBC-4E7A-8D8E-AD2EFE6D1E51}" dt="2025-06-11T09:17:26.063" v="3136" actId="2711"/>
          <ac:graphicFrameMkLst>
            <pc:docMk/>
            <pc:sldMk cId="4014331273" sldId="336"/>
            <ac:graphicFrameMk id="22" creationId="{43FC6729-D27D-7B40-048C-B5DBEE588D9B}"/>
          </ac:graphicFrameMkLst>
        </pc:graphicFrameChg>
        <pc:picChg chg="add mod">
          <ac:chgData name="EMANUELE IOVANE" userId="15441e63-376a-4c25-a436-265d0e7c0fde" providerId="ADAL" clId="{AA08CA4F-CDBC-4E7A-8D8E-AD2EFE6D1E51}" dt="2025-06-11T09:28:03.830" v="3320" actId="14861"/>
          <ac:picMkLst>
            <pc:docMk/>
            <pc:sldMk cId="4014331273" sldId="336"/>
            <ac:picMk id="14" creationId="{65057574-E322-7882-8649-CB9A1C10BBD2}"/>
          </ac:picMkLst>
        </pc:picChg>
      </pc:sldChg>
      <pc:sldChg chg="modSp add del mod">
        <pc:chgData name="EMANUELE IOVANE" userId="15441e63-376a-4c25-a436-265d0e7c0fde" providerId="ADAL" clId="{AA08CA4F-CDBC-4E7A-8D8E-AD2EFE6D1E51}" dt="2025-06-11T08:39:10.531" v="3101" actId="47"/>
        <pc:sldMkLst>
          <pc:docMk/>
          <pc:sldMk cId="1376311454" sldId="339"/>
        </pc:sldMkLst>
      </pc:sldChg>
      <pc:sldChg chg="modSp add del mod">
        <pc:chgData name="EMANUELE IOVANE" userId="15441e63-376a-4c25-a436-265d0e7c0fde" providerId="ADAL" clId="{AA08CA4F-CDBC-4E7A-8D8E-AD2EFE6D1E51}" dt="2025-06-11T08:39:12.541" v="3102" actId="47"/>
        <pc:sldMkLst>
          <pc:docMk/>
          <pc:sldMk cId="1535205653" sldId="340"/>
        </pc:sldMkLst>
      </pc:sldChg>
      <pc:sldChg chg="modSp add del mod">
        <pc:chgData name="EMANUELE IOVANE" userId="15441e63-376a-4c25-a436-265d0e7c0fde" providerId="ADAL" clId="{AA08CA4F-CDBC-4E7A-8D8E-AD2EFE6D1E51}" dt="2025-06-11T08:39:15.117" v="3103" actId="47"/>
        <pc:sldMkLst>
          <pc:docMk/>
          <pc:sldMk cId="4061948303" sldId="341"/>
        </pc:sldMkLst>
      </pc:sldChg>
      <pc:sldChg chg="modSp del mod">
        <pc:chgData name="EMANUELE IOVANE" userId="15441e63-376a-4c25-a436-265d0e7c0fde" providerId="ADAL" clId="{AA08CA4F-CDBC-4E7A-8D8E-AD2EFE6D1E51}" dt="2025-06-11T09:41:22.713" v="3869" actId="47"/>
        <pc:sldMkLst>
          <pc:docMk/>
          <pc:sldMk cId="526381514" sldId="342"/>
        </pc:sldMkLst>
        <pc:spChg chg="mod">
          <ac:chgData name="EMANUELE IOVANE" userId="15441e63-376a-4c25-a436-265d0e7c0fde" providerId="ADAL" clId="{AA08CA4F-CDBC-4E7A-8D8E-AD2EFE6D1E51}" dt="2025-06-11T09:38:05.446" v="3729" actId="20577"/>
          <ac:spMkLst>
            <pc:docMk/>
            <pc:sldMk cId="526381514" sldId="342"/>
            <ac:spMk id="16" creationId="{5820E395-70B1-A981-7B05-5CEB24080407}"/>
          </ac:spMkLst>
        </pc:spChg>
      </pc:sldChg>
      <pc:sldChg chg="addSp modSp mod">
        <pc:chgData name="EMANUELE IOVANE" userId="15441e63-376a-4c25-a436-265d0e7c0fde" providerId="ADAL" clId="{AA08CA4F-CDBC-4E7A-8D8E-AD2EFE6D1E51}" dt="2025-06-11T17:07:08.352" v="8581"/>
        <pc:sldMkLst>
          <pc:docMk/>
          <pc:sldMk cId="2756679095" sldId="343"/>
        </pc:sldMkLst>
        <pc:spChg chg="add mod">
          <ac:chgData name="EMANUELE IOVANE" userId="15441e63-376a-4c25-a436-265d0e7c0fde" providerId="ADAL" clId="{AA08CA4F-CDBC-4E7A-8D8E-AD2EFE6D1E51}" dt="2025-06-11T16:26:58.922" v="8059" actId="20577"/>
          <ac:spMkLst>
            <pc:docMk/>
            <pc:sldMk cId="2756679095" sldId="343"/>
            <ac:spMk id="4" creationId="{2954781C-A010-5AC9-2EB2-14C2504078B3}"/>
          </ac:spMkLst>
        </pc:spChg>
        <pc:spChg chg="mod">
          <ac:chgData name="EMANUELE IOVANE" userId="15441e63-376a-4c25-a436-265d0e7c0fde" providerId="ADAL" clId="{AA08CA4F-CDBC-4E7A-8D8E-AD2EFE6D1E51}" dt="2025-06-11T16:29:25.236" v="8137" actId="14100"/>
          <ac:spMkLst>
            <pc:docMk/>
            <pc:sldMk cId="2756679095" sldId="343"/>
            <ac:spMk id="6" creationId="{9326C7F2-6EEB-EBF1-4531-D48D60A3BFA0}"/>
          </ac:spMkLst>
        </pc:spChg>
        <pc:spChg chg="mod">
          <ac:chgData name="EMANUELE IOVANE" userId="15441e63-376a-4c25-a436-265d0e7c0fde" providerId="ADAL" clId="{AA08CA4F-CDBC-4E7A-8D8E-AD2EFE6D1E51}" dt="2025-06-11T17:07:08.352" v="8581"/>
          <ac:spMkLst>
            <pc:docMk/>
            <pc:sldMk cId="2756679095" sldId="343"/>
            <ac:spMk id="7" creationId="{DF949AFA-6D96-0442-27FB-F86DC1F3DA23}"/>
          </ac:spMkLst>
        </pc:spChg>
        <pc:spChg chg="mod">
          <ac:chgData name="EMANUELE IOVANE" userId="15441e63-376a-4c25-a436-265d0e7c0fde" providerId="ADAL" clId="{AA08CA4F-CDBC-4E7A-8D8E-AD2EFE6D1E51}" dt="2025-06-11T17:07:08.352" v="8581"/>
          <ac:spMkLst>
            <pc:docMk/>
            <pc:sldMk cId="2756679095" sldId="343"/>
            <ac:spMk id="8" creationId="{CEBE2420-89D0-D66D-4483-3C07BD353618}"/>
          </ac:spMkLst>
        </pc:spChg>
        <pc:spChg chg="mod">
          <ac:chgData name="EMANUELE IOVANE" userId="15441e63-376a-4c25-a436-265d0e7c0fde" providerId="ADAL" clId="{AA08CA4F-CDBC-4E7A-8D8E-AD2EFE6D1E51}" dt="2025-06-11T16:29:37.994" v="8182" actId="1037"/>
          <ac:spMkLst>
            <pc:docMk/>
            <pc:sldMk cId="2756679095" sldId="343"/>
            <ac:spMk id="12" creationId="{9B900F12-D4CF-F7CE-3700-0D3E956E85AA}"/>
          </ac:spMkLst>
        </pc:spChg>
        <pc:spChg chg="mod">
          <ac:chgData name="EMANUELE IOVANE" userId="15441e63-376a-4c25-a436-265d0e7c0fde" providerId="ADAL" clId="{AA08CA4F-CDBC-4E7A-8D8E-AD2EFE6D1E51}" dt="2025-06-11T17:07:08.352" v="8581"/>
          <ac:spMkLst>
            <pc:docMk/>
            <pc:sldMk cId="2756679095" sldId="343"/>
            <ac:spMk id="13" creationId="{8A92F9C9-719A-033D-8DA0-C2A4CC26A325}"/>
          </ac:spMkLst>
        </pc:spChg>
        <pc:spChg chg="mod">
          <ac:chgData name="EMANUELE IOVANE" userId="15441e63-376a-4c25-a436-265d0e7c0fde" providerId="ADAL" clId="{AA08CA4F-CDBC-4E7A-8D8E-AD2EFE6D1E51}" dt="2025-06-11T17:07:08.352" v="8581"/>
          <ac:spMkLst>
            <pc:docMk/>
            <pc:sldMk cId="2756679095" sldId="343"/>
            <ac:spMk id="15" creationId="{683A50EB-CE16-5305-7166-A1F9C58857F2}"/>
          </ac:spMkLst>
        </pc:spChg>
        <pc:spChg chg="mod">
          <ac:chgData name="EMANUELE IOVANE" userId="15441e63-376a-4c25-a436-265d0e7c0fde" providerId="ADAL" clId="{AA08CA4F-CDBC-4E7A-8D8E-AD2EFE6D1E51}" dt="2025-06-11T16:27:03.915" v="8074" actId="20577"/>
          <ac:spMkLst>
            <pc:docMk/>
            <pc:sldMk cId="2756679095" sldId="343"/>
            <ac:spMk id="173" creationId="{3E16EA69-D6EE-96F5-947F-00B3ED2B5923}"/>
          </ac:spMkLst>
        </pc:spChg>
        <pc:grpChg chg="add mod">
          <ac:chgData name="EMANUELE IOVANE" userId="15441e63-376a-4c25-a436-265d0e7c0fde" providerId="ADAL" clId="{AA08CA4F-CDBC-4E7A-8D8E-AD2EFE6D1E51}" dt="2025-06-11T17:07:08.352" v="8581"/>
          <ac:grpSpMkLst>
            <pc:docMk/>
            <pc:sldMk cId="2756679095" sldId="343"/>
            <ac:grpSpMk id="5" creationId="{DE85C4D3-26F0-E737-E29F-C2496250BAEC}"/>
          </ac:grpSpMkLst>
        </pc:grpChg>
        <pc:picChg chg="mod">
          <ac:chgData name="EMANUELE IOVANE" userId="15441e63-376a-4c25-a436-265d0e7c0fde" providerId="ADAL" clId="{AA08CA4F-CDBC-4E7A-8D8E-AD2EFE6D1E51}" dt="2025-06-11T16:29:30.926" v="8151" actId="1038"/>
          <ac:picMkLst>
            <pc:docMk/>
            <pc:sldMk cId="2756679095" sldId="343"/>
            <ac:picMk id="10" creationId="{6B9A9EB1-BE65-E2FB-395F-CFAC32E8E0AC}"/>
          </ac:picMkLst>
        </pc:picChg>
        <pc:picChg chg="mod">
          <ac:chgData name="EMANUELE IOVANE" userId="15441e63-376a-4c25-a436-265d0e7c0fde" providerId="ADAL" clId="{AA08CA4F-CDBC-4E7A-8D8E-AD2EFE6D1E51}" dt="2025-06-11T16:29:44.246" v="8192" actId="1038"/>
          <ac:picMkLst>
            <pc:docMk/>
            <pc:sldMk cId="2756679095" sldId="343"/>
            <ac:picMk id="11" creationId="{BDD695A3-464E-3BAE-0A95-413DB193C500}"/>
          </ac:picMkLst>
        </pc:picChg>
        <pc:cxnChg chg="mod">
          <ac:chgData name="EMANUELE IOVANE" userId="15441e63-376a-4c25-a436-265d0e7c0fde" providerId="ADAL" clId="{AA08CA4F-CDBC-4E7A-8D8E-AD2EFE6D1E51}" dt="2025-06-11T16:29:37.994" v="8182" actId="1037"/>
          <ac:cxnSpMkLst>
            <pc:docMk/>
            <pc:sldMk cId="2756679095" sldId="343"/>
            <ac:cxnSpMk id="14" creationId="{ED749554-FF4D-8BF4-9AC6-98263D4F6F90}"/>
          </ac:cxnSpMkLst>
        </pc:cxnChg>
      </pc:sldChg>
      <pc:sldChg chg="modSp mod">
        <pc:chgData name="EMANUELE IOVANE" userId="15441e63-376a-4c25-a436-265d0e7c0fde" providerId="ADAL" clId="{AA08CA4F-CDBC-4E7A-8D8E-AD2EFE6D1E51}" dt="2025-06-11T09:57:26.380" v="4286" actId="1037"/>
        <pc:sldMkLst>
          <pc:docMk/>
          <pc:sldMk cId="3194232638" sldId="344"/>
        </pc:sldMkLst>
        <pc:spChg chg="mod">
          <ac:chgData name="EMANUELE IOVANE" userId="15441e63-376a-4c25-a436-265d0e7c0fde" providerId="ADAL" clId="{AA08CA4F-CDBC-4E7A-8D8E-AD2EFE6D1E51}" dt="2025-06-11T09:57:26.380" v="4286" actId="1037"/>
          <ac:spMkLst>
            <pc:docMk/>
            <pc:sldMk cId="3194232638" sldId="344"/>
            <ac:spMk id="16" creationId="{A5812722-3B0F-2A52-AAB4-45FF09E83321}"/>
          </ac:spMkLst>
        </pc:spChg>
        <pc:spChg chg="mod">
          <ac:chgData name="EMANUELE IOVANE" userId="15441e63-376a-4c25-a436-265d0e7c0fde" providerId="ADAL" clId="{AA08CA4F-CDBC-4E7A-8D8E-AD2EFE6D1E51}" dt="2025-06-11T09:56:44.926" v="4276" actId="1035"/>
          <ac:spMkLst>
            <pc:docMk/>
            <pc:sldMk cId="3194232638" sldId="344"/>
            <ac:spMk id="21" creationId="{06B56B19-1A76-533B-EFE9-4C3BB47EB141}"/>
          </ac:spMkLst>
        </pc:spChg>
        <pc:spChg chg="mod">
          <ac:chgData name="EMANUELE IOVANE" userId="15441e63-376a-4c25-a436-265d0e7c0fde" providerId="ADAL" clId="{AA08CA4F-CDBC-4E7A-8D8E-AD2EFE6D1E51}" dt="2025-06-11T09:41:28.987" v="3871" actId="20577"/>
          <ac:spMkLst>
            <pc:docMk/>
            <pc:sldMk cId="3194232638" sldId="344"/>
            <ac:spMk id="173" creationId="{FCE94BF9-0C10-2F46-9754-1BAE35D5CDB4}"/>
          </ac:spMkLst>
        </pc:spChg>
      </pc:sldChg>
      <pc:sldChg chg="modSp mod">
        <pc:chgData name="EMANUELE IOVANE" userId="15441e63-376a-4c25-a436-265d0e7c0fde" providerId="ADAL" clId="{AA08CA4F-CDBC-4E7A-8D8E-AD2EFE6D1E51}" dt="2025-06-11T09:58:31.633" v="4305" actId="6549"/>
        <pc:sldMkLst>
          <pc:docMk/>
          <pc:sldMk cId="3743827298" sldId="345"/>
        </pc:sldMkLst>
        <pc:spChg chg="mod">
          <ac:chgData name="EMANUELE IOVANE" userId="15441e63-376a-4c25-a436-265d0e7c0fde" providerId="ADAL" clId="{AA08CA4F-CDBC-4E7A-8D8E-AD2EFE6D1E51}" dt="2025-06-11T09:56:32.466" v="4271" actId="14100"/>
          <ac:spMkLst>
            <pc:docMk/>
            <pc:sldMk cId="3743827298" sldId="345"/>
            <ac:spMk id="16" creationId="{5093FCF2-F9F8-364A-A871-41E850765830}"/>
          </ac:spMkLst>
        </pc:spChg>
        <pc:spChg chg="mod">
          <ac:chgData name="EMANUELE IOVANE" userId="15441e63-376a-4c25-a436-265d0e7c0fde" providerId="ADAL" clId="{AA08CA4F-CDBC-4E7A-8D8E-AD2EFE6D1E51}" dt="2025-06-11T09:56:00.034" v="4268" actId="1037"/>
          <ac:spMkLst>
            <pc:docMk/>
            <pc:sldMk cId="3743827298" sldId="345"/>
            <ac:spMk id="21" creationId="{895EABAC-0AAA-64CB-4E1D-FB4AE18D95D8}"/>
          </ac:spMkLst>
        </pc:spChg>
        <pc:spChg chg="mod">
          <ac:chgData name="EMANUELE IOVANE" userId="15441e63-376a-4c25-a436-265d0e7c0fde" providerId="ADAL" clId="{AA08CA4F-CDBC-4E7A-8D8E-AD2EFE6D1E51}" dt="2025-06-11T09:58:31.633" v="4305" actId="6549"/>
          <ac:spMkLst>
            <pc:docMk/>
            <pc:sldMk cId="3743827298" sldId="345"/>
            <ac:spMk id="173" creationId="{3FAFD4A9-FB43-D1D9-9D56-22A8FAC82FD0}"/>
          </ac:spMkLst>
        </pc:spChg>
      </pc:sldChg>
      <pc:sldChg chg="del">
        <pc:chgData name="EMANUELE IOVANE" userId="15441e63-376a-4c25-a436-265d0e7c0fde" providerId="ADAL" clId="{AA08CA4F-CDBC-4E7A-8D8E-AD2EFE6D1E51}" dt="2025-06-11T09:42:18.069" v="3880" actId="47"/>
        <pc:sldMkLst>
          <pc:docMk/>
          <pc:sldMk cId="1376228244" sldId="346"/>
        </pc:sldMkLst>
      </pc:sldChg>
      <pc:sldChg chg="modSp mod">
        <pc:chgData name="EMANUELE IOVANE" userId="15441e63-376a-4c25-a436-265d0e7c0fde" providerId="ADAL" clId="{AA08CA4F-CDBC-4E7A-8D8E-AD2EFE6D1E51}" dt="2025-06-11T10:30:12.457" v="5020" actId="20577"/>
        <pc:sldMkLst>
          <pc:docMk/>
          <pc:sldMk cId="1166052227" sldId="347"/>
        </pc:sldMkLst>
        <pc:spChg chg="mod">
          <ac:chgData name="EMANUELE IOVANE" userId="15441e63-376a-4c25-a436-265d0e7c0fde" providerId="ADAL" clId="{AA08CA4F-CDBC-4E7A-8D8E-AD2EFE6D1E51}" dt="2025-06-11T10:28:59.131" v="5004" actId="20577"/>
          <ac:spMkLst>
            <pc:docMk/>
            <pc:sldMk cId="1166052227" sldId="347"/>
            <ac:spMk id="7" creationId="{726AE7B1-9A1E-00C8-8F98-9A58F07BC347}"/>
          </ac:spMkLst>
        </pc:spChg>
        <pc:spChg chg="mod">
          <ac:chgData name="EMANUELE IOVANE" userId="15441e63-376a-4c25-a436-265d0e7c0fde" providerId="ADAL" clId="{AA08CA4F-CDBC-4E7A-8D8E-AD2EFE6D1E51}" dt="2025-06-11T10:30:12.457" v="5020" actId="20577"/>
          <ac:spMkLst>
            <pc:docMk/>
            <pc:sldMk cId="1166052227" sldId="347"/>
            <ac:spMk id="16" creationId="{F3260D99-97AA-8B22-BDCA-17F561C04D2D}"/>
          </ac:spMkLst>
        </pc:spChg>
        <pc:spChg chg="mod">
          <ac:chgData name="EMANUELE IOVANE" userId="15441e63-376a-4c25-a436-265d0e7c0fde" providerId="ADAL" clId="{AA08CA4F-CDBC-4E7A-8D8E-AD2EFE6D1E51}" dt="2025-06-11T10:28:00.357" v="4981" actId="20577"/>
          <ac:spMkLst>
            <pc:docMk/>
            <pc:sldMk cId="1166052227" sldId="347"/>
            <ac:spMk id="173" creationId="{9F1AC53A-9771-D4E2-344E-FA950265D9A6}"/>
          </ac:spMkLst>
        </pc:spChg>
      </pc:sldChg>
      <pc:sldChg chg="del">
        <pc:chgData name="EMANUELE IOVANE" userId="15441e63-376a-4c25-a436-265d0e7c0fde" providerId="ADAL" clId="{AA08CA4F-CDBC-4E7A-8D8E-AD2EFE6D1E51}" dt="2025-06-11T10:28:39.185" v="4988" actId="47"/>
        <pc:sldMkLst>
          <pc:docMk/>
          <pc:sldMk cId="1482394787" sldId="348"/>
        </pc:sldMkLst>
      </pc:sldChg>
      <pc:sldChg chg="addSp modSp mod">
        <pc:chgData name="EMANUELE IOVANE" userId="15441e63-376a-4c25-a436-265d0e7c0fde" providerId="ADAL" clId="{AA08CA4F-CDBC-4E7A-8D8E-AD2EFE6D1E51}" dt="2025-06-11T17:08:03.297" v="8586" actId="1076"/>
        <pc:sldMkLst>
          <pc:docMk/>
          <pc:sldMk cId="1847034292" sldId="349"/>
        </pc:sldMkLst>
        <pc:spChg chg="add mod ord">
          <ac:chgData name="EMANUELE IOVANE" userId="15441e63-376a-4c25-a436-265d0e7c0fde" providerId="ADAL" clId="{AA08CA4F-CDBC-4E7A-8D8E-AD2EFE6D1E51}" dt="2025-06-11T16:33:53.483" v="8298" actId="20577"/>
          <ac:spMkLst>
            <pc:docMk/>
            <pc:sldMk cId="1847034292" sldId="349"/>
            <ac:spMk id="6" creationId="{5323D32B-8E25-709A-31E9-F87BD9B80A7E}"/>
          </ac:spMkLst>
        </pc:spChg>
        <pc:spChg chg="mod">
          <ac:chgData name="EMANUELE IOVANE" userId="15441e63-376a-4c25-a436-265d0e7c0fde" providerId="ADAL" clId="{AA08CA4F-CDBC-4E7A-8D8E-AD2EFE6D1E51}" dt="2025-06-11T17:07:57.289" v="8584"/>
          <ac:spMkLst>
            <pc:docMk/>
            <pc:sldMk cId="1847034292" sldId="349"/>
            <ac:spMk id="8" creationId="{4E45129D-1717-68D1-3C6D-FF343FCB25A9}"/>
          </ac:spMkLst>
        </pc:spChg>
        <pc:spChg chg="mod">
          <ac:chgData name="EMANUELE IOVANE" userId="15441e63-376a-4c25-a436-265d0e7c0fde" providerId="ADAL" clId="{AA08CA4F-CDBC-4E7A-8D8E-AD2EFE6D1E51}" dt="2025-06-11T17:07:57.289" v="8584"/>
          <ac:spMkLst>
            <pc:docMk/>
            <pc:sldMk cId="1847034292" sldId="349"/>
            <ac:spMk id="10" creationId="{A47387F8-1228-D74D-24E1-48B1EFBD265E}"/>
          </ac:spMkLst>
        </pc:spChg>
        <pc:spChg chg="mod">
          <ac:chgData name="EMANUELE IOVANE" userId="15441e63-376a-4c25-a436-265d0e7c0fde" providerId="ADAL" clId="{AA08CA4F-CDBC-4E7A-8D8E-AD2EFE6D1E51}" dt="2025-06-11T17:07:57.289" v="8584"/>
          <ac:spMkLst>
            <pc:docMk/>
            <pc:sldMk cId="1847034292" sldId="349"/>
            <ac:spMk id="11" creationId="{A37432F6-7363-5D90-2C45-848980B60FFD}"/>
          </ac:spMkLst>
        </pc:spChg>
        <pc:spChg chg="mod">
          <ac:chgData name="EMANUELE IOVANE" userId="15441e63-376a-4c25-a436-265d0e7c0fde" providerId="ADAL" clId="{AA08CA4F-CDBC-4E7A-8D8E-AD2EFE6D1E51}" dt="2025-06-11T16:32:15.511" v="8246" actId="1036"/>
          <ac:spMkLst>
            <pc:docMk/>
            <pc:sldMk cId="1847034292" sldId="349"/>
            <ac:spMk id="172" creationId="{0CD88175-3861-9560-CB04-C25D88501B68}"/>
          </ac:spMkLst>
        </pc:spChg>
        <pc:spChg chg="mod">
          <ac:chgData name="EMANUELE IOVANE" userId="15441e63-376a-4c25-a436-265d0e7c0fde" providerId="ADAL" clId="{AA08CA4F-CDBC-4E7A-8D8E-AD2EFE6D1E51}" dt="2025-06-11T16:32:10.580" v="8236" actId="20577"/>
          <ac:spMkLst>
            <pc:docMk/>
            <pc:sldMk cId="1847034292" sldId="349"/>
            <ac:spMk id="173" creationId="{AEC2C787-CF16-1D5A-8433-0EAD775B6CB5}"/>
          </ac:spMkLst>
        </pc:spChg>
        <pc:grpChg chg="add mod">
          <ac:chgData name="EMANUELE IOVANE" userId="15441e63-376a-4c25-a436-265d0e7c0fde" providerId="ADAL" clId="{AA08CA4F-CDBC-4E7A-8D8E-AD2EFE6D1E51}" dt="2025-06-11T17:08:03.297" v="8586" actId="1076"/>
          <ac:grpSpMkLst>
            <pc:docMk/>
            <pc:sldMk cId="1847034292" sldId="349"/>
            <ac:grpSpMk id="7" creationId="{7D3F8D19-D44F-6A30-5E33-562B1742EF55}"/>
          </ac:grpSpMkLst>
        </pc:grpChg>
        <pc:cxnChg chg="mod">
          <ac:chgData name="EMANUELE IOVANE" userId="15441e63-376a-4c25-a436-265d0e7c0fde" providerId="ADAL" clId="{AA08CA4F-CDBC-4E7A-8D8E-AD2EFE6D1E51}" dt="2025-06-11T16:33:19.827" v="8269" actId="1036"/>
          <ac:cxnSpMkLst>
            <pc:docMk/>
            <pc:sldMk cId="1847034292" sldId="349"/>
            <ac:cxnSpMk id="175" creationId="{A8A9A4C6-058D-D739-A530-06A1C7B3B203}"/>
          </ac:cxnSpMkLst>
        </pc:cxnChg>
      </pc:sldChg>
      <pc:sldChg chg="addSp modSp mod">
        <pc:chgData name="EMANUELE IOVANE" userId="15441e63-376a-4c25-a436-265d0e7c0fde" providerId="ADAL" clId="{AA08CA4F-CDBC-4E7A-8D8E-AD2EFE6D1E51}" dt="2025-06-11T17:08:14.322" v="8590"/>
        <pc:sldMkLst>
          <pc:docMk/>
          <pc:sldMk cId="4261585549" sldId="350"/>
        </pc:sldMkLst>
        <pc:spChg chg="add mod ord">
          <ac:chgData name="EMANUELE IOVANE" userId="15441e63-376a-4c25-a436-265d0e7c0fde" providerId="ADAL" clId="{AA08CA4F-CDBC-4E7A-8D8E-AD2EFE6D1E51}" dt="2025-06-11T16:35:26.844" v="8351" actId="20577"/>
          <ac:spMkLst>
            <pc:docMk/>
            <pc:sldMk cId="4261585549" sldId="350"/>
            <ac:spMk id="4" creationId="{5F43E4AB-0595-5B8C-59E0-420773209C91}"/>
          </ac:spMkLst>
        </pc:spChg>
        <pc:spChg chg="mod">
          <ac:chgData name="EMANUELE IOVANE" userId="15441e63-376a-4c25-a436-265d0e7c0fde" providerId="ADAL" clId="{AA08CA4F-CDBC-4E7A-8D8E-AD2EFE6D1E51}" dt="2025-06-11T17:08:14.322" v="8590"/>
          <ac:spMkLst>
            <pc:docMk/>
            <pc:sldMk cId="4261585549" sldId="350"/>
            <ac:spMk id="6" creationId="{64A8F46C-D8BB-B75D-4E00-48B70425E210}"/>
          </ac:spMkLst>
        </pc:spChg>
        <pc:spChg chg="mod">
          <ac:chgData name="EMANUELE IOVANE" userId="15441e63-376a-4c25-a436-265d0e7c0fde" providerId="ADAL" clId="{AA08CA4F-CDBC-4E7A-8D8E-AD2EFE6D1E51}" dt="2025-06-11T17:08:14.322" v="8590"/>
          <ac:spMkLst>
            <pc:docMk/>
            <pc:sldMk cId="4261585549" sldId="350"/>
            <ac:spMk id="7" creationId="{200EE0F8-E324-A2DC-C54E-4D14F4521714}"/>
          </ac:spMkLst>
        </pc:spChg>
        <pc:spChg chg="mod">
          <ac:chgData name="EMANUELE IOVANE" userId="15441e63-376a-4c25-a436-265d0e7c0fde" providerId="ADAL" clId="{AA08CA4F-CDBC-4E7A-8D8E-AD2EFE6D1E51}" dt="2025-06-11T17:08:14.322" v="8590"/>
          <ac:spMkLst>
            <pc:docMk/>
            <pc:sldMk cId="4261585549" sldId="350"/>
            <ac:spMk id="8" creationId="{DA647EA8-C6B7-58F2-FE0A-D632FD15780F}"/>
          </ac:spMkLst>
        </pc:spChg>
        <pc:spChg chg="mod">
          <ac:chgData name="EMANUELE IOVANE" userId="15441e63-376a-4c25-a436-265d0e7c0fde" providerId="ADAL" clId="{AA08CA4F-CDBC-4E7A-8D8E-AD2EFE6D1E51}" dt="2025-06-11T16:36:49.754" v="8361" actId="1076"/>
          <ac:spMkLst>
            <pc:docMk/>
            <pc:sldMk cId="4261585549" sldId="350"/>
            <ac:spMk id="172" creationId="{2C400B40-3B07-F656-B755-B02E0D250F1B}"/>
          </ac:spMkLst>
        </pc:spChg>
        <pc:spChg chg="mod">
          <ac:chgData name="EMANUELE IOVANE" userId="15441e63-376a-4c25-a436-265d0e7c0fde" providerId="ADAL" clId="{AA08CA4F-CDBC-4E7A-8D8E-AD2EFE6D1E51}" dt="2025-06-11T16:34:10.438" v="8300" actId="20577"/>
          <ac:spMkLst>
            <pc:docMk/>
            <pc:sldMk cId="4261585549" sldId="350"/>
            <ac:spMk id="173" creationId="{DDAB39B0-5A33-A78D-ED6A-7EADFA9A572B}"/>
          </ac:spMkLst>
        </pc:spChg>
        <pc:grpChg chg="add mod">
          <ac:chgData name="EMANUELE IOVANE" userId="15441e63-376a-4c25-a436-265d0e7c0fde" providerId="ADAL" clId="{AA08CA4F-CDBC-4E7A-8D8E-AD2EFE6D1E51}" dt="2025-06-11T17:08:14.322" v="8590"/>
          <ac:grpSpMkLst>
            <pc:docMk/>
            <pc:sldMk cId="4261585549" sldId="350"/>
            <ac:grpSpMk id="5" creationId="{CFCCC749-F752-9902-1850-EB7049831513}"/>
          </ac:grpSpMkLst>
        </pc:grpChg>
        <pc:cxnChg chg="mod">
          <ac:chgData name="EMANUELE IOVANE" userId="15441e63-376a-4c25-a436-265d0e7c0fde" providerId="ADAL" clId="{AA08CA4F-CDBC-4E7A-8D8E-AD2EFE6D1E51}" dt="2025-06-11T16:34:44.111" v="8327" actId="1035"/>
          <ac:cxnSpMkLst>
            <pc:docMk/>
            <pc:sldMk cId="4261585549" sldId="350"/>
            <ac:cxnSpMk id="175" creationId="{0CFDBB79-4B2E-D387-E063-11CC708A3DA6}"/>
          </ac:cxnSpMkLst>
        </pc:cxnChg>
      </pc:sldChg>
      <pc:sldChg chg="modSp del mod">
        <pc:chgData name="EMANUELE IOVANE" userId="15441e63-376a-4c25-a436-265d0e7c0fde" providerId="ADAL" clId="{AA08CA4F-CDBC-4E7A-8D8E-AD2EFE6D1E51}" dt="2025-06-11T16:37:38.717" v="8371" actId="47"/>
        <pc:sldMkLst>
          <pc:docMk/>
          <pc:sldMk cId="3784019455" sldId="351"/>
        </pc:sldMkLst>
        <pc:spChg chg="mod">
          <ac:chgData name="EMANUELE IOVANE" userId="15441e63-376a-4c25-a436-265d0e7c0fde" providerId="ADAL" clId="{AA08CA4F-CDBC-4E7A-8D8E-AD2EFE6D1E51}" dt="2025-06-11T16:37:02.754" v="8362" actId="14100"/>
          <ac:spMkLst>
            <pc:docMk/>
            <pc:sldMk cId="3784019455" sldId="351"/>
            <ac:spMk id="172" creationId="{DF57CDC7-164C-3273-3610-2153A2CFDE10}"/>
          </ac:spMkLst>
        </pc:spChg>
      </pc:sldChg>
      <pc:sldChg chg="addSp delSp modSp mod">
        <pc:chgData name="EMANUELE IOVANE" userId="15441e63-376a-4c25-a436-265d0e7c0fde" providerId="ADAL" clId="{AA08CA4F-CDBC-4E7A-8D8E-AD2EFE6D1E51}" dt="2025-06-11T17:20:22.436" v="8989" actId="20577"/>
        <pc:sldMkLst>
          <pc:docMk/>
          <pc:sldMk cId="1516001550" sldId="352"/>
        </pc:sldMkLst>
        <pc:spChg chg="mod">
          <ac:chgData name="EMANUELE IOVANE" userId="15441e63-376a-4c25-a436-265d0e7c0fde" providerId="ADAL" clId="{AA08CA4F-CDBC-4E7A-8D8E-AD2EFE6D1E51}" dt="2025-06-11T17:08:24.399" v="8593"/>
          <ac:spMkLst>
            <pc:docMk/>
            <pc:sldMk cId="1516001550" sldId="352"/>
            <ac:spMk id="6" creationId="{AEAC36DB-B059-C805-2326-B8954E9D65B3}"/>
          </ac:spMkLst>
        </pc:spChg>
        <pc:spChg chg="mod">
          <ac:chgData name="EMANUELE IOVANE" userId="15441e63-376a-4c25-a436-265d0e7c0fde" providerId="ADAL" clId="{AA08CA4F-CDBC-4E7A-8D8E-AD2EFE6D1E51}" dt="2025-06-11T17:08:24.399" v="8593"/>
          <ac:spMkLst>
            <pc:docMk/>
            <pc:sldMk cId="1516001550" sldId="352"/>
            <ac:spMk id="7" creationId="{A3F985C1-2494-0399-F531-C8D5A07C2B04}"/>
          </ac:spMkLst>
        </pc:spChg>
        <pc:spChg chg="mod">
          <ac:chgData name="EMANUELE IOVANE" userId="15441e63-376a-4c25-a436-265d0e7c0fde" providerId="ADAL" clId="{AA08CA4F-CDBC-4E7A-8D8E-AD2EFE6D1E51}" dt="2025-06-11T17:08:24.399" v="8593"/>
          <ac:spMkLst>
            <pc:docMk/>
            <pc:sldMk cId="1516001550" sldId="352"/>
            <ac:spMk id="8" creationId="{78621612-EF24-5F4D-9942-8747DF73F7C0}"/>
          </ac:spMkLst>
        </pc:spChg>
        <pc:spChg chg="mod">
          <ac:chgData name="EMANUELE IOVANE" userId="15441e63-376a-4c25-a436-265d0e7c0fde" providerId="ADAL" clId="{AA08CA4F-CDBC-4E7A-8D8E-AD2EFE6D1E51}" dt="2025-06-11T17:20:22.436" v="8989" actId="20577"/>
          <ac:spMkLst>
            <pc:docMk/>
            <pc:sldMk cId="1516001550" sldId="352"/>
            <ac:spMk id="172" creationId="{49B8D329-CC31-2C80-3E9F-928E5CDE8067}"/>
          </ac:spMkLst>
        </pc:spChg>
        <pc:spChg chg="mod">
          <ac:chgData name="EMANUELE IOVANE" userId="15441e63-376a-4c25-a436-265d0e7c0fde" providerId="ADAL" clId="{AA08CA4F-CDBC-4E7A-8D8E-AD2EFE6D1E51}" dt="2025-06-11T16:39:05.880" v="8444" actId="20577"/>
          <ac:spMkLst>
            <pc:docMk/>
            <pc:sldMk cId="1516001550" sldId="352"/>
            <ac:spMk id="173" creationId="{890ABCA2-FF6E-2096-FBD0-97C31D600AF7}"/>
          </ac:spMkLst>
        </pc:spChg>
        <pc:grpChg chg="add mod">
          <ac:chgData name="EMANUELE IOVANE" userId="15441e63-376a-4c25-a436-265d0e7c0fde" providerId="ADAL" clId="{AA08CA4F-CDBC-4E7A-8D8E-AD2EFE6D1E51}" dt="2025-06-11T17:08:24.399" v="8593"/>
          <ac:grpSpMkLst>
            <pc:docMk/>
            <pc:sldMk cId="1516001550" sldId="352"/>
            <ac:grpSpMk id="5" creationId="{9385B7E8-D276-D18B-94DB-583C2D18B4F3}"/>
          </ac:grpSpMkLst>
        </pc:grpChg>
        <pc:cxnChg chg="add mod">
          <ac:chgData name="EMANUELE IOVANE" userId="15441e63-376a-4c25-a436-265d0e7c0fde" providerId="ADAL" clId="{AA08CA4F-CDBC-4E7A-8D8E-AD2EFE6D1E51}" dt="2025-06-11T16:39:20.635" v="8447"/>
          <ac:cxnSpMkLst>
            <pc:docMk/>
            <pc:sldMk cId="1516001550" sldId="352"/>
            <ac:cxnSpMk id="4" creationId="{67380CE6-394F-F0FF-4145-367EC6D46636}"/>
          </ac:cxnSpMkLst>
        </pc:cxnChg>
        <pc:cxnChg chg="del">
          <ac:chgData name="EMANUELE IOVANE" userId="15441e63-376a-4c25-a436-265d0e7c0fde" providerId="ADAL" clId="{AA08CA4F-CDBC-4E7A-8D8E-AD2EFE6D1E51}" dt="2025-06-11T16:39:09.511" v="8445" actId="478"/>
          <ac:cxnSpMkLst>
            <pc:docMk/>
            <pc:sldMk cId="1516001550" sldId="352"/>
            <ac:cxnSpMk id="175" creationId="{D0084605-35E8-1526-D3D6-BF8C71A42BF1}"/>
          </ac:cxnSpMkLst>
        </pc:cxnChg>
      </pc:sldChg>
      <pc:sldChg chg="addSp modSp mod">
        <pc:chgData name="EMANUELE IOVANE" userId="15441e63-376a-4c25-a436-265d0e7c0fde" providerId="ADAL" clId="{AA08CA4F-CDBC-4E7A-8D8E-AD2EFE6D1E51}" dt="2025-06-11T17:04:11.387" v="8556" actId="1076"/>
        <pc:sldMkLst>
          <pc:docMk/>
          <pc:sldMk cId="3572618825" sldId="353"/>
        </pc:sldMkLst>
        <pc:spChg chg="mod">
          <ac:chgData name="EMANUELE IOVANE" userId="15441e63-376a-4c25-a436-265d0e7c0fde" providerId="ADAL" clId="{AA08CA4F-CDBC-4E7A-8D8E-AD2EFE6D1E51}" dt="2025-06-11T14:54:52.101" v="5045" actId="1038"/>
          <ac:spMkLst>
            <pc:docMk/>
            <pc:sldMk cId="3572618825" sldId="353"/>
            <ac:spMk id="4" creationId="{48587E34-88FB-4AE6-3F65-E2477DD1F339}"/>
          </ac:spMkLst>
        </pc:spChg>
        <pc:spChg chg="mod">
          <ac:chgData name="EMANUELE IOVANE" userId="15441e63-376a-4c25-a436-265d0e7c0fde" providerId="ADAL" clId="{AA08CA4F-CDBC-4E7A-8D8E-AD2EFE6D1E51}" dt="2025-06-11T17:04:03.048" v="8554"/>
          <ac:spMkLst>
            <pc:docMk/>
            <pc:sldMk cId="3572618825" sldId="353"/>
            <ac:spMk id="6" creationId="{75F22335-FC9F-78D9-0840-26A01ACE783F}"/>
          </ac:spMkLst>
        </pc:spChg>
        <pc:spChg chg="mod">
          <ac:chgData name="EMANUELE IOVANE" userId="15441e63-376a-4c25-a436-265d0e7c0fde" providerId="ADAL" clId="{AA08CA4F-CDBC-4E7A-8D8E-AD2EFE6D1E51}" dt="2025-06-11T17:04:03.048" v="8554"/>
          <ac:spMkLst>
            <pc:docMk/>
            <pc:sldMk cId="3572618825" sldId="353"/>
            <ac:spMk id="7" creationId="{38D05396-109A-B166-88BC-47C7DD9F1329}"/>
          </ac:spMkLst>
        </pc:spChg>
        <pc:spChg chg="mod">
          <ac:chgData name="EMANUELE IOVANE" userId="15441e63-376a-4c25-a436-265d0e7c0fde" providerId="ADAL" clId="{AA08CA4F-CDBC-4E7A-8D8E-AD2EFE6D1E51}" dt="2025-06-11T17:04:03.048" v="8554"/>
          <ac:spMkLst>
            <pc:docMk/>
            <pc:sldMk cId="3572618825" sldId="353"/>
            <ac:spMk id="8" creationId="{D7BC6FA7-67C9-215F-A9E3-696DFC014569}"/>
          </ac:spMkLst>
        </pc:spChg>
        <pc:spChg chg="mod">
          <ac:chgData name="EMANUELE IOVANE" userId="15441e63-376a-4c25-a436-265d0e7c0fde" providerId="ADAL" clId="{AA08CA4F-CDBC-4E7A-8D8E-AD2EFE6D1E51}" dt="2025-06-11T17:04:03.048" v="8554"/>
          <ac:spMkLst>
            <pc:docMk/>
            <pc:sldMk cId="3572618825" sldId="353"/>
            <ac:spMk id="10" creationId="{2C51EB63-BEA2-BC83-EF52-3D625FD6E091}"/>
          </ac:spMkLst>
        </pc:spChg>
        <pc:spChg chg="mod">
          <ac:chgData name="EMANUELE IOVANE" userId="15441e63-376a-4c25-a436-265d0e7c0fde" providerId="ADAL" clId="{AA08CA4F-CDBC-4E7A-8D8E-AD2EFE6D1E51}" dt="2025-06-11T17:04:03.048" v="8554"/>
          <ac:spMkLst>
            <pc:docMk/>
            <pc:sldMk cId="3572618825" sldId="353"/>
            <ac:spMk id="11" creationId="{28AAEE39-6ABF-353A-1743-49A7953171D3}"/>
          </ac:spMkLst>
        </pc:spChg>
        <pc:spChg chg="mod">
          <ac:chgData name="EMANUELE IOVANE" userId="15441e63-376a-4c25-a436-265d0e7c0fde" providerId="ADAL" clId="{AA08CA4F-CDBC-4E7A-8D8E-AD2EFE6D1E51}" dt="2025-06-11T17:04:03.048" v="8554"/>
          <ac:spMkLst>
            <pc:docMk/>
            <pc:sldMk cId="3572618825" sldId="353"/>
            <ac:spMk id="12" creationId="{CC3EA5B5-4A7D-068B-7933-F89EC44B13A3}"/>
          </ac:spMkLst>
        </pc:spChg>
        <pc:spChg chg="mod">
          <ac:chgData name="EMANUELE IOVANE" userId="15441e63-376a-4c25-a436-265d0e7c0fde" providerId="ADAL" clId="{AA08CA4F-CDBC-4E7A-8D8E-AD2EFE6D1E51}" dt="2025-06-11T17:04:03.048" v="8554"/>
          <ac:spMkLst>
            <pc:docMk/>
            <pc:sldMk cId="3572618825" sldId="353"/>
            <ac:spMk id="13" creationId="{C80B412A-F22B-270C-9DDD-FE38EF40E53F}"/>
          </ac:spMkLst>
        </pc:spChg>
        <pc:grpChg chg="add mod">
          <ac:chgData name="EMANUELE IOVANE" userId="15441e63-376a-4c25-a436-265d0e7c0fde" providerId="ADAL" clId="{AA08CA4F-CDBC-4E7A-8D8E-AD2EFE6D1E51}" dt="2025-06-11T17:04:11.387" v="8556" actId="1076"/>
          <ac:grpSpMkLst>
            <pc:docMk/>
            <pc:sldMk cId="3572618825" sldId="353"/>
            <ac:grpSpMk id="5" creationId="{785EB7FD-4439-4EA2-0E09-A51DDCA110DB}"/>
          </ac:grpSpMkLst>
        </pc:grpChg>
      </pc:sldChg>
      <pc:sldChg chg="addSp delSp modSp mod">
        <pc:chgData name="EMANUELE IOVANE" userId="15441e63-376a-4c25-a436-265d0e7c0fde" providerId="ADAL" clId="{AA08CA4F-CDBC-4E7A-8D8E-AD2EFE6D1E51}" dt="2025-06-11T17:04:17.713" v="8558"/>
        <pc:sldMkLst>
          <pc:docMk/>
          <pc:sldMk cId="1603785650" sldId="355"/>
        </pc:sldMkLst>
        <pc:spChg chg="add del mod">
          <ac:chgData name="EMANUELE IOVANE" userId="15441e63-376a-4c25-a436-265d0e7c0fde" providerId="ADAL" clId="{AA08CA4F-CDBC-4E7A-8D8E-AD2EFE6D1E51}" dt="2025-06-11T14:55:17.272" v="5077" actId="478"/>
          <ac:spMkLst>
            <pc:docMk/>
            <pc:sldMk cId="1603785650" sldId="355"/>
            <ac:spMk id="6" creationId="{263495C3-94B5-D686-7DFB-966614FD686E}"/>
          </ac:spMkLst>
        </pc:spChg>
        <pc:spChg chg="add mod">
          <ac:chgData name="EMANUELE IOVANE" userId="15441e63-376a-4c25-a436-265d0e7c0fde" providerId="ADAL" clId="{AA08CA4F-CDBC-4E7A-8D8E-AD2EFE6D1E51}" dt="2025-06-11T14:55:15.057" v="5076"/>
          <ac:spMkLst>
            <pc:docMk/>
            <pc:sldMk cId="1603785650" sldId="355"/>
            <ac:spMk id="7" creationId="{27D850FE-B892-26FE-30D7-B66806BD4238}"/>
          </ac:spMkLst>
        </pc:spChg>
        <pc:spChg chg="mod">
          <ac:chgData name="EMANUELE IOVANE" userId="15441e63-376a-4c25-a436-265d0e7c0fde" providerId="ADAL" clId="{AA08CA4F-CDBC-4E7A-8D8E-AD2EFE6D1E51}" dt="2025-06-11T17:04:17.713" v="8558"/>
          <ac:spMkLst>
            <pc:docMk/>
            <pc:sldMk cId="1603785650" sldId="355"/>
            <ac:spMk id="10" creationId="{CA59A9D3-2150-F728-310C-2FCC88E07BF0}"/>
          </ac:spMkLst>
        </pc:spChg>
        <pc:spChg chg="mod">
          <ac:chgData name="EMANUELE IOVANE" userId="15441e63-376a-4c25-a436-265d0e7c0fde" providerId="ADAL" clId="{AA08CA4F-CDBC-4E7A-8D8E-AD2EFE6D1E51}" dt="2025-06-11T17:04:17.713" v="8558"/>
          <ac:spMkLst>
            <pc:docMk/>
            <pc:sldMk cId="1603785650" sldId="355"/>
            <ac:spMk id="11" creationId="{55ADD4E2-2429-77B3-FA81-61711C919150}"/>
          </ac:spMkLst>
        </pc:spChg>
        <pc:spChg chg="mod">
          <ac:chgData name="EMANUELE IOVANE" userId="15441e63-376a-4c25-a436-265d0e7c0fde" providerId="ADAL" clId="{AA08CA4F-CDBC-4E7A-8D8E-AD2EFE6D1E51}" dt="2025-06-11T17:04:17.713" v="8558"/>
          <ac:spMkLst>
            <pc:docMk/>
            <pc:sldMk cId="1603785650" sldId="355"/>
            <ac:spMk id="12" creationId="{C6048B05-9231-F975-E527-AE0B9B6C5922}"/>
          </ac:spMkLst>
        </pc:spChg>
        <pc:spChg chg="mod">
          <ac:chgData name="EMANUELE IOVANE" userId="15441e63-376a-4c25-a436-265d0e7c0fde" providerId="ADAL" clId="{AA08CA4F-CDBC-4E7A-8D8E-AD2EFE6D1E51}" dt="2025-06-11T17:04:17.713" v="8558"/>
          <ac:spMkLst>
            <pc:docMk/>
            <pc:sldMk cId="1603785650" sldId="355"/>
            <ac:spMk id="13" creationId="{1F757112-E4A1-F1D6-55A9-A83855B06C59}"/>
          </ac:spMkLst>
        </pc:spChg>
        <pc:spChg chg="mod">
          <ac:chgData name="EMANUELE IOVANE" userId="15441e63-376a-4c25-a436-265d0e7c0fde" providerId="ADAL" clId="{AA08CA4F-CDBC-4E7A-8D8E-AD2EFE6D1E51}" dt="2025-06-11T17:04:17.713" v="8558"/>
          <ac:spMkLst>
            <pc:docMk/>
            <pc:sldMk cId="1603785650" sldId="355"/>
            <ac:spMk id="14" creationId="{CEF3DA2F-245F-820E-D96D-C8C0853D5768}"/>
          </ac:spMkLst>
        </pc:spChg>
        <pc:spChg chg="mod">
          <ac:chgData name="EMANUELE IOVANE" userId="15441e63-376a-4c25-a436-265d0e7c0fde" providerId="ADAL" clId="{AA08CA4F-CDBC-4E7A-8D8E-AD2EFE6D1E51}" dt="2025-06-11T17:04:17.713" v="8558"/>
          <ac:spMkLst>
            <pc:docMk/>
            <pc:sldMk cId="1603785650" sldId="355"/>
            <ac:spMk id="15" creationId="{4D4C94F2-0912-5891-B6D8-441BF4899111}"/>
          </ac:spMkLst>
        </pc:spChg>
        <pc:spChg chg="mod">
          <ac:chgData name="EMANUELE IOVANE" userId="15441e63-376a-4c25-a436-265d0e7c0fde" providerId="ADAL" clId="{AA08CA4F-CDBC-4E7A-8D8E-AD2EFE6D1E51}" dt="2025-06-11T17:04:17.713" v="8558"/>
          <ac:spMkLst>
            <pc:docMk/>
            <pc:sldMk cId="1603785650" sldId="355"/>
            <ac:spMk id="16" creationId="{56B278A5-3F3D-A077-CD34-09B51579C6B1}"/>
          </ac:spMkLst>
        </pc:spChg>
        <pc:spChg chg="del mod">
          <ac:chgData name="EMANUELE IOVANE" userId="15441e63-376a-4c25-a436-265d0e7c0fde" providerId="ADAL" clId="{AA08CA4F-CDBC-4E7A-8D8E-AD2EFE6D1E51}" dt="2025-06-11T14:55:13.638" v="5075" actId="478"/>
          <ac:spMkLst>
            <pc:docMk/>
            <pc:sldMk cId="1603785650" sldId="355"/>
            <ac:spMk id="172" creationId="{05E39376-1227-0F3F-05E6-70FDD64E829F}"/>
          </ac:spMkLst>
        </pc:spChg>
        <pc:grpChg chg="add mod">
          <ac:chgData name="EMANUELE IOVANE" userId="15441e63-376a-4c25-a436-265d0e7c0fde" providerId="ADAL" clId="{AA08CA4F-CDBC-4E7A-8D8E-AD2EFE6D1E51}" dt="2025-06-11T17:04:17.713" v="8558"/>
          <ac:grpSpMkLst>
            <pc:docMk/>
            <pc:sldMk cId="1603785650" sldId="355"/>
            <ac:grpSpMk id="8" creationId="{65CAD0EC-3BA6-2788-947A-766A5CA29FEE}"/>
          </ac:grpSpMkLst>
        </pc:grpChg>
      </pc:sldChg>
      <pc:sldChg chg="addSp delSp modSp mod">
        <pc:chgData name="EMANUELE IOVANE" userId="15441e63-376a-4c25-a436-265d0e7c0fde" providerId="ADAL" clId="{AA08CA4F-CDBC-4E7A-8D8E-AD2EFE6D1E51}" dt="2025-06-11T17:04:20.138" v="8559"/>
        <pc:sldMkLst>
          <pc:docMk/>
          <pc:sldMk cId="4175654100" sldId="356"/>
        </pc:sldMkLst>
        <pc:spChg chg="mod">
          <ac:chgData name="EMANUELE IOVANE" userId="15441e63-376a-4c25-a436-265d0e7c0fde" providerId="ADAL" clId="{AA08CA4F-CDBC-4E7A-8D8E-AD2EFE6D1E51}" dt="2025-06-11T15:01:58.759" v="5230" actId="113"/>
          <ac:spMkLst>
            <pc:docMk/>
            <pc:sldMk cId="4175654100" sldId="356"/>
            <ac:spMk id="4" creationId="{4534F128-B635-CAC1-62A9-22EDB07EF82A}"/>
          </ac:spMkLst>
        </pc:spChg>
        <pc:spChg chg="add del mod">
          <ac:chgData name="EMANUELE IOVANE" userId="15441e63-376a-4c25-a436-265d0e7c0fde" providerId="ADAL" clId="{AA08CA4F-CDBC-4E7A-8D8E-AD2EFE6D1E51}" dt="2025-06-11T14:55:24.901" v="5079" actId="478"/>
          <ac:spMkLst>
            <pc:docMk/>
            <pc:sldMk cId="4175654100" sldId="356"/>
            <ac:spMk id="6" creationId="{F778C35C-B10B-B08C-13A2-BB42D22CE59C}"/>
          </ac:spMkLst>
        </pc:spChg>
        <pc:spChg chg="add mod">
          <ac:chgData name="EMANUELE IOVANE" userId="15441e63-376a-4c25-a436-265d0e7c0fde" providerId="ADAL" clId="{AA08CA4F-CDBC-4E7A-8D8E-AD2EFE6D1E51}" dt="2025-06-11T15:01:29.174" v="5225" actId="14100"/>
          <ac:spMkLst>
            <pc:docMk/>
            <pc:sldMk cId="4175654100" sldId="356"/>
            <ac:spMk id="7" creationId="{18E713E7-96C4-A473-76B5-60AD77BDB004}"/>
          </ac:spMkLst>
        </pc:spChg>
        <pc:spChg chg="mod">
          <ac:chgData name="EMANUELE IOVANE" userId="15441e63-376a-4c25-a436-265d0e7c0fde" providerId="ADAL" clId="{AA08CA4F-CDBC-4E7A-8D8E-AD2EFE6D1E51}" dt="2025-06-11T17:04:20.138" v="8559"/>
          <ac:spMkLst>
            <pc:docMk/>
            <pc:sldMk cId="4175654100" sldId="356"/>
            <ac:spMk id="10" creationId="{33C65C1B-E2AA-BA88-0C54-0F7972D386CA}"/>
          </ac:spMkLst>
        </pc:spChg>
        <pc:spChg chg="mod">
          <ac:chgData name="EMANUELE IOVANE" userId="15441e63-376a-4c25-a436-265d0e7c0fde" providerId="ADAL" clId="{AA08CA4F-CDBC-4E7A-8D8E-AD2EFE6D1E51}" dt="2025-06-11T17:04:20.138" v="8559"/>
          <ac:spMkLst>
            <pc:docMk/>
            <pc:sldMk cId="4175654100" sldId="356"/>
            <ac:spMk id="11" creationId="{B73E85D3-9861-6D5F-22BC-7AF0DDD721C0}"/>
          </ac:spMkLst>
        </pc:spChg>
        <pc:spChg chg="mod">
          <ac:chgData name="EMANUELE IOVANE" userId="15441e63-376a-4c25-a436-265d0e7c0fde" providerId="ADAL" clId="{AA08CA4F-CDBC-4E7A-8D8E-AD2EFE6D1E51}" dt="2025-06-11T17:04:20.138" v="8559"/>
          <ac:spMkLst>
            <pc:docMk/>
            <pc:sldMk cId="4175654100" sldId="356"/>
            <ac:spMk id="12" creationId="{F57694A8-DCAD-89BC-1B6A-84A2F855BDAC}"/>
          </ac:spMkLst>
        </pc:spChg>
        <pc:spChg chg="mod">
          <ac:chgData name="EMANUELE IOVANE" userId="15441e63-376a-4c25-a436-265d0e7c0fde" providerId="ADAL" clId="{AA08CA4F-CDBC-4E7A-8D8E-AD2EFE6D1E51}" dt="2025-06-11T17:04:20.138" v="8559"/>
          <ac:spMkLst>
            <pc:docMk/>
            <pc:sldMk cId="4175654100" sldId="356"/>
            <ac:spMk id="13" creationId="{583D0D27-E32D-B4BE-5085-2E88418CFE04}"/>
          </ac:spMkLst>
        </pc:spChg>
        <pc:spChg chg="mod">
          <ac:chgData name="EMANUELE IOVANE" userId="15441e63-376a-4c25-a436-265d0e7c0fde" providerId="ADAL" clId="{AA08CA4F-CDBC-4E7A-8D8E-AD2EFE6D1E51}" dt="2025-06-11T17:04:20.138" v="8559"/>
          <ac:spMkLst>
            <pc:docMk/>
            <pc:sldMk cId="4175654100" sldId="356"/>
            <ac:spMk id="14" creationId="{0176FA9D-047E-19A6-ED4D-64AE016185CF}"/>
          </ac:spMkLst>
        </pc:spChg>
        <pc:spChg chg="mod">
          <ac:chgData name="EMANUELE IOVANE" userId="15441e63-376a-4c25-a436-265d0e7c0fde" providerId="ADAL" clId="{AA08CA4F-CDBC-4E7A-8D8E-AD2EFE6D1E51}" dt="2025-06-11T17:04:20.138" v="8559"/>
          <ac:spMkLst>
            <pc:docMk/>
            <pc:sldMk cId="4175654100" sldId="356"/>
            <ac:spMk id="15" creationId="{1D0DEC38-9528-CF16-CDAA-3599F355B5A6}"/>
          </ac:spMkLst>
        </pc:spChg>
        <pc:spChg chg="mod">
          <ac:chgData name="EMANUELE IOVANE" userId="15441e63-376a-4c25-a436-265d0e7c0fde" providerId="ADAL" clId="{AA08CA4F-CDBC-4E7A-8D8E-AD2EFE6D1E51}" dt="2025-06-11T17:04:20.138" v="8559"/>
          <ac:spMkLst>
            <pc:docMk/>
            <pc:sldMk cId="4175654100" sldId="356"/>
            <ac:spMk id="16" creationId="{F9517AEF-3E03-4904-9D26-F86BE534CE30}"/>
          </ac:spMkLst>
        </pc:spChg>
        <pc:spChg chg="del mod">
          <ac:chgData name="EMANUELE IOVANE" userId="15441e63-376a-4c25-a436-265d0e7c0fde" providerId="ADAL" clId="{AA08CA4F-CDBC-4E7A-8D8E-AD2EFE6D1E51}" dt="2025-06-11T14:55:22.657" v="5078" actId="478"/>
          <ac:spMkLst>
            <pc:docMk/>
            <pc:sldMk cId="4175654100" sldId="356"/>
            <ac:spMk id="172" creationId="{F86FB99D-3577-43E7-2A6F-86E432ABE967}"/>
          </ac:spMkLst>
        </pc:spChg>
        <pc:grpChg chg="add mod">
          <ac:chgData name="EMANUELE IOVANE" userId="15441e63-376a-4c25-a436-265d0e7c0fde" providerId="ADAL" clId="{AA08CA4F-CDBC-4E7A-8D8E-AD2EFE6D1E51}" dt="2025-06-11T17:04:20.138" v="8559"/>
          <ac:grpSpMkLst>
            <pc:docMk/>
            <pc:sldMk cId="4175654100" sldId="356"/>
            <ac:grpSpMk id="8" creationId="{6A7CFBBD-3B16-8963-2BB7-D7A937B732C1}"/>
          </ac:grpSpMkLst>
        </pc:grpChg>
      </pc:sldChg>
      <pc:sldChg chg="addSp delSp modSp mod">
        <pc:chgData name="EMANUELE IOVANE" userId="15441e63-376a-4c25-a436-265d0e7c0fde" providerId="ADAL" clId="{AA08CA4F-CDBC-4E7A-8D8E-AD2EFE6D1E51}" dt="2025-06-11T17:04:23.996" v="8562" actId="1035"/>
        <pc:sldMkLst>
          <pc:docMk/>
          <pc:sldMk cId="300813278" sldId="357"/>
        </pc:sldMkLst>
        <pc:spChg chg="mod">
          <ac:chgData name="EMANUELE IOVANE" userId="15441e63-376a-4c25-a436-265d0e7c0fde" providerId="ADAL" clId="{AA08CA4F-CDBC-4E7A-8D8E-AD2EFE6D1E51}" dt="2025-06-11T15:03:25.821" v="5233" actId="14100"/>
          <ac:spMkLst>
            <pc:docMk/>
            <pc:sldMk cId="300813278" sldId="357"/>
            <ac:spMk id="4" creationId="{E2ED3E94-4EFF-5634-99D2-1B08C922BF57}"/>
          </ac:spMkLst>
        </pc:spChg>
        <pc:spChg chg="add mod">
          <ac:chgData name="EMANUELE IOVANE" userId="15441e63-376a-4c25-a436-265d0e7c0fde" providerId="ADAL" clId="{AA08CA4F-CDBC-4E7A-8D8E-AD2EFE6D1E51}" dt="2025-06-11T14:57:54.930" v="5163" actId="20577"/>
          <ac:spMkLst>
            <pc:docMk/>
            <pc:sldMk cId="300813278" sldId="357"/>
            <ac:spMk id="5" creationId="{93099252-EDA3-E929-A577-09D24FC6FF52}"/>
          </ac:spMkLst>
        </pc:spChg>
        <pc:spChg chg="add del mod">
          <ac:chgData name="EMANUELE IOVANE" userId="15441e63-376a-4c25-a436-265d0e7c0fde" providerId="ADAL" clId="{AA08CA4F-CDBC-4E7A-8D8E-AD2EFE6D1E51}" dt="2025-06-11T14:57:40.956" v="5131" actId="478"/>
          <ac:spMkLst>
            <pc:docMk/>
            <pc:sldMk cId="300813278" sldId="357"/>
            <ac:spMk id="7" creationId="{75274E9A-975B-E8E2-011C-A1D4F0629D45}"/>
          </ac:spMkLst>
        </pc:spChg>
        <pc:spChg chg="mod">
          <ac:chgData name="EMANUELE IOVANE" userId="15441e63-376a-4c25-a436-265d0e7c0fde" providerId="ADAL" clId="{AA08CA4F-CDBC-4E7A-8D8E-AD2EFE6D1E51}" dt="2025-06-11T17:04:22.449" v="8560"/>
          <ac:spMkLst>
            <pc:docMk/>
            <pc:sldMk cId="300813278" sldId="357"/>
            <ac:spMk id="10" creationId="{FD0EACAF-8944-777B-76C2-506BE2289F01}"/>
          </ac:spMkLst>
        </pc:spChg>
        <pc:spChg chg="mod">
          <ac:chgData name="EMANUELE IOVANE" userId="15441e63-376a-4c25-a436-265d0e7c0fde" providerId="ADAL" clId="{AA08CA4F-CDBC-4E7A-8D8E-AD2EFE6D1E51}" dt="2025-06-11T17:04:22.449" v="8560"/>
          <ac:spMkLst>
            <pc:docMk/>
            <pc:sldMk cId="300813278" sldId="357"/>
            <ac:spMk id="11" creationId="{621B19E2-CD6E-7B71-EB87-BAECD5EE3D34}"/>
          </ac:spMkLst>
        </pc:spChg>
        <pc:spChg chg="mod">
          <ac:chgData name="EMANUELE IOVANE" userId="15441e63-376a-4c25-a436-265d0e7c0fde" providerId="ADAL" clId="{AA08CA4F-CDBC-4E7A-8D8E-AD2EFE6D1E51}" dt="2025-06-11T17:04:22.449" v="8560"/>
          <ac:spMkLst>
            <pc:docMk/>
            <pc:sldMk cId="300813278" sldId="357"/>
            <ac:spMk id="12" creationId="{DF9FC4AF-7385-4701-B5E0-6EFE3D5DF728}"/>
          </ac:spMkLst>
        </pc:spChg>
        <pc:spChg chg="mod">
          <ac:chgData name="EMANUELE IOVANE" userId="15441e63-376a-4c25-a436-265d0e7c0fde" providerId="ADAL" clId="{AA08CA4F-CDBC-4E7A-8D8E-AD2EFE6D1E51}" dt="2025-06-11T17:04:22.449" v="8560"/>
          <ac:spMkLst>
            <pc:docMk/>
            <pc:sldMk cId="300813278" sldId="357"/>
            <ac:spMk id="13" creationId="{76D27E4F-F87A-279A-56C7-E08F331A0E9B}"/>
          </ac:spMkLst>
        </pc:spChg>
        <pc:spChg chg="mod">
          <ac:chgData name="EMANUELE IOVANE" userId="15441e63-376a-4c25-a436-265d0e7c0fde" providerId="ADAL" clId="{AA08CA4F-CDBC-4E7A-8D8E-AD2EFE6D1E51}" dt="2025-06-11T17:04:22.449" v="8560"/>
          <ac:spMkLst>
            <pc:docMk/>
            <pc:sldMk cId="300813278" sldId="357"/>
            <ac:spMk id="14" creationId="{AB2105E1-6B42-8B76-1939-662011756205}"/>
          </ac:spMkLst>
        </pc:spChg>
        <pc:spChg chg="mod">
          <ac:chgData name="EMANUELE IOVANE" userId="15441e63-376a-4c25-a436-265d0e7c0fde" providerId="ADAL" clId="{AA08CA4F-CDBC-4E7A-8D8E-AD2EFE6D1E51}" dt="2025-06-11T17:04:22.449" v="8560"/>
          <ac:spMkLst>
            <pc:docMk/>
            <pc:sldMk cId="300813278" sldId="357"/>
            <ac:spMk id="15" creationId="{EEE340A5-0BEB-D97F-CB89-DA8541CBC068}"/>
          </ac:spMkLst>
        </pc:spChg>
        <pc:spChg chg="mod">
          <ac:chgData name="EMANUELE IOVANE" userId="15441e63-376a-4c25-a436-265d0e7c0fde" providerId="ADAL" clId="{AA08CA4F-CDBC-4E7A-8D8E-AD2EFE6D1E51}" dt="2025-06-11T17:04:22.449" v="8560"/>
          <ac:spMkLst>
            <pc:docMk/>
            <pc:sldMk cId="300813278" sldId="357"/>
            <ac:spMk id="16" creationId="{2C8A914E-FDDC-40A4-E352-B1B971CFDC56}"/>
          </ac:spMkLst>
        </pc:spChg>
        <pc:spChg chg="del mod">
          <ac:chgData name="EMANUELE IOVANE" userId="15441e63-376a-4c25-a436-265d0e7c0fde" providerId="ADAL" clId="{AA08CA4F-CDBC-4E7A-8D8E-AD2EFE6D1E51}" dt="2025-06-11T14:57:36.997" v="5130" actId="478"/>
          <ac:spMkLst>
            <pc:docMk/>
            <pc:sldMk cId="300813278" sldId="357"/>
            <ac:spMk id="172" creationId="{AEA95881-020F-D35F-A602-25EF2F6E60F9}"/>
          </ac:spMkLst>
        </pc:spChg>
        <pc:spChg chg="mod">
          <ac:chgData name="EMANUELE IOVANE" userId="15441e63-376a-4c25-a436-265d0e7c0fde" providerId="ADAL" clId="{AA08CA4F-CDBC-4E7A-8D8E-AD2EFE6D1E51}" dt="2025-06-11T14:57:01.086" v="5128" actId="20577"/>
          <ac:spMkLst>
            <pc:docMk/>
            <pc:sldMk cId="300813278" sldId="357"/>
            <ac:spMk id="173" creationId="{F548CA5E-7D34-A787-85F2-1C1F2FEFD007}"/>
          </ac:spMkLst>
        </pc:spChg>
        <pc:grpChg chg="add mod">
          <ac:chgData name="EMANUELE IOVANE" userId="15441e63-376a-4c25-a436-265d0e7c0fde" providerId="ADAL" clId="{AA08CA4F-CDBC-4E7A-8D8E-AD2EFE6D1E51}" dt="2025-06-11T17:04:23.996" v="8562" actId="1035"/>
          <ac:grpSpMkLst>
            <pc:docMk/>
            <pc:sldMk cId="300813278" sldId="357"/>
            <ac:grpSpMk id="8" creationId="{12A06585-98F6-FED8-9561-E4AC393A4E51}"/>
          </ac:grpSpMkLst>
        </pc:grpChg>
      </pc:sldChg>
      <pc:sldChg chg="del">
        <pc:chgData name="EMANUELE IOVANE" userId="15441e63-376a-4c25-a436-265d0e7c0fde" providerId="ADAL" clId="{AA08CA4F-CDBC-4E7A-8D8E-AD2EFE6D1E51}" dt="2025-06-11T15:03:01.250" v="5231" actId="47"/>
        <pc:sldMkLst>
          <pc:docMk/>
          <pc:sldMk cId="990878370" sldId="359"/>
        </pc:sldMkLst>
      </pc:sldChg>
      <pc:sldChg chg="addSp modSp mod">
        <pc:chgData name="EMANUELE IOVANE" userId="15441e63-376a-4c25-a436-265d0e7c0fde" providerId="ADAL" clId="{AA08CA4F-CDBC-4E7A-8D8E-AD2EFE6D1E51}" dt="2025-06-11T17:04:14.976" v="8557"/>
        <pc:sldMkLst>
          <pc:docMk/>
          <pc:sldMk cId="1126309664" sldId="360"/>
        </pc:sldMkLst>
        <pc:spChg chg="mod">
          <ac:chgData name="EMANUELE IOVANE" userId="15441e63-376a-4c25-a436-265d0e7c0fde" providerId="ADAL" clId="{AA08CA4F-CDBC-4E7A-8D8E-AD2EFE6D1E51}" dt="2025-06-11T10:31:16.076" v="5022" actId="1076"/>
          <ac:spMkLst>
            <pc:docMk/>
            <pc:sldMk cId="1126309664" sldId="360"/>
            <ac:spMk id="4" creationId="{DCD0FD83-709D-06BA-5AC1-A58D5CBA7F1A}"/>
          </ac:spMkLst>
        </pc:spChg>
        <pc:spChg chg="mod">
          <ac:chgData name="EMANUELE IOVANE" userId="15441e63-376a-4c25-a436-265d0e7c0fde" providerId="ADAL" clId="{AA08CA4F-CDBC-4E7A-8D8E-AD2EFE6D1E51}" dt="2025-06-11T17:04:14.976" v="8557"/>
          <ac:spMkLst>
            <pc:docMk/>
            <pc:sldMk cId="1126309664" sldId="360"/>
            <ac:spMk id="6" creationId="{DD8E7863-684E-940E-C5CB-0CA7BA51C1C8}"/>
          </ac:spMkLst>
        </pc:spChg>
        <pc:spChg chg="mod">
          <ac:chgData name="EMANUELE IOVANE" userId="15441e63-376a-4c25-a436-265d0e7c0fde" providerId="ADAL" clId="{AA08CA4F-CDBC-4E7A-8D8E-AD2EFE6D1E51}" dt="2025-06-11T17:04:14.976" v="8557"/>
          <ac:spMkLst>
            <pc:docMk/>
            <pc:sldMk cId="1126309664" sldId="360"/>
            <ac:spMk id="7" creationId="{3A5B4789-8B80-112C-90E0-73158E241FAF}"/>
          </ac:spMkLst>
        </pc:spChg>
        <pc:spChg chg="mod">
          <ac:chgData name="EMANUELE IOVANE" userId="15441e63-376a-4c25-a436-265d0e7c0fde" providerId="ADAL" clId="{AA08CA4F-CDBC-4E7A-8D8E-AD2EFE6D1E51}" dt="2025-06-11T17:04:14.976" v="8557"/>
          <ac:spMkLst>
            <pc:docMk/>
            <pc:sldMk cId="1126309664" sldId="360"/>
            <ac:spMk id="8" creationId="{E63E137D-714A-81B9-9F1D-80DA855BA01D}"/>
          </ac:spMkLst>
        </pc:spChg>
        <pc:spChg chg="mod">
          <ac:chgData name="EMANUELE IOVANE" userId="15441e63-376a-4c25-a436-265d0e7c0fde" providerId="ADAL" clId="{AA08CA4F-CDBC-4E7A-8D8E-AD2EFE6D1E51}" dt="2025-06-11T17:04:14.976" v="8557"/>
          <ac:spMkLst>
            <pc:docMk/>
            <pc:sldMk cId="1126309664" sldId="360"/>
            <ac:spMk id="10" creationId="{BA842B82-8F1C-80D8-0D6B-53C2D3AE1A9E}"/>
          </ac:spMkLst>
        </pc:spChg>
        <pc:spChg chg="mod">
          <ac:chgData name="EMANUELE IOVANE" userId="15441e63-376a-4c25-a436-265d0e7c0fde" providerId="ADAL" clId="{AA08CA4F-CDBC-4E7A-8D8E-AD2EFE6D1E51}" dt="2025-06-11T17:04:14.976" v="8557"/>
          <ac:spMkLst>
            <pc:docMk/>
            <pc:sldMk cId="1126309664" sldId="360"/>
            <ac:spMk id="11" creationId="{476E3D92-82E7-652E-210C-F0FC20173D8B}"/>
          </ac:spMkLst>
        </pc:spChg>
        <pc:spChg chg="mod">
          <ac:chgData name="EMANUELE IOVANE" userId="15441e63-376a-4c25-a436-265d0e7c0fde" providerId="ADAL" clId="{AA08CA4F-CDBC-4E7A-8D8E-AD2EFE6D1E51}" dt="2025-06-11T17:04:14.976" v="8557"/>
          <ac:spMkLst>
            <pc:docMk/>
            <pc:sldMk cId="1126309664" sldId="360"/>
            <ac:spMk id="12" creationId="{176182D5-5AA0-2A82-17A8-EC883D1FBB21}"/>
          </ac:spMkLst>
        </pc:spChg>
        <pc:spChg chg="mod">
          <ac:chgData name="EMANUELE IOVANE" userId="15441e63-376a-4c25-a436-265d0e7c0fde" providerId="ADAL" clId="{AA08CA4F-CDBC-4E7A-8D8E-AD2EFE6D1E51}" dt="2025-06-11T17:04:14.976" v="8557"/>
          <ac:spMkLst>
            <pc:docMk/>
            <pc:sldMk cId="1126309664" sldId="360"/>
            <ac:spMk id="13" creationId="{B0FC04AC-FF49-41E2-5891-F43ADF9D720C}"/>
          </ac:spMkLst>
        </pc:spChg>
        <pc:spChg chg="mod">
          <ac:chgData name="EMANUELE IOVANE" userId="15441e63-376a-4c25-a436-265d0e7c0fde" providerId="ADAL" clId="{AA08CA4F-CDBC-4E7A-8D8E-AD2EFE6D1E51}" dt="2025-06-11T14:55:06.120" v="5074" actId="1038"/>
          <ac:spMkLst>
            <pc:docMk/>
            <pc:sldMk cId="1126309664" sldId="360"/>
            <ac:spMk id="172" creationId="{C271BB80-6E2F-ECBD-A315-D1F65847FC93}"/>
          </ac:spMkLst>
        </pc:spChg>
        <pc:grpChg chg="add mod">
          <ac:chgData name="EMANUELE IOVANE" userId="15441e63-376a-4c25-a436-265d0e7c0fde" providerId="ADAL" clId="{AA08CA4F-CDBC-4E7A-8D8E-AD2EFE6D1E51}" dt="2025-06-11T17:04:14.976" v="8557"/>
          <ac:grpSpMkLst>
            <pc:docMk/>
            <pc:sldMk cId="1126309664" sldId="360"/>
            <ac:grpSpMk id="5" creationId="{EDE93D34-F122-B0E7-9249-14063630F6DB}"/>
          </ac:grpSpMkLst>
        </pc:grpChg>
      </pc:sldChg>
      <pc:sldChg chg="modSp add del mod modTransition">
        <pc:chgData name="EMANUELE IOVANE" userId="15441e63-376a-4c25-a436-265d0e7c0fde" providerId="ADAL" clId="{AA08CA4F-CDBC-4E7A-8D8E-AD2EFE6D1E51}" dt="2025-06-11T09:17:36.327" v="3137" actId="47"/>
        <pc:sldMkLst>
          <pc:docMk/>
          <pc:sldMk cId="2382756292" sldId="361"/>
        </pc:sldMkLst>
        <pc:graphicFrameChg chg="mod">
          <ac:chgData name="EMANUELE IOVANE" userId="15441e63-376a-4c25-a436-265d0e7c0fde" providerId="ADAL" clId="{AA08CA4F-CDBC-4E7A-8D8E-AD2EFE6D1E51}" dt="2025-06-11T08:42:31.156" v="3119" actId="1076"/>
          <ac:graphicFrameMkLst>
            <pc:docMk/>
            <pc:sldMk cId="2382756292" sldId="361"/>
            <ac:graphicFrameMk id="22" creationId="{DE8B39E7-CB1F-C555-6ADB-240E9E2443FC}"/>
          </ac:graphicFrameMkLst>
        </pc:graphicFrameChg>
      </pc:sldChg>
      <pc:sldChg chg="add del modTransition">
        <pc:chgData name="EMANUELE IOVANE" userId="15441e63-376a-4c25-a436-265d0e7c0fde" providerId="ADAL" clId="{AA08CA4F-CDBC-4E7A-8D8E-AD2EFE6D1E51}" dt="2025-06-11T09:17:38.051" v="3138" actId="47"/>
        <pc:sldMkLst>
          <pc:docMk/>
          <pc:sldMk cId="657403272" sldId="362"/>
        </pc:sldMkLst>
      </pc:sldChg>
      <pc:sldChg chg="add del">
        <pc:chgData name="EMANUELE IOVANE" userId="15441e63-376a-4c25-a436-265d0e7c0fde" providerId="ADAL" clId="{AA08CA4F-CDBC-4E7A-8D8E-AD2EFE6D1E51}" dt="2025-06-11T09:29:07.296" v="3329" actId="47"/>
        <pc:sldMkLst>
          <pc:docMk/>
          <pc:sldMk cId="1165765427" sldId="363"/>
        </pc:sldMkLst>
      </pc:sldChg>
      <pc:sldChg chg="modSp add mod ord">
        <pc:chgData name="EMANUELE IOVANE" userId="15441e63-376a-4c25-a436-265d0e7c0fde" providerId="ADAL" clId="{AA08CA4F-CDBC-4E7A-8D8E-AD2EFE6D1E51}" dt="2025-06-11T09:28:13.366" v="3321" actId="14861"/>
        <pc:sldMkLst>
          <pc:docMk/>
          <pc:sldMk cId="2894866255" sldId="364"/>
        </pc:sldMkLst>
        <pc:spChg chg="mod">
          <ac:chgData name="EMANUELE IOVANE" userId="15441e63-376a-4c25-a436-265d0e7c0fde" providerId="ADAL" clId="{AA08CA4F-CDBC-4E7A-8D8E-AD2EFE6D1E51}" dt="2025-06-11T08:43:02.657" v="3132" actId="1038"/>
          <ac:spMkLst>
            <pc:docMk/>
            <pc:sldMk cId="2894866255" sldId="364"/>
            <ac:spMk id="18" creationId="{7100D145-29D6-6B70-B119-D239EFCFE74E}"/>
          </ac:spMkLst>
        </pc:spChg>
        <pc:spChg chg="mod">
          <ac:chgData name="EMANUELE IOVANE" userId="15441e63-376a-4c25-a436-265d0e7c0fde" providerId="ADAL" clId="{AA08CA4F-CDBC-4E7A-8D8E-AD2EFE6D1E51}" dt="2025-06-11T09:17:56.976" v="3142" actId="20577"/>
          <ac:spMkLst>
            <pc:docMk/>
            <pc:sldMk cId="2894866255" sldId="364"/>
            <ac:spMk id="173" creationId="{08C978FE-F5DA-DA38-4716-CEFC668555E7}"/>
          </ac:spMkLst>
        </pc:spChg>
        <pc:graphicFrameChg chg="mod modGraphic">
          <ac:chgData name="EMANUELE IOVANE" userId="15441e63-376a-4c25-a436-265d0e7c0fde" providerId="ADAL" clId="{AA08CA4F-CDBC-4E7A-8D8E-AD2EFE6D1E51}" dt="2025-06-11T09:20:43.739" v="3183" actId="14734"/>
          <ac:graphicFrameMkLst>
            <pc:docMk/>
            <pc:sldMk cId="2894866255" sldId="364"/>
            <ac:graphicFrameMk id="22" creationId="{827D4CD5-343A-20DE-A027-2C23728B82A1}"/>
          </ac:graphicFrameMkLst>
        </pc:graphicFrameChg>
        <pc:picChg chg="mod">
          <ac:chgData name="EMANUELE IOVANE" userId="15441e63-376a-4c25-a436-265d0e7c0fde" providerId="ADAL" clId="{AA08CA4F-CDBC-4E7A-8D8E-AD2EFE6D1E51}" dt="2025-06-11T09:28:13.366" v="3321" actId="14861"/>
          <ac:picMkLst>
            <pc:docMk/>
            <pc:sldMk cId="2894866255" sldId="364"/>
            <ac:picMk id="14" creationId="{ACD7930E-A6C3-ED49-B681-3C025F3D2CFF}"/>
          </ac:picMkLst>
        </pc:picChg>
      </pc:sldChg>
      <pc:sldChg chg="modSp add mod">
        <pc:chgData name="EMANUELE IOVANE" userId="15441e63-376a-4c25-a436-265d0e7c0fde" providerId="ADAL" clId="{AA08CA4F-CDBC-4E7A-8D8E-AD2EFE6D1E51}" dt="2025-06-11T09:28:26.493" v="3324" actId="1076"/>
        <pc:sldMkLst>
          <pc:docMk/>
          <pc:sldMk cId="1468076890" sldId="365"/>
        </pc:sldMkLst>
        <pc:spChg chg="mod">
          <ac:chgData name="EMANUELE IOVANE" userId="15441e63-376a-4c25-a436-265d0e7c0fde" providerId="ADAL" clId="{AA08CA4F-CDBC-4E7A-8D8E-AD2EFE6D1E51}" dt="2025-06-11T09:18:43.846" v="3164" actId="14100"/>
          <ac:spMkLst>
            <pc:docMk/>
            <pc:sldMk cId="1468076890" sldId="365"/>
            <ac:spMk id="18" creationId="{06638DFD-3772-EF95-0A08-82B6AF478C50}"/>
          </ac:spMkLst>
        </pc:spChg>
        <pc:spChg chg="mod">
          <ac:chgData name="EMANUELE IOVANE" userId="15441e63-376a-4c25-a436-265d0e7c0fde" providerId="ADAL" clId="{AA08CA4F-CDBC-4E7A-8D8E-AD2EFE6D1E51}" dt="2025-06-11T09:18:01.911" v="3144" actId="20577"/>
          <ac:spMkLst>
            <pc:docMk/>
            <pc:sldMk cId="1468076890" sldId="365"/>
            <ac:spMk id="173" creationId="{C1AD4B6C-D002-D2BF-41D6-780C81C94824}"/>
          </ac:spMkLst>
        </pc:spChg>
        <pc:graphicFrameChg chg="mod modGraphic">
          <ac:chgData name="EMANUELE IOVANE" userId="15441e63-376a-4c25-a436-265d0e7c0fde" providerId="ADAL" clId="{AA08CA4F-CDBC-4E7A-8D8E-AD2EFE6D1E51}" dt="2025-06-11T09:20:04.640" v="3176" actId="6549"/>
          <ac:graphicFrameMkLst>
            <pc:docMk/>
            <pc:sldMk cId="1468076890" sldId="365"/>
            <ac:graphicFrameMk id="22" creationId="{55F651AC-1D77-7A43-DE55-B0EFF925EE6B}"/>
          </ac:graphicFrameMkLst>
        </pc:graphicFrameChg>
        <pc:picChg chg="mod">
          <ac:chgData name="EMANUELE IOVANE" userId="15441e63-376a-4c25-a436-265d0e7c0fde" providerId="ADAL" clId="{AA08CA4F-CDBC-4E7A-8D8E-AD2EFE6D1E51}" dt="2025-06-11T09:28:26.493" v="3324" actId="1076"/>
          <ac:picMkLst>
            <pc:docMk/>
            <pc:sldMk cId="1468076890" sldId="365"/>
            <ac:picMk id="14" creationId="{C99DB541-3B65-1B66-9B73-2C593C15DD0D}"/>
          </ac:picMkLst>
        </pc:picChg>
      </pc:sldChg>
      <pc:sldChg chg="modSp add mod">
        <pc:chgData name="EMANUELE IOVANE" userId="15441e63-376a-4c25-a436-265d0e7c0fde" providerId="ADAL" clId="{AA08CA4F-CDBC-4E7A-8D8E-AD2EFE6D1E51}" dt="2025-06-11T09:28:32.502" v="3325" actId="14861"/>
        <pc:sldMkLst>
          <pc:docMk/>
          <pc:sldMk cId="191654604" sldId="366"/>
        </pc:sldMkLst>
        <pc:spChg chg="mod">
          <ac:chgData name="EMANUELE IOVANE" userId="15441e63-376a-4c25-a436-265d0e7c0fde" providerId="ADAL" clId="{AA08CA4F-CDBC-4E7A-8D8E-AD2EFE6D1E51}" dt="2025-06-11T09:24:54.981" v="3298" actId="1037"/>
          <ac:spMkLst>
            <pc:docMk/>
            <pc:sldMk cId="191654604" sldId="366"/>
            <ac:spMk id="18" creationId="{F0483615-F8C7-655C-C271-51A8CCEBE244}"/>
          </ac:spMkLst>
        </pc:spChg>
        <pc:spChg chg="mod">
          <ac:chgData name="EMANUELE IOVANE" userId="15441e63-376a-4c25-a436-265d0e7c0fde" providerId="ADAL" clId="{AA08CA4F-CDBC-4E7A-8D8E-AD2EFE6D1E51}" dt="2025-06-11T09:20:59.058" v="3185" actId="20577"/>
          <ac:spMkLst>
            <pc:docMk/>
            <pc:sldMk cId="191654604" sldId="366"/>
            <ac:spMk id="173" creationId="{7A655EFE-83D4-30AA-89EC-12967C38DF2E}"/>
          </ac:spMkLst>
        </pc:spChg>
        <pc:graphicFrameChg chg="mod modGraphic">
          <ac:chgData name="EMANUELE IOVANE" userId="15441e63-376a-4c25-a436-265d0e7c0fde" providerId="ADAL" clId="{AA08CA4F-CDBC-4E7A-8D8E-AD2EFE6D1E51}" dt="2025-06-11T09:25:21.271" v="3310" actId="1036"/>
          <ac:graphicFrameMkLst>
            <pc:docMk/>
            <pc:sldMk cId="191654604" sldId="366"/>
            <ac:graphicFrameMk id="22" creationId="{5071991F-9BB9-C1DA-FAA2-26290702C53A}"/>
          </ac:graphicFrameMkLst>
        </pc:graphicFrameChg>
        <pc:picChg chg="mod modCrop">
          <ac:chgData name="EMANUELE IOVANE" userId="15441e63-376a-4c25-a436-265d0e7c0fde" providerId="ADAL" clId="{AA08CA4F-CDBC-4E7A-8D8E-AD2EFE6D1E51}" dt="2025-06-11T09:28:32.502" v="3325" actId="14861"/>
          <ac:picMkLst>
            <pc:docMk/>
            <pc:sldMk cId="191654604" sldId="366"/>
            <ac:picMk id="14" creationId="{691709BD-34D2-8AAB-E4B4-755CD1416D70}"/>
          </ac:picMkLst>
        </pc:picChg>
      </pc:sldChg>
      <pc:sldChg chg="modSp del mod">
        <pc:chgData name="EMANUELE IOVANE" userId="15441e63-376a-4c25-a436-265d0e7c0fde" providerId="ADAL" clId="{AA08CA4F-CDBC-4E7A-8D8E-AD2EFE6D1E51}" dt="2025-06-11T16:38:32.502" v="8401" actId="47"/>
        <pc:sldMkLst>
          <pc:docMk/>
          <pc:sldMk cId="414219815" sldId="367"/>
        </pc:sldMkLst>
        <pc:spChg chg="mod">
          <ac:chgData name="EMANUELE IOVANE" userId="15441e63-376a-4c25-a436-265d0e7c0fde" providerId="ADAL" clId="{AA08CA4F-CDBC-4E7A-8D8E-AD2EFE6D1E51}" dt="2025-06-11T16:37:58.272" v="8375" actId="14100"/>
          <ac:spMkLst>
            <pc:docMk/>
            <pc:sldMk cId="414219815" sldId="367"/>
            <ac:spMk id="172" creationId="{B72B8D7A-C3B5-23FE-AFBD-7B24839E5DD8}"/>
          </ac:spMkLst>
        </pc:spChg>
      </pc:sldChg>
      <pc:sldChg chg="addSp delSp modSp add mod ord modTransition modAnim">
        <pc:chgData name="EMANUELE IOVANE" userId="15441e63-376a-4c25-a436-265d0e7c0fde" providerId="ADAL" clId="{AA08CA4F-CDBC-4E7A-8D8E-AD2EFE6D1E51}" dt="2025-06-11T17:14:56.020" v="8943"/>
        <pc:sldMkLst>
          <pc:docMk/>
          <pc:sldMk cId="2618730612" sldId="368"/>
        </pc:sldMkLst>
        <pc:spChg chg="add mod">
          <ac:chgData name="EMANUELE IOVANE" userId="15441e63-376a-4c25-a436-265d0e7c0fde" providerId="ADAL" clId="{AA08CA4F-CDBC-4E7A-8D8E-AD2EFE6D1E51}" dt="2025-06-11T17:13:07.593" v="8620"/>
          <ac:spMkLst>
            <pc:docMk/>
            <pc:sldMk cId="2618730612" sldId="368"/>
            <ac:spMk id="4" creationId="{9705CE6B-6D4D-52BB-75AE-46D131621FF1}"/>
          </ac:spMkLst>
        </pc:spChg>
        <pc:spChg chg="add mod">
          <ac:chgData name="EMANUELE IOVANE" userId="15441e63-376a-4c25-a436-265d0e7c0fde" providerId="ADAL" clId="{AA08CA4F-CDBC-4E7A-8D8E-AD2EFE6D1E51}" dt="2025-06-11T17:13:31.827" v="8734" actId="1035"/>
          <ac:spMkLst>
            <pc:docMk/>
            <pc:sldMk cId="2618730612" sldId="368"/>
            <ac:spMk id="5" creationId="{466C1ECF-DF62-CC2C-2446-EA8D32F90070}"/>
          </ac:spMkLst>
        </pc:spChg>
        <pc:spChg chg="add del mod">
          <ac:chgData name="EMANUELE IOVANE" userId="15441e63-376a-4c25-a436-265d0e7c0fde" providerId="ADAL" clId="{AA08CA4F-CDBC-4E7A-8D8E-AD2EFE6D1E51}" dt="2025-06-11T10:02:16.404" v="4326" actId="478"/>
          <ac:spMkLst>
            <pc:docMk/>
            <pc:sldMk cId="2618730612" sldId="368"/>
            <ac:spMk id="15" creationId="{8C45954A-2974-53AF-F377-A1D698FC594B}"/>
          </ac:spMkLst>
        </pc:spChg>
        <pc:spChg chg="add mod">
          <ac:chgData name="EMANUELE IOVANE" userId="15441e63-376a-4c25-a436-265d0e7c0fde" providerId="ADAL" clId="{AA08CA4F-CDBC-4E7A-8D8E-AD2EFE6D1E51}" dt="2025-06-11T10:11:24.612" v="4749" actId="113"/>
          <ac:spMkLst>
            <pc:docMk/>
            <pc:sldMk cId="2618730612" sldId="368"/>
            <ac:spMk id="16" creationId="{AA73C1B3-5A71-8845-0BC1-6A77830AAEA8}"/>
          </ac:spMkLst>
        </pc:spChg>
        <pc:spChg chg="add mod">
          <ac:chgData name="EMANUELE IOVANE" userId="15441e63-376a-4c25-a436-265d0e7c0fde" providerId="ADAL" clId="{AA08CA4F-CDBC-4E7A-8D8E-AD2EFE6D1E51}" dt="2025-06-11T10:26:56.473" v="4973" actId="1076"/>
          <ac:spMkLst>
            <pc:docMk/>
            <pc:sldMk cId="2618730612" sldId="368"/>
            <ac:spMk id="17" creationId="{5CDFECCB-ECF7-F130-2C4D-AD9DC1100A0E}"/>
          </ac:spMkLst>
        </pc:spChg>
        <pc:spChg chg="del">
          <ac:chgData name="EMANUELE IOVANE" userId="15441e63-376a-4c25-a436-265d0e7c0fde" providerId="ADAL" clId="{AA08CA4F-CDBC-4E7A-8D8E-AD2EFE6D1E51}" dt="2025-06-11T09:45:03.551" v="3902" actId="478"/>
          <ac:spMkLst>
            <pc:docMk/>
            <pc:sldMk cId="2618730612" sldId="368"/>
            <ac:spMk id="18" creationId="{596A350F-0953-3932-EE1E-472C669A00E4}"/>
          </ac:spMkLst>
        </pc:spChg>
        <pc:spChg chg="mod">
          <ac:chgData name="EMANUELE IOVANE" userId="15441e63-376a-4c25-a436-265d0e7c0fde" providerId="ADAL" clId="{AA08CA4F-CDBC-4E7A-8D8E-AD2EFE6D1E51}" dt="2025-06-11T09:45:10.340" v="3914" actId="20577"/>
          <ac:spMkLst>
            <pc:docMk/>
            <pc:sldMk cId="2618730612" sldId="368"/>
            <ac:spMk id="173" creationId="{FDFDF08E-0FF2-423A-EBED-254EBDAEF828}"/>
          </ac:spMkLst>
        </pc:spChg>
        <pc:grpChg chg="del">
          <ac:chgData name="EMANUELE IOVANE" userId="15441e63-376a-4c25-a436-265d0e7c0fde" providerId="ADAL" clId="{AA08CA4F-CDBC-4E7A-8D8E-AD2EFE6D1E51}" dt="2025-06-11T09:45:14.308" v="3915" actId="478"/>
          <ac:grpSpMkLst>
            <pc:docMk/>
            <pc:sldMk cId="2618730612" sldId="368"/>
            <ac:grpSpMk id="6" creationId="{B631523D-3CAA-1E24-9595-A90601EEAE48}"/>
          </ac:grpSpMkLst>
        </pc:grpChg>
        <pc:graphicFrameChg chg="add del mod">
          <ac:chgData name="EMANUELE IOVANE" userId="15441e63-376a-4c25-a436-265d0e7c0fde" providerId="ADAL" clId="{AA08CA4F-CDBC-4E7A-8D8E-AD2EFE6D1E51}" dt="2025-06-11T09:47:58.588" v="3917" actId="478"/>
          <ac:graphicFrameMkLst>
            <pc:docMk/>
            <pc:sldMk cId="2618730612" sldId="368"/>
            <ac:graphicFrameMk id="4" creationId="{0ED1B720-82FE-5160-6135-A5101690B710}"/>
          </ac:graphicFrameMkLst>
        </pc:graphicFrameChg>
        <pc:graphicFrameChg chg="add del mod modGraphic">
          <ac:chgData name="EMANUELE IOVANE" userId="15441e63-376a-4c25-a436-265d0e7c0fde" providerId="ADAL" clId="{AA08CA4F-CDBC-4E7A-8D8E-AD2EFE6D1E51}" dt="2025-06-11T09:50:45.658" v="4225" actId="478"/>
          <ac:graphicFrameMkLst>
            <pc:docMk/>
            <pc:sldMk cId="2618730612" sldId="368"/>
            <ac:graphicFrameMk id="5" creationId="{D998506F-4261-63ED-0B87-78D6EEFAA81F}"/>
          </ac:graphicFrameMkLst>
        </pc:graphicFrameChg>
        <pc:graphicFrameChg chg="add del mod modGraphic">
          <ac:chgData name="EMANUELE IOVANE" userId="15441e63-376a-4c25-a436-265d0e7c0fde" providerId="ADAL" clId="{AA08CA4F-CDBC-4E7A-8D8E-AD2EFE6D1E51}" dt="2025-06-11T09:54:35.186" v="4259" actId="478"/>
          <ac:graphicFrameMkLst>
            <pc:docMk/>
            <pc:sldMk cId="2618730612" sldId="368"/>
            <ac:graphicFrameMk id="13" creationId="{0A1CECE9-6290-18D2-8A42-5FD1A38ECF53}"/>
          </ac:graphicFrameMkLst>
        </pc:graphicFrameChg>
        <pc:graphicFrameChg chg="del modGraphic">
          <ac:chgData name="EMANUELE IOVANE" userId="15441e63-376a-4c25-a436-265d0e7c0fde" providerId="ADAL" clId="{AA08CA4F-CDBC-4E7A-8D8E-AD2EFE6D1E51}" dt="2025-06-11T09:44:46.683" v="3890" actId="478"/>
          <ac:graphicFrameMkLst>
            <pc:docMk/>
            <pc:sldMk cId="2618730612" sldId="368"/>
            <ac:graphicFrameMk id="22" creationId="{D592656E-24DF-9D7C-36A4-C88CDCDE5AFC}"/>
          </ac:graphicFrameMkLst>
        </pc:graphicFrameChg>
        <pc:picChg chg="del">
          <ac:chgData name="EMANUELE IOVANE" userId="15441e63-376a-4c25-a436-265d0e7c0fde" providerId="ADAL" clId="{AA08CA4F-CDBC-4E7A-8D8E-AD2EFE6D1E51}" dt="2025-06-11T09:44:48.937" v="3891" actId="478"/>
          <ac:picMkLst>
            <pc:docMk/>
            <pc:sldMk cId="2618730612" sldId="368"/>
            <ac:picMk id="14" creationId="{2382F105-8360-E512-8B79-2EDEAAA4AF7E}"/>
          </ac:picMkLst>
        </pc:picChg>
      </pc:sldChg>
      <pc:sldChg chg="addSp modSp add del mod modTransition modAnim">
        <pc:chgData name="EMANUELE IOVANE" userId="15441e63-376a-4c25-a436-265d0e7c0fde" providerId="ADAL" clId="{AA08CA4F-CDBC-4E7A-8D8E-AD2EFE6D1E51}" dt="2025-06-11T17:13:37.418" v="8736" actId="47"/>
        <pc:sldMkLst>
          <pc:docMk/>
          <pc:sldMk cId="2988207710" sldId="369"/>
        </pc:sldMkLst>
        <pc:spChg chg="add mod">
          <ac:chgData name="EMANUELE IOVANE" userId="15441e63-376a-4c25-a436-265d0e7c0fde" providerId="ADAL" clId="{AA08CA4F-CDBC-4E7A-8D8E-AD2EFE6D1E51}" dt="2025-06-11T10:27:01.574" v="4974"/>
          <ac:spMkLst>
            <pc:docMk/>
            <pc:sldMk cId="2988207710" sldId="369"/>
            <ac:spMk id="4" creationId="{2B9C528B-3497-890A-0202-F2A18F4E4600}"/>
          </ac:spMkLst>
        </pc:spChg>
        <pc:spChg chg="mod">
          <ac:chgData name="EMANUELE IOVANE" userId="15441e63-376a-4c25-a436-265d0e7c0fde" providerId="ADAL" clId="{AA08CA4F-CDBC-4E7A-8D8E-AD2EFE6D1E51}" dt="2025-06-11T10:17:47.693" v="4826" actId="113"/>
          <ac:spMkLst>
            <pc:docMk/>
            <pc:sldMk cId="2988207710" sldId="369"/>
            <ac:spMk id="16" creationId="{7B2FC702-456F-BBDB-170C-C404762D3224}"/>
          </ac:spMkLst>
        </pc:spChg>
      </pc:sldChg>
      <pc:sldChg chg="addSp delSp new del mod">
        <pc:chgData name="EMANUELE IOVANE" userId="15441e63-376a-4c25-a436-265d0e7c0fde" providerId="ADAL" clId="{AA08CA4F-CDBC-4E7A-8D8E-AD2EFE6D1E51}" dt="2025-06-11T10:20:10.591" v="4832" actId="47"/>
        <pc:sldMkLst>
          <pc:docMk/>
          <pc:sldMk cId="165030971" sldId="370"/>
        </pc:sldMkLst>
        <pc:spChg chg="del">
          <ac:chgData name="EMANUELE IOVANE" userId="15441e63-376a-4c25-a436-265d0e7c0fde" providerId="ADAL" clId="{AA08CA4F-CDBC-4E7A-8D8E-AD2EFE6D1E51}" dt="2025-06-11T10:19:21.681" v="4828" actId="478"/>
          <ac:spMkLst>
            <pc:docMk/>
            <pc:sldMk cId="165030971" sldId="370"/>
            <ac:spMk id="2" creationId="{E88A15D6-0D55-0D8E-0423-52BF05F2968F}"/>
          </ac:spMkLst>
        </pc:spChg>
        <pc:spChg chg="del">
          <ac:chgData name="EMANUELE IOVANE" userId="15441e63-376a-4c25-a436-265d0e7c0fde" providerId="ADAL" clId="{AA08CA4F-CDBC-4E7A-8D8E-AD2EFE6D1E51}" dt="2025-06-11T10:19:23.438" v="4829" actId="478"/>
          <ac:spMkLst>
            <pc:docMk/>
            <pc:sldMk cId="165030971" sldId="370"/>
            <ac:spMk id="3" creationId="{7017B559-CAA1-A51F-614C-0258B76B8FF1}"/>
          </ac:spMkLst>
        </pc:spChg>
        <pc:spChg chg="add del">
          <ac:chgData name="EMANUELE IOVANE" userId="15441e63-376a-4c25-a436-265d0e7c0fde" providerId="ADAL" clId="{AA08CA4F-CDBC-4E7A-8D8E-AD2EFE6D1E51}" dt="2025-06-11T10:19:29.356" v="4831" actId="22"/>
          <ac:spMkLst>
            <pc:docMk/>
            <pc:sldMk cId="165030971" sldId="370"/>
            <ac:spMk id="5" creationId="{35EF4AB4-AFB3-C31D-9DA3-1461C20B4BB1}"/>
          </ac:spMkLst>
        </pc:spChg>
      </pc:sldChg>
      <pc:sldChg chg="addSp delSp modSp add mod ord modTransition modAnim">
        <pc:chgData name="EMANUELE IOVANE" userId="15441e63-376a-4c25-a436-265d0e7c0fde" providerId="ADAL" clId="{AA08CA4F-CDBC-4E7A-8D8E-AD2EFE6D1E51}" dt="2025-06-11T17:15:08.037" v="8951"/>
        <pc:sldMkLst>
          <pc:docMk/>
          <pc:sldMk cId="3701918157" sldId="370"/>
        </pc:sldMkLst>
        <pc:spChg chg="add mod">
          <ac:chgData name="EMANUELE IOVANE" userId="15441e63-376a-4c25-a436-265d0e7c0fde" providerId="ADAL" clId="{AA08CA4F-CDBC-4E7A-8D8E-AD2EFE6D1E51}" dt="2025-06-11T10:27:04.908" v="4975"/>
          <ac:spMkLst>
            <pc:docMk/>
            <pc:sldMk cId="3701918157" sldId="370"/>
            <ac:spMk id="5" creationId="{E263D18E-1D6A-D55A-47D5-80D16CDC927E}"/>
          </ac:spMkLst>
        </pc:spChg>
        <pc:spChg chg="del">
          <ac:chgData name="EMANUELE IOVANE" userId="15441e63-376a-4c25-a436-265d0e7c0fde" providerId="ADAL" clId="{AA08CA4F-CDBC-4E7A-8D8E-AD2EFE6D1E51}" dt="2025-06-11T10:20:20.334" v="4834" actId="478"/>
          <ac:spMkLst>
            <pc:docMk/>
            <pc:sldMk cId="3701918157" sldId="370"/>
            <ac:spMk id="16" creationId="{CBC015B7-59B6-90DC-27F2-AE6ECEBD2C14}"/>
          </ac:spMkLst>
        </pc:spChg>
        <pc:graphicFrameChg chg="add mod modGraphic">
          <ac:chgData name="EMANUELE IOVANE" userId="15441e63-376a-4c25-a436-265d0e7c0fde" providerId="ADAL" clId="{AA08CA4F-CDBC-4E7A-8D8E-AD2EFE6D1E51}" dt="2025-06-11T10:25:32.513" v="4971" actId="20577"/>
          <ac:graphicFrameMkLst>
            <pc:docMk/>
            <pc:sldMk cId="3701918157" sldId="370"/>
            <ac:graphicFrameMk id="4" creationId="{30662A43-61F6-F155-A84D-21CCA31DB420}"/>
          </ac:graphicFrameMkLst>
        </pc:graphicFrameChg>
      </pc:sldChg>
      <pc:sldChg chg="addSp modSp add mod">
        <pc:chgData name="EMANUELE IOVANE" userId="15441e63-376a-4c25-a436-265d0e7c0fde" providerId="ADAL" clId="{AA08CA4F-CDBC-4E7A-8D8E-AD2EFE6D1E51}" dt="2025-06-11T17:04:55.715" v="8565"/>
        <pc:sldMkLst>
          <pc:docMk/>
          <pc:sldMk cId="242590071" sldId="371"/>
        </pc:sldMkLst>
        <pc:spChg chg="mod">
          <ac:chgData name="EMANUELE IOVANE" userId="15441e63-376a-4c25-a436-265d0e7c0fde" providerId="ADAL" clId="{AA08CA4F-CDBC-4E7A-8D8E-AD2EFE6D1E51}" dt="2025-06-11T15:07:07.145" v="5443" actId="113"/>
          <ac:spMkLst>
            <pc:docMk/>
            <pc:sldMk cId="242590071" sldId="371"/>
            <ac:spMk id="4" creationId="{82A3574E-B4AD-59C5-A0EB-1DCBCF557B09}"/>
          </ac:spMkLst>
        </pc:spChg>
        <pc:spChg chg="mod">
          <ac:chgData name="EMANUELE IOVANE" userId="15441e63-376a-4c25-a436-265d0e7c0fde" providerId="ADAL" clId="{AA08CA4F-CDBC-4E7A-8D8E-AD2EFE6D1E51}" dt="2025-06-11T15:12:35.312" v="5928" actId="207"/>
          <ac:spMkLst>
            <pc:docMk/>
            <pc:sldMk cId="242590071" sldId="371"/>
            <ac:spMk id="5" creationId="{D425176E-D711-4630-F53E-68367E9E2558}"/>
          </ac:spMkLst>
        </pc:spChg>
        <pc:spChg chg="add mod">
          <ac:chgData name="EMANUELE IOVANE" userId="15441e63-376a-4c25-a436-265d0e7c0fde" providerId="ADAL" clId="{AA08CA4F-CDBC-4E7A-8D8E-AD2EFE6D1E51}" dt="2025-06-11T17:04:55.715" v="8565"/>
          <ac:spMkLst>
            <pc:docMk/>
            <pc:sldMk cId="242590071" sldId="371"/>
            <ac:spMk id="7" creationId="{8D4211A4-3F91-F2C0-1228-B945B67601D7}"/>
          </ac:spMkLst>
        </pc:spChg>
        <pc:picChg chg="add mod">
          <ac:chgData name="EMANUELE IOVANE" userId="15441e63-376a-4c25-a436-265d0e7c0fde" providerId="ADAL" clId="{AA08CA4F-CDBC-4E7A-8D8E-AD2EFE6D1E51}" dt="2025-06-11T15:13:46.578" v="6201" actId="1038"/>
          <ac:picMkLst>
            <pc:docMk/>
            <pc:sldMk cId="242590071" sldId="371"/>
            <ac:picMk id="6" creationId="{A6C335C5-B4EC-B915-A38E-AAE42EAB63F5}"/>
          </ac:picMkLst>
        </pc:picChg>
      </pc:sldChg>
      <pc:sldChg chg="addSp delSp modSp add mod">
        <pc:chgData name="EMANUELE IOVANE" userId="15441e63-376a-4c25-a436-265d0e7c0fde" providerId="ADAL" clId="{AA08CA4F-CDBC-4E7A-8D8E-AD2EFE6D1E51}" dt="2025-06-11T17:05:00.053" v="8566"/>
        <pc:sldMkLst>
          <pc:docMk/>
          <pc:sldMk cId="813481025" sldId="372"/>
        </pc:sldMkLst>
        <pc:spChg chg="mod">
          <ac:chgData name="EMANUELE IOVANE" userId="15441e63-376a-4c25-a436-265d0e7c0fde" providerId="ADAL" clId="{AA08CA4F-CDBC-4E7A-8D8E-AD2EFE6D1E51}" dt="2025-06-11T15:12:51.528" v="6014" actId="1038"/>
          <ac:spMkLst>
            <pc:docMk/>
            <pc:sldMk cId="813481025" sldId="372"/>
            <ac:spMk id="4" creationId="{C7291A04-F1E6-6C7C-2A76-71B74D3DBA81}"/>
          </ac:spMkLst>
        </pc:spChg>
        <pc:spChg chg="mod">
          <ac:chgData name="EMANUELE IOVANE" userId="15441e63-376a-4c25-a436-265d0e7c0fde" providerId="ADAL" clId="{AA08CA4F-CDBC-4E7A-8D8E-AD2EFE6D1E51}" dt="2025-06-11T15:13:08.931" v="6193" actId="1038"/>
          <ac:spMkLst>
            <pc:docMk/>
            <pc:sldMk cId="813481025" sldId="372"/>
            <ac:spMk id="5" creationId="{83D403EE-DEBB-8655-A14A-035EE6D25181}"/>
          </ac:spMkLst>
        </pc:spChg>
        <pc:spChg chg="add mod">
          <ac:chgData name="EMANUELE IOVANE" userId="15441e63-376a-4c25-a436-265d0e7c0fde" providerId="ADAL" clId="{AA08CA4F-CDBC-4E7A-8D8E-AD2EFE6D1E51}" dt="2025-06-11T17:05:00.053" v="8566"/>
          <ac:spMkLst>
            <pc:docMk/>
            <pc:sldMk cId="813481025" sldId="372"/>
            <ac:spMk id="8" creationId="{5D211E3A-86BE-C97E-F195-F214FDEE62CF}"/>
          </ac:spMkLst>
        </pc:spChg>
        <pc:picChg chg="del mod">
          <ac:chgData name="EMANUELE IOVANE" userId="15441e63-376a-4c25-a436-265d0e7c0fde" providerId="ADAL" clId="{AA08CA4F-CDBC-4E7A-8D8E-AD2EFE6D1E51}" dt="2025-06-11T15:13:34.588" v="6196" actId="478"/>
          <ac:picMkLst>
            <pc:docMk/>
            <pc:sldMk cId="813481025" sldId="372"/>
            <ac:picMk id="6" creationId="{7B523382-B873-FAFC-DEA7-6AE5750E33F6}"/>
          </ac:picMkLst>
        </pc:picChg>
        <pc:picChg chg="add mod">
          <ac:chgData name="EMANUELE IOVANE" userId="15441e63-376a-4c25-a436-265d0e7c0fde" providerId="ADAL" clId="{AA08CA4F-CDBC-4E7A-8D8E-AD2EFE6D1E51}" dt="2025-06-11T15:13:41.559" v="6199" actId="1038"/>
          <ac:picMkLst>
            <pc:docMk/>
            <pc:sldMk cId="813481025" sldId="372"/>
            <ac:picMk id="7" creationId="{9FD31D1B-F1F3-B8FF-B528-55417F4E01E8}"/>
          </ac:picMkLst>
        </pc:picChg>
      </pc:sldChg>
      <pc:sldChg chg="delSp modSp add del mod">
        <pc:chgData name="EMANUELE IOVANE" userId="15441e63-376a-4c25-a436-265d0e7c0fde" providerId="ADAL" clId="{AA08CA4F-CDBC-4E7A-8D8E-AD2EFE6D1E51}" dt="2025-06-11T15:08:43.389" v="5631" actId="47"/>
        <pc:sldMkLst>
          <pc:docMk/>
          <pc:sldMk cId="2596547110" sldId="372"/>
        </pc:sldMkLst>
        <pc:spChg chg="del">
          <ac:chgData name="EMANUELE IOVANE" userId="15441e63-376a-4c25-a436-265d0e7c0fde" providerId="ADAL" clId="{AA08CA4F-CDBC-4E7A-8D8E-AD2EFE6D1E51}" dt="2025-06-11T15:07:42.222" v="5446" actId="478"/>
          <ac:spMkLst>
            <pc:docMk/>
            <pc:sldMk cId="2596547110" sldId="372"/>
            <ac:spMk id="4" creationId="{6209E62E-F0AE-3D96-0BC1-D295264EC271}"/>
          </ac:spMkLst>
        </pc:spChg>
        <pc:spChg chg="mod">
          <ac:chgData name="EMANUELE IOVANE" userId="15441e63-376a-4c25-a436-265d0e7c0fde" providerId="ADAL" clId="{AA08CA4F-CDBC-4E7A-8D8E-AD2EFE6D1E51}" dt="2025-06-11T15:08:08.640" v="5627" actId="113"/>
          <ac:spMkLst>
            <pc:docMk/>
            <pc:sldMk cId="2596547110" sldId="372"/>
            <ac:spMk id="5" creationId="{F6A638EE-2DC7-7990-0315-89490C1E6B5A}"/>
          </ac:spMkLst>
        </pc:spChg>
      </pc:sldChg>
      <pc:sldChg chg="modSp add del mod">
        <pc:chgData name="EMANUELE IOVANE" userId="15441e63-376a-4c25-a436-265d0e7c0fde" providerId="ADAL" clId="{AA08CA4F-CDBC-4E7A-8D8E-AD2EFE6D1E51}" dt="2025-06-11T15:11:48.594" v="5905" actId="47"/>
        <pc:sldMkLst>
          <pc:docMk/>
          <pc:sldMk cId="2982849474" sldId="372"/>
        </pc:sldMkLst>
        <pc:spChg chg="mod">
          <ac:chgData name="EMANUELE IOVANE" userId="15441e63-376a-4c25-a436-265d0e7c0fde" providerId="ADAL" clId="{AA08CA4F-CDBC-4E7A-8D8E-AD2EFE6D1E51}" dt="2025-06-11T15:11:01.884" v="5715" actId="1037"/>
          <ac:spMkLst>
            <pc:docMk/>
            <pc:sldMk cId="2982849474" sldId="372"/>
            <ac:spMk id="4" creationId="{A5A3806A-AAC4-5FB5-9E76-5B444184E0CF}"/>
          </ac:spMkLst>
        </pc:spChg>
        <pc:spChg chg="mod">
          <ac:chgData name="EMANUELE IOVANE" userId="15441e63-376a-4c25-a436-265d0e7c0fde" providerId="ADAL" clId="{AA08CA4F-CDBC-4E7A-8D8E-AD2EFE6D1E51}" dt="2025-06-11T15:11:23.539" v="5904" actId="1037"/>
          <ac:spMkLst>
            <pc:docMk/>
            <pc:sldMk cId="2982849474" sldId="372"/>
            <ac:spMk id="5" creationId="{DA4E960F-C55A-D836-2333-0DCC8D2FB491}"/>
          </ac:spMkLst>
        </pc:spChg>
      </pc:sldChg>
      <pc:sldChg chg="addSp delSp modSp add mod modAnim">
        <pc:chgData name="EMANUELE IOVANE" userId="15441e63-376a-4c25-a436-265d0e7c0fde" providerId="ADAL" clId="{AA08CA4F-CDBC-4E7A-8D8E-AD2EFE6D1E51}" dt="2025-06-11T17:18:21.063" v="8955"/>
        <pc:sldMkLst>
          <pc:docMk/>
          <pc:sldMk cId="637099600" sldId="373"/>
        </pc:sldMkLst>
        <pc:spChg chg="add mod">
          <ac:chgData name="EMANUELE IOVANE" userId="15441e63-376a-4c25-a436-265d0e7c0fde" providerId="ADAL" clId="{AA08CA4F-CDBC-4E7A-8D8E-AD2EFE6D1E51}" dt="2025-06-11T15:23:11.538" v="6326"/>
          <ac:spMkLst>
            <pc:docMk/>
            <pc:sldMk cId="637099600" sldId="373"/>
            <ac:spMk id="2" creationId="{9CDDDC61-4F42-F720-73E6-38122971367C}"/>
          </ac:spMkLst>
        </pc:spChg>
        <pc:spChg chg="add mod">
          <ac:chgData name="EMANUELE IOVANE" userId="15441e63-376a-4c25-a436-265d0e7c0fde" providerId="ADAL" clId="{AA08CA4F-CDBC-4E7A-8D8E-AD2EFE6D1E51}" dt="2025-06-11T15:24:35.800" v="6342" actId="114"/>
          <ac:spMkLst>
            <pc:docMk/>
            <pc:sldMk cId="637099600" sldId="373"/>
            <ac:spMk id="12" creationId="{3DD4C74C-D447-2405-2917-ACDE9C0A50D9}"/>
          </ac:spMkLst>
        </pc:spChg>
        <pc:spChg chg="del">
          <ac:chgData name="EMANUELE IOVANE" userId="15441e63-376a-4c25-a436-265d0e7c0fde" providerId="ADAL" clId="{AA08CA4F-CDBC-4E7A-8D8E-AD2EFE6D1E51}" dt="2025-06-11T15:22:57.660" v="6322" actId="478"/>
          <ac:spMkLst>
            <pc:docMk/>
            <pc:sldMk cId="637099600" sldId="373"/>
            <ac:spMk id="14" creationId="{4596520B-032E-8A1C-BB5E-CF8039D4C2CB}"/>
          </ac:spMkLst>
        </pc:spChg>
        <pc:spChg chg="del">
          <ac:chgData name="EMANUELE IOVANE" userId="15441e63-376a-4c25-a436-265d0e7c0fde" providerId="ADAL" clId="{AA08CA4F-CDBC-4E7A-8D8E-AD2EFE6D1E51}" dt="2025-06-11T15:22:54.445" v="6321" actId="478"/>
          <ac:spMkLst>
            <pc:docMk/>
            <pc:sldMk cId="637099600" sldId="373"/>
            <ac:spMk id="15" creationId="{0269FDBD-D532-37EF-D5A0-AF5B35E8D34E}"/>
          </ac:spMkLst>
        </pc:spChg>
        <pc:spChg chg="mod">
          <ac:chgData name="EMANUELE IOVANE" userId="15441e63-376a-4c25-a436-265d0e7c0fde" providerId="ADAL" clId="{AA08CA4F-CDBC-4E7A-8D8E-AD2EFE6D1E51}" dt="2025-06-11T16:22:32.013" v="8036" actId="1076"/>
          <ac:spMkLst>
            <pc:docMk/>
            <pc:sldMk cId="637099600" sldId="373"/>
            <ac:spMk id="19" creationId="{D291FD57-8814-559D-EFF0-007BC25D9301}"/>
          </ac:spMkLst>
        </pc:spChg>
        <pc:spChg chg="add mod">
          <ac:chgData name="EMANUELE IOVANE" userId="15441e63-376a-4c25-a436-265d0e7c0fde" providerId="ADAL" clId="{AA08CA4F-CDBC-4E7A-8D8E-AD2EFE6D1E51}" dt="2025-06-11T15:24:45.963" v="6347" actId="113"/>
          <ac:spMkLst>
            <pc:docMk/>
            <pc:sldMk cId="637099600" sldId="373"/>
            <ac:spMk id="20" creationId="{1862CAC9-01DF-C75D-51D5-95B4516CA453}"/>
          </ac:spMkLst>
        </pc:spChg>
        <pc:spChg chg="add mod">
          <ac:chgData name="EMANUELE IOVANE" userId="15441e63-376a-4c25-a436-265d0e7c0fde" providerId="ADAL" clId="{AA08CA4F-CDBC-4E7A-8D8E-AD2EFE6D1E51}" dt="2025-06-11T15:24:53.354" v="6350" actId="1076"/>
          <ac:spMkLst>
            <pc:docMk/>
            <pc:sldMk cId="637099600" sldId="373"/>
            <ac:spMk id="21" creationId="{44D2E083-1831-9523-3BD2-304E2F480AA2}"/>
          </ac:spMkLst>
        </pc:spChg>
        <pc:spChg chg="mod">
          <ac:chgData name="EMANUELE IOVANE" userId="15441e63-376a-4c25-a436-265d0e7c0fde" providerId="ADAL" clId="{AA08CA4F-CDBC-4E7A-8D8E-AD2EFE6D1E51}" dt="2025-06-11T17:06:03.582" v="8571"/>
          <ac:spMkLst>
            <pc:docMk/>
            <pc:sldMk cId="637099600" sldId="373"/>
            <ac:spMk id="33" creationId="{9193D198-186C-7BF8-67DE-A3038D0FCDBA}"/>
          </ac:spMkLst>
        </pc:spChg>
        <pc:spChg chg="mod">
          <ac:chgData name="EMANUELE IOVANE" userId="15441e63-376a-4c25-a436-265d0e7c0fde" providerId="ADAL" clId="{AA08CA4F-CDBC-4E7A-8D8E-AD2EFE6D1E51}" dt="2025-06-11T17:06:03.582" v="8571"/>
          <ac:spMkLst>
            <pc:docMk/>
            <pc:sldMk cId="637099600" sldId="373"/>
            <ac:spMk id="34" creationId="{DC977253-21BA-DA7F-B043-E6A121DFAA90}"/>
          </ac:spMkLst>
        </pc:spChg>
        <pc:spChg chg="mod">
          <ac:chgData name="EMANUELE IOVANE" userId="15441e63-376a-4c25-a436-265d0e7c0fde" providerId="ADAL" clId="{AA08CA4F-CDBC-4E7A-8D8E-AD2EFE6D1E51}" dt="2025-06-11T17:06:03.582" v="8571"/>
          <ac:spMkLst>
            <pc:docMk/>
            <pc:sldMk cId="637099600" sldId="373"/>
            <ac:spMk id="35" creationId="{FD8BD0E8-DADC-5081-6B48-E9545B58E083}"/>
          </ac:spMkLst>
        </pc:spChg>
        <pc:spChg chg="mod">
          <ac:chgData name="EMANUELE IOVANE" userId="15441e63-376a-4c25-a436-265d0e7c0fde" providerId="ADAL" clId="{AA08CA4F-CDBC-4E7A-8D8E-AD2EFE6D1E51}" dt="2025-06-11T17:06:03.582" v="8571"/>
          <ac:spMkLst>
            <pc:docMk/>
            <pc:sldMk cId="637099600" sldId="373"/>
            <ac:spMk id="36" creationId="{194EF75E-E7BC-F6DE-484A-0A47045CB34B}"/>
          </ac:spMkLst>
        </pc:spChg>
        <pc:grpChg chg="add mod">
          <ac:chgData name="EMANUELE IOVANE" userId="15441e63-376a-4c25-a436-265d0e7c0fde" providerId="ADAL" clId="{AA08CA4F-CDBC-4E7A-8D8E-AD2EFE6D1E51}" dt="2025-06-11T17:06:03.582" v="8571"/>
          <ac:grpSpMkLst>
            <pc:docMk/>
            <pc:sldMk cId="637099600" sldId="373"/>
            <ac:grpSpMk id="32" creationId="{FE906D1B-CA00-55E1-607C-6EB7B081F382}"/>
          </ac:grpSpMkLst>
        </pc:grpChg>
        <pc:picChg chg="add mod">
          <ac:chgData name="EMANUELE IOVANE" userId="15441e63-376a-4c25-a436-265d0e7c0fde" providerId="ADAL" clId="{AA08CA4F-CDBC-4E7A-8D8E-AD2EFE6D1E51}" dt="2025-06-11T15:25:43.518" v="6352" actId="14826"/>
          <ac:picMkLst>
            <pc:docMk/>
            <pc:sldMk cId="637099600" sldId="373"/>
            <ac:picMk id="6" creationId="{95AA7014-75DD-6E54-D085-42660C331949}"/>
          </ac:picMkLst>
        </pc:picChg>
        <pc:picChg chg="add mod">
          <ac:chgData name="EMANUELE IOVANE" userId="15441e63-376a-4c25-a436-265d0e7c0fde" providerId="ADAL" clId="{AA08CA4F-CDBC-4E7A-8D8E-AD2EFE6D1E51}" dt="2025-06-11T15:25:55.565" v="6353" actId="14826"/>
          <ac:picMkLst>
            <pc:docMk/>
            <pc:sldMk cId="637099600" sldId="373"/>
            <ac:picMk id="7" creationId="{343C3C9B-4D42-D9CB-9F07-D937C1F43961}"/>
          </ac:picMkLst>
        </pc:picChg>
        <pc:picChg chg="del">
          <ac:chgData name="EMANUELE IOVANE" userId="15441e63-376a-4c25-a436-265d0e7c0fde" providerId="ADAL" clId="{AA08CA4F-CDBC-4E7A-8D8E-AD2EFE6D1E51}" dt="2025-06-11T15:22:58.790" v="6323" actId="478"/>
          <ac:picMkLst>
            <pc:docMk/>
            <pc:sldMk cId="637099600" sldId="373"/>
            <ac:picMk id="8" creationId="{CD51166D-9BB8-9801-006D-8DDD25AE9A5F}"/>
          </ac:picMkLst>
        </pc:picChg>
        <pc:picChg chg="add mod">
          <ac:chgData name="EMANUELE IOVANE" userId="15441e63-376a-4c25-a436-265d0e7c0fde" providerId="ADAL" clId="{AA08CA4F-CDBC-4E7A-8D8E-AD2EFE6D1E51}" dt="2025-06-11T15:26:12.007" v="6354" actId="14826"/>
          <ac:picMkLst>
            <pc:docMk/>
            <pc:sldMk cId="637099600" sldId="373"/>
            <ac:picMk id="9" creationId="{6F6E86C9-7FCE-F4FD-8F43-EF5F0536DB20}"/>
          </ac:picMkLst>
        </pc:picChg>
        <pc:picChg chg="del">
          <ac:chgData name="EMANUELE IOVANE" userId="15441e63-376a-4c25-a436-265d0e7c0fde" providerId="ADAL" clId="{AA08CA4F-CDBC-4E7A-8D8E-AD2EFE6D1E51}" dt="2025-06-11T15:23:00.681" v="6324" actId="478"/>
          <ac:picMkLst>
            <pc:docMk/>
            <pc:sldMk cId="637099600" sldId="373"/>
            <ac:picMk id="10" creationId="{E2C75158-9CD9-4C26-0FF3-0B2058A1950A}"/>
          </ac:picMkLst>
        </pc:picChg>
        <pc:picChg chg="del">
          <ac:chgData name="EMANUELE IOVANE" userId="15441e63-376a-4c25-a436-265d0e7c0fde" providerId="ADAL" clId="{AA08CA4F-CDBC-4E7A-8D8E-AD2EFE6D1E51}" dt="2025-06-11T15:23:01.647" v="6325" actId="478"/>
          <ac:picMkLst>
            <pc:docMk/>
            <pc:sldMk cId="637099600" sldId="373"/>
            <ac:picMk id="11" creationId="{09025240-A969-8F7F-031D-4F08674CD845}"/>
          </ac:picMkLst>
        </pc:picChg>
        <pc:picChg chg="add mod">
          <ac:chgData name="EMANUELE IOVANE" userId="15441e63-376a-4c25-a436-265d0e7c0fde" providerId="ADAL" clId="{AA08CA4F-CDBC-4E7A-8D8E-AD2EFE6D1E51}" dt="2025-06-11T15:26:31.237" v="6355" actId="14826"/>
          <ac:picMkLst>
            <pc:docMk/>
            <pc:sldMk cId="637099600" sldId="373"/>
            <ac:picMk id="26" creationId="{529D7F96-84F1-DD4D-8D2D-1857DC892E46}"/>
          </ac:picMkLst>
        </pc:picChg>
        <pc:cxnChg chg="del">
          <ac:chgData name="EMANUELE IOVANE" userId="15441e63-376a-4c25-a436-265d0e7c0fde" providerId="ADAL" clId="{AA08CA4F-CDBC-4E7A-8D8E-AD2EFE6D1E51}" dt="2025-06-11T15:22:54.445" v="6321" actId="478"/>
          <ac:cxnSpMkLst>
            <pc:docMk/>
            <pc:sldMk cId="637099600" sldId="373"/>
            <ac:cxnSpMk id="4" creationId="{4E3A387F-24D1-EA67-D351-2DC4D23100C1}"/>
          </ac:cxnSpMkLst>
        </pc:cxnChg>
        <pc:cxnChg chg="del mod">
          <ac:chgData name="EMANUELE IOVANE" userId="15441e63-376a-4c25-a436-265d0e7c0fde" providerId="ADAL" clId="{AA08CA4F-CDBC-4E7A-8D8E-AD2EFE6D1E51}" dt="2025-06-11T15:22:54.445" v="6321" actId="478"/>
          <ac:cxnSpMkLst>
            <pc:docMk/>
            <pc:sldMk cId="637099600" sldId="373"/>
            <ac:cxnSpMk id="5" creationId="{A8AFA758-7CCF-048C-BD24-1223F1982FC9}"/>
          </ac:cxnSpMkLst>
        </pc:cxnChg>
        <pc:cxnChg chg="del mod">
          <ac:chgData name="EMANUELE IOVANE" userId="15441e63-376a-4c25-a436-265d0e7c0fde" providerId="ADAL" clId="{AA08CA4F-CDBC-4E7A-8D8E-AD2EFE6D1E51}" dt="2025-06-11T17:18:13.480" v="8954" actId="478"/>
          <ac:cxnSpMkLst>
            <pc:docMk/>
            <pc:sldMk cId="637099600" sldId="373"/>
            <ac:cxnSpMk id="16" creationId="{4157A8BF-81F4-250A-D90F-57BA96C078A0}"/>
          </ac:cxnSpMkLst>
        </pc:cxnChg>
        <pc:cxnChg chg="add mod">
          <ac:chgData name="EMANUELE IOVANE" userId="15441e63-376a-4c25-a436-265d0e7c0fde" providerId="ADAL" clId="{AA08CA4F-CDBC-4E7A-8D8E-AD2EFE6D1E51}" dt="2025-06-11T15:23:39.685" v="6328" actId="14100"/>
          <ac:cxnSpMkLst>
            <pc:docMk/>
            <pc:sldMk cId="637099600" sldId="373"/>
            <ac:cxnSpMk id="22" creationId="{DBA877F5-4B79-2D36-3FEC-D7DAB9EABD1B}"/>
          </ac:cxnSpMkLst>
        </pc:cxnChg>
        <pc:cxnChg chg="add mod">
          <ac:chgData name="EMANUELE IOVANE" userId="15441e63-376a-4c25-a436-265d0e7c0fde" providerId="ADAL" clId="{AA08CA4F-CDBC-4E7A-8D8E-AD2EFE6D1E51}" dt="2025-06-11T15:23:54.031" v="6330" actId="14100"/>
          <ac:cxnSpMkLst>
            <pc:docMk/>
            <pc:sldMk cId="637099600" sldId="373"/>
            <ac:cxnSpMk id="24" creationId="{EAF51B1F-383F-6066-C03D-DF2BC8ED6E72}"/>
          </ac:cxnSpMkLst>
        </pc:cxnChg>
        <pc:cxnChg chg="add mod">
          <ac:chgData name="EMANUELE IOVANE" userId="15441e63-376a-4c25-a436-265d0e7c0fde" providerId="ADAL" clId="{AA08CA4F-CDBC-4E7A-8D8E-AD2EFE6D1E51}" dt="2025-06-11T15:24:05.040" v="6333" actId="14100"/>
          <ac:cxnSpMkLst>
            <pc:docMk/>
            <pc:sldMk cId="637099600" sldId="373"/>
            <ac:cxnSpMk id="25" creationId="{E6A70AEA-0EA0-CCFA-B0E0-84636C847A63}"/>
          </ac:cxnSpMkLst>
        </pc:cxnChg>
        <pc:cxnChg chg="add mod">
          <ac:chgData name="EMANUELE IOVANE" userId="15441e63-376a-4c25-a436-265d0e7c0fde" providerId="ADAL" clId="{AA08CA4F-CDBC-4E7A-8D8E-AD2EFE6D1E51}" dt="2025-06-11T17:18:21.063" v="8955"/>
          <ac:cxnSpMkLst>
            <pc:docMk/>
            <pc:sldMk cId="637099600" sldId="373"/>
            <ac:cxnSpMk id="38" creationId="{C3A03996-4C26-44E3-FC8A-6CEA79847A55}"/>
          </ac:cxnSpMkLst>
        </pc:cxnChg>
      </pc:sldChg>
      <pc:sldChg chg="addSp delSp modSp add mod modTransition addAnim delAnim modAnim">
        <pc:chgData name="EMANUELE IOVANE" userId="15441e63-376a-4c25-a436-265d0e7c0fde" providerId="ADAL" clId="{AA08CA4F-CDBC-4E7A-8D8E-AD2EFE6D1E51}" dt="2025-06-11T17:06:13.125" v="8575"/>
        <pc:sldMkLst>
          <pc:docMk/>
          <pc:sldMk cId="358944502" sldId="374"/>
        </pc:sldMkLst>
        <pc:spChg chg="add mod">
          <ac:chgData name="EMANUELE IOVANE" userId="15441e63-376a-4c25-a436-265d0e7c0fde" providerId="ADAL" clId="{AA08CA4F-CDBC-4E7A-8D8E-AD2EFE6D1E51}" dt="2025-06-11T15:57:03.585" v="7110" actId="1038"/>
          <ac:spMkLst>
            <pc:docMk/>
            <pc:sldMk cId="358944502" sldId="374"/>
            <ac:spMk id="2" creationId="{0D4EB59E-B07D-B7D3-8069-9D6B53BD0ED5}"/>
          </ac:spMkLst>
        </pc:spChg>
        <pc:spChg chg="mod">
          <ac:chgData name="EMANUELE IOVANE" userId="15441e63-376a-4c25-a436-265d0e7c0fde" providerId="ADAL" clId="{AA08CA4F-CDBC-4E7A-8D8E-AD2EFE6D1E51}" dt="2025-06-11T15:57:18.007" v="7138" actId="1038"/>
          <ac:spMkLst>
            <pc:docMk/>
            <pc:sldMk cId="358944502" sldId="374"/>
            <ac:spMk id="13" creationId="{34D9A291-1E16-E904-EDE2-35E1A0C614EC}"/>
          </ac:spMkLst>
        </pc:spChg>
        <pc:spChg chg="mod">
          <ac:chgData name="EMANUELE IOVANE" userId="15441e63-376a-4c25-a436-265d0e7c0fde" providerId="ADAL" clId="{AA08CA4F-CDBC-4E7A-8D8E-AD2EFE6D1E51}" dt="2025-06-11T15:57:18.007" v="7138" actId="1038"/>
          <ac:spMkLst>
            <pc:docMk/>
            <pc:sldMk cId="358944502" sldId="374"/>
            <ac:spMk id="14" creationId="{BF4863EC-58F2-7191-918F-8C811B565081}"/>
          </ac:spMkLst>
        </pc:spChg>
        <pc:spChg chg="mod">
          <ac:chgData name="EMANUELE IOVANE" userId="15441e63-376a-4c25-a436-265d0e7c0fde" providerId="ADAL" clId="{AA08CA4F-CDBC-4E7A-8D8E-AD2EFE6D1E51}" dt="2025-06-11T15:57:18.007" v="7138" actId="1038"/>
          <ac:spMkLst>
            <pc:docMk/>
            <pc:sldMk cId="358944502" sldId="374"/>
            <ac:spMk id="15" creationId="{85EC585B-C54E-72B5-B3E3-83CB0E7E17A5}"/>
          </ac:spMkLst>
        </pc:spChg>
        <pc:spChg chg="mod">
          <ac:chgData name="EMANUELE IOVANE" userId="15441e63-376a-4c25-a436-265d0e7c0fde" providerId="ADAL" clId="{AA08CA4F-CDBC-4E7A-8D8E-AD2EFE6D1E51}" dt="2025-06-11T17:06:13.125" v="8575"/>
          <ac:spMkLst>
            <pc:docMk/>
            <pc:sldMk cId="358944502" sldId="374"/>
            <ac:spMk id="25" creationId="{4051A4EF-74B6-E6EF-1877-C8E5BE74E3D4}"/>
          </ac:spMkLst>
        </pc:spChg>
        <pc:spChg chg="mod">
          <ac:chgData name="EMANUELE IOVANE" userId="15441e63-376a-4c25-a436-265d0e7c0fde" providerId="ADAL" clId="{AA08CA4F-CDBC-4E7A-8D8E-AD2EFE6D1E51}" dt="2025-06-11T17:06:13.125" v="8575"/>
          <ac:spMkLst>
            <pc:docMk/>
            <pc:sldMk cId="358944502" sldId="374"/>
            <ac:spMk id="27" creationId="{346CFA3B-D82B-0901-9565-009AD3134C15}"/>
          </ac:spMkLst>
        </pc:spChg>
        <pc:spChg chg="mod">
          <ac:chgData name="EMANUELE IOVANE" userId="15441e63-376a-4c25-a436-265d0e7c0fde" providerId="ADAL" clId="{AA08CA4F-CDBC-4E7A-8D8E-AD2EFE6D1E51}" dt="2025-06-11T16:21:29.442" v="8030" actId="404"/>
          <ac:spMkLst>
            <pc:docMk/>
            <pc:sldMk cId="358944502" sldId="374"/>
            <ac:spMk id="30" creationId="{FB535179-A088-B7BD-F25E-70EE3E0FE45C}"/>
          </ac:spMkLst>
        </pc:spChg>
        <pc:spChg chg="mod">
          <ac:chgData name="EMANUELE IOVANE" userId="15441e63-376a-4c25-a436-265d0e7c0fde" providerId="ADAL" clId="{AA08CA4F-CDBC-4E7A-8D8E-AD2EFE6D1E51}" dt="2025-06-11T17:06:13.125" v="8575"/>
          <ac:spMkLst>
            <pc:docMk/>
            <pc:sldMk cId="358944502" sldId="374"/>
            <ac:spMk id="31" creationId="{63257691-6817-519B-70BF-49F16AC9B2E3}"/>
          </ac:spMkLst>
        </pc:spChg>
        <pc:spChg chg="mod">
          <ac:chgData name="EMANUELE IOVANE" userId="15441e63-376a-4c25-a436-265d0e7c0fde" providerId="ADAL" clId="{AA08CA4F-CDBC-4E7A-8D8E-AD2EFE6D1E51}" dt="2025-06-11T17:06:13.125" v="8575"/>
          <ac:spMkLst>
            <pc:docMk/>
            <pc:sldMk cId="358944502" sldId="374"/>
            <ac:spMk id="32" creationId="{905186DE-3E51-39A9-768B-B31C635A27BE}"/>
          </ac:spMkLst>
        </pc:spChg>
        <pc:grpChg chg="add mod">
          <ac:chgData name="EMANUELE IOVANE" userId="15441e63-376a-4c25-a436-265d0e7c0fde" providerId="ADAL" clId="{AA08CA4F-CDBC-4E7A-8D8E-AD2EFE6D1E51}" dt="2025-06-11T17:06:13.125" v="8575"/>
          <ac:grpSpMkLst>
            <pc:docMk/>
            <pc:sldMk cId="358944502" sldId="374"/>
            <ac:grpSpMk id="23" creationId="{E68E6A8B-E202-2FE5-5E6D-3D7114899B04}"/>
          </ac:grpSpMkLst>
        </pc:grpChg>
        <pc:grpChg chg="mod">
          <ac:chgData name="EMANUELE IOVANE" userId="15441e63-376a-4c25-a436-265d0e7c0fde" providerId="ADAL" clId="{AA08CA4F-CDBC-4E7A-8D8E-AD2EFE6D1E51}" dt="2025-06-11T15:57:18.007" v="7138" actId="1038"/>
          <ac:grpSpMkLst>
            <pc:docMk/>
            <pc:sldMk cId="358944502" sldId="374"/>
            <ac:grpSpMk id="29" creationId="{7D09E81F-B4DB-5918-EC3B-9FD1CA883844}"/>
          </ac:grpSpMkLst>
        </pc:grpChg>
        <pc:picChg chg="add del mod">
          <ac:chgData name="EMANUELE IOVANE" userId="15441e63-376a-4c25-a436-265d0e7c0fde" providerId="ADAL" clId="{AA08CA4F-CDBC-4E7A-8D8E-AD2EFE6D1E51}" dt="2025-06-11T16:14:36.449" v="7861" actId="478"/>
          <ac:picMkLst>
            <pc:docMk/>
            <pc:sldMk cId="358944502" sldId="374"/>
            <ac:picMk id="5" creationId="{DA52C0A3-2146-60BC-946B-6D56F8C9343B}"/>
          </ac:picMkLst>
        </pc:picChg>
        <pc:picChg chg="mod">
          <ac:chgData name="EMANUELE IOVANE" userId="15441e63-376a-4c25-a436-265d0e7c0fde" providerId="ADAL" clId="{AA08CA4F-CDBC-4E7A-8D8E-AD2EFE6D1E51}" dt="2025-06-11T15:57:18.007" v="7138" actId="1038"/>
          <ac:picMkLst>
            <pc:docMk/>
            <pc:sldMk cId="358944502" sldId="374"/>
            <ac:picMk id="8" creationId="{16FD52A9-3029-0851-F6BC-51F087084DFD}"/>
          </ac:picMkLst>
        </pc:picChg>
        <pc:picChg chg="add mod">
          <ac:chgData name="EMANUELE IOVANE" userId="15441e63-376a-4c25-a436-265d0e7c0fde" providerId="ADAL" clId="{AA08CA4F-CDBC-4E7A-8D8E-AD2EFE6D1E51}" dt="2025-06-11T16:14:43.841" v="7864" actId="1076"/>
          <ac:picMkLst>
            <pc:docMk/>
            <pc:sldMk cId="358944502" sldId="374"/>
            <ac:picMk id="9" creationId="{A636744B-9534-EEEB-AD23-9B98116CCC3A}"/>
          </ac:picMkLst>
        </pc:picChg>
        <pc:picChg chg="mod">
          <ac:chgData name="EMANUELE IOVANE" userId="15441e63-376a-4c25-a436-265d0e7c0fde" providerId="ADAL" clId="{AA08CA4F-CDBC-4E7A-8D8E-AD2EFE6D1E51}" dt="2025-06-11T15:57:18.007" v="7138" actId="1038"/>
          <ac:picMkLst>
            <pc:docMk/>
            <pc:sldMk cId="358944502" sldId="374"/>
            <ac:picMk id="10" creationId="{8D4CD279-EFD1-A826-F051-05CB732F134B}"/>
          </ac:picMkLst>
        </pc:picChg>
        <pc:picChg chg="mod">
          <ac:chgData name="EMANUELE IOVANE" userId="15441e63-376a-4c25-a436-265d0e7c0fde" providerId="ADAL" clId="{AA08CA4F-CDBC-4E7A-8D8E-AD2EFE6D1E51}" dt="2025-06-11T15:57:18.007" v="7138" actId="1038"/>
          <ac:picMkLst>
            <pc:docMk/>
            <pc:sldMk cId="358944502" sldId="374"/>
            <ac:picMk id="11" creationId="{1BED6DAD-8D59-324F-3DC1-927BF569BF6A}"/>
          </ac:picMkLst>
        </pc:picChg>
        <pc:picChg chg="del">
          <ac:chgData name="EMANUELE IOVANE" userId="15441e63-376a-4c25-a436-265d0e7c0fde" providerId="ADAL" clId="{AA08CA4F-CDBC-4E7A-8D8E-AD2EFE6D1E51}" dt="2025-06-11T15:55:49.706" v="6899" actId="478"/>
          <ac:picMkLst>
            <pc:docMk/>
            <pc:sldMk cId="358944502" sldId="374"/>
            <ac:picMk id="12" creationId="{0B806CAA-E496-2CBE-1EC5-E8BE50551999}"/>
          </ac:picMkLst>
        </pc:picChg>
        <pc:picChg chg="add mod">
          <ac:chgData name="EMANUELE IOVANE" userId="15441e63-376a-4c25-a436-265d0e7c0fde" providerId="ADAL" clId="{AA08CA4F-CDBC-4E7A-8D8E-AD2EFE6D1E51}" dt="2025-06-11T16:15:08.823" v="7927" actId="1038"/>
          <ac:picMkLst>
            <pc:docMk/>
            <pc:sldMk cId="358944502" sldId="374"/>
            <ac:picMk id="20" creationId="{7BB67964-1E3E-C6AE-439B-D4BAD1D099F8}"/>
          </ac:picMkLst>
        </pc:picChg>
        <pc:picChg chg="del">
          <ac:chgData name="EMANUELE IOVANE" userId="15441e63-376a-4c25-a436-265d0e7c0fde" providerId="ADAL" clId="{AA08CA4F-CDBC-4E7A-8D8E-AD2EFE6D1E51}" dt="2025-06-11T15:55:48.616" v="6898" actId="478"/>
          <ac:picMkLst>
            <pc:docMk/>
            <pc:sldMk cId="358944502" sldId="374"/>
            <ac:picMk id="33" creationId="{063295CA-9C92-22D5-8414-3C83AF610C19}"/>
          </ac:picMkLst>
        </pc:picChg>
        <pc:picChg chg="add del mod">
          <ac:chgData name="EMANUELE IOVANE" userId="15441e63-376a-4c25-a436-265d0e7c0fde" providerId="ADAL" clId="{AA08CA4F-CDBC-4E7A-8D8E-AD2EFE6D1E51}" dt="2025-06-11T16:01:32.549" v="7174" actId="478"/>
          <ac:picMkLst>
            <pc:docMk/>
            <pc:sldMk cId="358944502" sldId="374"/>
            <ac:picMk id="34" creationId="{F3B88957-826A-6112-F4EE-D6594C67FED1}"/>
          </ac:picMkLst>
        </pc:picChg>
        <pc:cxnChg chg="add mod">
          <ac:chgData name="EMANUELE IOVANE" userId="15441e63-376a-4c25-a436-265d0e7c0fde" providerId="ADAL" clId="{AA08CA4F-CDBC-4E7A-8D8E-AD2EFE6D1E51}" dt="2025-06-11T16:02:47.062" v="7182" actId="1076"/>
          <ac:cxnSpMkLst>
            <pc:docMk/>
            <pc:sldMk cId="358944502" sldId="374"/>
            <ac:cxnSpMk id="4" creationId="{D8DB63F1-06C6-6EA4-6B86-C13A22553A02}"/>
          </ac:cxnSpMkLst>
        </pc:cxnChg>
        <pc:cxnChg chg="mod">
          <ac:chgData name="EMANUELE IOVANE" userId="15441e63-376a-4c25-a436-265d0e7c0fde" providerId="ADAL" clId="{AA08CA4F-CDBC-4E7A-8D8E-AD2EFE6D1E51}" dt="2025-06-11T16:02:42.366" v="7181" actId="1076"/>
          <ac:cxnSpMkLst>
            <pc:docMk/>
            <pc:sldMk cId="358944502" sldId="374"/>
            <ac:cxnSpMk id="17" creationId="{0F4BF7D4-ACE5-6DDE-71E6-F1BA4886DBCD}"/>
          </ac:cxnSpMkLst>
        </pc:cxnChg>
        <pc:cxnChg chg="add del mod">
          <ac:chgData name="EMANUELE IOVANE" userId="15441e63-376a-4c25-a436-265d0e7c0fde" providerId="ADAL" clId="{AA08CA4F-CDBC-4E7A-8D8E-AD2EFE6D1E51}" dt="2025-06-11T16:03:43.136" v="7186" actId="478"/>
          <ac:cxnSpMkLst>
            <pc:docMk/>
            <pc:sldMk cId="358944502" sldId="374"/>
            <ac:cxnSpMk id="18" creationId="{DC8DD45E-21E8-AE0A-D2FA-973F4A7CD5D8}"/>
          </ac:cxnSpMkLst>
        </pc:cxnChg>
        <pc:cxnChg chg="add del">
          <ac:chgData name="EMANUELE IOVANE" userId="15441e63-376a-4c25-a436-265d0e7c0fde" providerId="ADAL" clId="{AA08CA4F-CDBC-4E7A-8D8E-AD2EFE6D1E51}" dt="2025-06-11T16:03:43.845" v="7187" actId="478"/>
          <ac:cxnSpMkLst>
            <pc:docMk/>
            <pc:sldMk cId="358944502" sldId="374"/>
            <ac:cxnSpMk id="19" creationId="{832AF476-F6F4-DF12-38F8-1B903A73268C}"/>
          </ac:cxnSpMkLst>
        </pc:cxnChg>
        <pc:cxnChg chg="mod">
          <ac:chgData name="EMANUELE IOVANE" userId="15441e63-376a-4c25-a436-265d0e7c0fde" providerId="ADAL" clId="{AA08CA4F-CDBC-4E7A-8D8E-AD2EFE6D1E51}" dt="2025-06-11T16:26:17.952" v="8044" actId="14100"/>
          <ac:cxnSpMkLst>
            <pc:docMk/>
            <pc:sldMk cId="358944502" sldId="374"/>
            <ac:cxnSpMk id="24" creationId="{EF3097CC-C71D-64F0-4BED-1AF57E6BDF47}"/>
          </ac:cxnSpMkLst>
        </pc:cxnChg>
      </pc:sldChg>
      <pc:sldChg chg="addSp delSp modSp add mod">
        <pc:chgData name="EMANUELE IOVANE" userId="15441e63-376a-4c25-a436-265d0e7c0fde" providerId="ADAL" clId="{AA08CA4F-CDBC-4E7A-8D8E-AD2EFE6D1E51}" dt="2025-06-11T17:08:16.677" v="8591"/>
        <pc:sldMkLst>
          <pc:docMk/>
          <pc:sldMk cId="962018858" sldId="375"/>
        </pc:sldMkLst>
        <pc:spChg chg="mod">
          <ac:chgData name="EMANUELE IOVANE" userId="15441e63-376a-4c25-a436-265d0e7c0fde" providerId="ADAL" clId="{AA08CA4F-CDBC-4E7A-8D8E-AD2EFE6D1E51}" dt="2025-06-11T16:38:50.409" v="8421" actId="20577"/>
          <ac:spMkLst>
            <pc:docMk/>
            <pc:sldMk cId="962018858" sldId="375"/>
            <ac:spMk id="4" creationId="{710CB11C-9721-FA59-834E-D0BDF19F2D18}"/>
          </ac:spMkLst>
        </pc:spChg>
        <pc:spChg chg="add del mod">
          <ac:chgData name="EMANUELE IOVANE" userId="15441e63-376a-4c25-a436-265d0e7c0fde" providerId="ADAL" clId="{AA08CA4F-CDBC-4E7A-8D8E-AD2EFE6D1E51}" dt="2025-06-11T16:36:18.998" v="8357" actId="478"/>
          <ac:spMkLst>
            <pc:docMk/>
            <pc:sldMk cId="962018858" sldId="375"/>
            <ac:spMk id="6" creationId="{EB59441B-F406-54FB-B814-7CB74F89CAC6}"/>
          </ac:spMkLst>
        </pc:spChg>
        <pc:spChg chg="add mod">
          <ac:chgData name="EMANUELE IOVANE" userId="15441e63-376a-4c25-a436-265d0e7c0fde" providerId="ADAL" clId="{AA08CA4F-CDBC-4E7A-8D8E-AD2EFE6D1E51}" dt="2025-06-11T16:37:31.957" v="8370" actId="120"/>
          <ac:spMkLst>
            <pc:docMk/>
            <pc:sldMk cId="962018858" sldId="375"/>
            <ac:spMk id="7" creationId="{B740DDF9-3937-E32D-3FA7-FBBABAE19ED3}"/>
          </ac:spMkLst>
        </pc:spChg>
        <pc:spChg chg="mod">
          <ac:chgData name="EMANUELE IOVANE" userId="15441e63-376a-4c25-a436-265d0e7c0fde" providerId="ADAL" clId="{AA08CA4F-CDBC-4E7A-8D8E-AD2EFE6D1E51}" dt="2025-06-11T17:08:16.677" v="8591"/>
          <ac:spMkLst>
            <pc:docMk/>
            <pc:sldMk cId="962018858" sldId="375"/>
            <ac:spMk id="10" creationId="{9FA30BF4-CCB4-4711-7824-EA96EA2AD917}"/>
          </ac:spMkLst>
        </pc:spChg>
        <pc:spChg chg="mod">
          <ac:chgData name="EMANUELE IOVANE" userId="15441e63-376a-4c25-a436-265d0e7c0fde" providerId="ADAL" clId="{AA08CA4F-CDBC-4E7A-8D8E-AD2EFE6D1E51}" dt="2025-06-11T17:08:16.677" v="8591"/>
          <ac:spMkLst>
            <pc:docMk/>
            <pc:sldMk cId="962018858" sldId="375"/>
            <ac:spMk id="11" creationId="{6C98D8AE-5BB4-BC63-329F-C71D56974F20}"/>
          </ac:spMkLst>
        </pc:spChg>
        <pc:spChg chg="mod">
          <ac:chgData name="EMANUELE IOVANE" userId="15441e63-376a-4c25-a436-265d0e7c0fde" providerId="ADAL" clId="{AA08CA4F-CDBC-4E7A-8D8E-AD2EFE6D1E51}" dt="2025-06-11T17:08:16.677" v="8591"/>
          <ac:spMkLst>
            <pc:docMk/>
            <pc:sldMk cId="962018858" sldId="375"/>
            <ac:spMk id="12" creationId="{EC19D432-F502-8A5F-EC51-80F665C6EA88}"/>
          </ac:spMkLst>
        </pc:spChg>
        <pc:spChg chg="del">
          <ac:chgData name="EMANUELE IOVANE" userId="15441e63-376a-4c25-a436-265d0e7c0fde" providerId="ADAL" clId="{AA08CA4F-CDBC-4E7A-8D8E-AD2EFE6D1E51}" dt="2025-06-11T16:36:16.822" v="8356" actId="478"/>
          <ac:spMkLst>
            <pc:docMk/>
            <pc:sldMk cId="962018858" sldId="375"/>
            <ac:spMk id="172" creationId="{F2D5415E-9274-D816-B8C7-8FA55F370FE7}"/>
          </ac:spMkLst>
        </pc:spChg>
        <pc:grpChg chg="add mod">
          <ac:chgData name="EMANUELE IOVANE" userId="15441e63-376a-4c25-a436-265d0e7c0fde" providerId="ADAL" clId="{AA08CA4F-CDBC-4E7A-8D8E-AD2EFE6D1E51}" dt="2025-06-11T17:08:16.677" v="8591"/>
          <ac:grpSpMkLst>
            <pc:docMk/>
            <pc:sldMk cId="962018858" sldId="375"/>
            <ac:grpSpMk id="8" creationId="{EAD38A57-3DCE-C300-EF79-0BC9B82C01CC}"/>
          </ac:grpSpMkLst>
        </pc:grpChg>
      </pc:sldChg>
      <pc:sldChg chg="addSp delSp modSp add mod">
        <pc:chgData name="EMANUELE IOVANE" userId="15441e63-376a-4c25-a436-265d0e7c0fde" providerId="ADAL" clId="{AA08CA4F-CDBC-4E7A-8D8E-AD2EFE6D1E51}" dt="2025-06-11T17:08:19.206" v="8592"/>
        <pc:sldMkLst>
          <pc:docMk/>
          <pc:sldMk cId="1784342955" sldId="376"/>
        </pc:sldMkLst>
        <pc:spChg chg="mod">
          <ac:chgData name="EMANUELE IOVANE" userId="15441e63-376a-4c25-a436-265d0e7c0fde" providerId="ADAL" clId="{AA08CA4F-CDBC-4E7A-8D8E-AD2EFE6D1E51}" dt="2025-06-11T16:39:16.073" v="8446" actId="14100"/>
          <ac:spMkLst>
            <pc:docMk/>
            <pc:sldMk cId="1784342955" sldId="376"/>
            <ac:spMk id="4" creationId="{AF964B40-A860-320D-5A56-B5E9CF37414F}"/>
          </ac:spMkLst>
        </pc:spChg>
        <pc:spChg chg="add del mod">
          <ac:chgData name="EMANUELE IOVANE" userId="15441e63-376a-4c25-a436-265d0e7c0fde" providerId="ADAL" clId="{AA08CA4F-CDBC-4E7A-8D8E-AD2EFE6D1E51}" dt="2025-06-11T16:37:52.373" v="8374" actId="478"/>
          <ac:spMkLst>
            <pc:docMk/>
            <pc:sldMk cId="1784342955" sldId="376"/>
            <ac:spMk id="6" creationId="{9138D82D-6F0A-1902-7822-1A3B48885BBE}"/>
          </ac:spMkLst>
        </pc:spChg>
        <pc:spChg chg="del">
          <ac:chgData name="EMANUELE IOVANE" userId="15441e63-376a-4c25-a436-265d0e7c0fde" providerId="ADAL" clId="{AA08CA4F-CDBC-4E7A-8D8E-AD2EFE6D1E51}" dt="2025-06-11T16:37:50.458" v="8373" actId="478"/>
          <ac:spMkLst>
            <pc:docMk/>
            <pc:sldMk cId="1784342955" sldId="376"/>
            <ac:spMk id="7" creationId="{CEBC050E-BA03-5E2B-C7AD-9FBEF31A853D}"/>
          </ac:spMkLst>
        </pc:spChg>
        <pc:spChg chg="add mod">
          <ac:chgData name="EMANUELE IOVANE" userId="15441e63-376a-4c25-a436-265d0e7c0fde" providerId="ADAL" clId="{AA08CA4F-CDBC-4E7A-8D8E-AD2EFE6D1E51}" dt="2025-06-11T16:38:16.612" v="8400" actId="1035"/>
          <ac:spMkLst>
            <pc:docMk/>
            <pc:sldMk cId="1784342955" sldId="376"/>
            <ac:spMk id="8" creationId="{6FCB4324-6A4F-8CA9-A937-877F3DF21A2E}"/>
          </ac:spMkLst>
        </pc:spChg>
        <pc:spChg chg="mod">
          <ac:chgData name="EMANUELE IOVANE" userId="15441e63-376a-4c25-a436-265d0e7c0fde" providerId="ADAL" clId="{AA08CA4F-CDBC-4E7A-8D8E-AD2EFE6D1E51}" dt="2025-06-11T17:08:19.206" v="8592"/>
          <ac:spMkLst>
            <pc:docMk/>
            <pc:sldMk cId="1784342955" sldId="376"/>
            <ac:spMk id="11" creationId="{F70C9FE5-816A-A476-F891-5C08753FE69D}"/>
          </ac:spMkLst>
        </pc:spChg>
        <pc:spChg chg="mod">
          <ac:chgData name="EMANUELE IOVANE" userId="15441e63-376a-4c25-a436-265d0e7c0fde" providerId="ADAL" clId="{AA08CA4F-CDBC-4E7A-8D8E-AD2EFE6D1E51}" dt="2025-06-11T17:08:19.206" v="8592"/>
          <ac:spMkLst>
            <pc:docMk/>
            <pc:sldMk cId="1784342955" sldId="376"/>
            <ac:spMk id="12" creationId="{E029EC4D-902D-B28B-8FC7-0541DF3C284D}"/>
          </ac:spMkLst>
        </pc:spChg>
        <pc:spChg chg="mod">
          <ac:chgData name="EMANUELE IOVANE" userId="15441e63-376a-4c25-a436-265d0e7c0fde" providerId="ADAL" clId="{AA08CA4F-CDBC-4E7A-8D8E-AD2EFE6D1E51}" dt="2025-06-11T17:08:19.206" v="8592"/>
          <ac:spMkLst>
            <pc:docMk/>
            <pc:sldMk cId="1784342955" sldId="376"/>
            <ac:spMk id="13" creationId="{9E7ACB2C-52DD-5EA2-E8CC-0D1A9F12B295}"/>
          </ac:spMkLst>
        </pc:spChg>
        <pc:grpChg chg="add mod">
          <ac:chgData name="EMANUELE IOVANE" userId="15441e63-376a-4c25-a436-265d0e7c0fde" providerId="ADAL" clId="{AA08CA4F-CDBC-4E7A-8D8E-AD2EFE6D1E51}" dt="2025-06-11T17:08:19.206" v="8592"/>
          <ac:grpSpMkLst>
            <pc:docMk/>
            <pc:sldMk cId="1784342955" sldId="376"/>
            <ac:grpSpMk id="10" creationId="{41B75690-8DF3-0B5E-6227-EB652BEE0164}"/>
          </ac:grpSpMkLst>
        </pc:grpChg>
      </pc:sldChg>
      <pc:sldChg chg="modSp add modTransition">
        <pc:chgData name="EMANUELE IOVANE" userId="15441e63-376a-4c25-a436-265d0e7c0fde" providerId="ADAL" clId="{AA08CA4F-CDBC-4E7A-8D8E-AD2EFE6D1E51}" dt="2025-06-11T17:15:00.082" v="8947"/>
        <pc:sldMkLst>
          <pc:docMk/>
          <pc:sldMk cId="1411646350" sldId="377"/>
        </pc:sldMkLst>
        <pc:spChg chg="mod">
          <ac:chgData name="EMANUELE IOVANE" userId="15441e63-376a-4c25-a436-265d0e7c0fde" providerId="ADAL" clId="{AA08CA4F-CDBC-4E7A-8D8E-AD2EFE6D1E51}" dt="2025-06-11T17:13:55.481" v="8844" actId="167"/>
          <ac:spMkLst>
            <pc:docMk/>
            <pc:sldMk cId="1411646350" sldId="377"/>
            <ac:spMk id="5" creationId="{1488952D-B19A-B8A8-1296-5A13261F7B75}"/>
          </ac:spMkLst>
        </pc:spChg>
        <pc:spChg chg="mod">
          <ac:chgData name="EMANUELE IOVANE" userId="15441e63-376a-4c25-a436-265d0e7c0fde" providerId="ADAL" clId="{AA08CA4F-CDBC-4E7A-8D8E-AD2EFE6D1E51}" dt="2025-06-11T17:14:05.458" v="8936" actId="1036"/>
          <ac:spMkLst>
            <pc:docMk/>
            <pc:sldMk cId="1411646350" sldId="377"/>
            <ac:spMk id="16" creationId="{C5C23D8E-9942-E3AF-F9CF-26F0694995F7}"/>
          </ac:spMkLst>
        </pc:spChg>
      </pc:sldChg>
      <pc:sldMasterChg chg="modTransition delSldLayout modSldLayout">
        <pc:chgData name="EMANUELE IOVANE" userId="15441e63-376a-4c25-a436-265d0e7c0fde" providerId="ADAL" clId="{AA08CA4F-CDBC-4E7A-8D8E-AD2EFE6D1E51}" dt="2025-06-12T09:26:08.038" v="9041" actId="47"/>
        <pc:sldMasterMkLst>
          <pc:docMk/>
          <pc:sldMasterMk cId="0" sldId="2147483676"/>
        </pc:sldMasterMkLst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48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49"/>
          </pc:sldLayoutMkLst>
        </pc:sldLayoutChg>
        <pc:sldLayoutChg chg="del">
          <pc:chgData name="EMANUELE IOVANE" userId="15441e63-376a-4c25-a436-265d0e7c0fde" providerId="ADAL" clId="{AA08CA4F-CDBC-4E7A-8D8E-AD2EFE6D1E51}" dt="2025-06-06T19:08:49.814" v="547" actId="47"/>
          <pc:sldLayoutMkLst>
            <pc:docMk/>
            <pc:sldMasterMk cId="0" sldId="2147483676"/>
            <pc:sldLayoutMk cId="0" sldId="2147483650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01.924" v="8478" actId="47"/>
          <pc:sldLayoutMkLst>
            <pc:docMk/>
            <pc:sldMasterMk cId="0" sldId="2147483676"/>
            <pc:sldLayoutMk cId="0" sldId="2147483651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2T09:26:08.038" v="9041" actId="47"/>
          <pc:sldLayoutMkLst>
            <pc:docMk/>
            <pc:sldMasterMk cId="0" sldId="2147483676"/>
            <pc:sldLayoutMk cId="0" sldId="2147483652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39:32.487" v="8448" actId="47"/>
          <pc:sldLayoutMkLst>
            <pc:docMk/>
            <pc:sldMasterMk cId="0" sldId="2147483676"/>
            <pc:sldLayoutMk cId="0" sldId="2147483653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54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55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56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08.965" v="8487" actId="47"/>
          <pc:sldLayoutMkLst>
            <pc:docMk/>
            <pc:sldMasterMk cId="0" sldId="2147483676"/>
            <pc:sldLayoutMk cId="0" sldId="2147483657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58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59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60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00.894" v="8477" actId="47"/>
          <pc:sldLayoutMkLst>
            <pc:docMk/>
            <pc:sldMasterMk cId="0" sldId="2147483676"/>
            <pc:sldLayoutMk cId="0" sldId="2147483661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11.745" v="8489" actId="47"/>
          <pc:sldLayoutMkLst>
            <pc:docMk/>
            <pc:sldMasterMk cId="0" sldId="2147483676"/>
            <pc:sldLayoutMk cId="0" sldId="2147483662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7:03:18.436" v="8551" actId="47"/>
          <pc:sldLayoutMkLst>
            <pc:docMk/>
            <pc:sldMasterMk cId="0" sldId="2147483676"/>
            <pc:sldLayoutMk cId="0" sldId="2147483663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7:03:20.385" v="8552" actId="47"/>
          <pc:sldLayoutMkLst>
            <pc:docMk/>
            <pc:sldMasterMk cId="0" sldId="2147483676"/>
            <pc:sldLayoutMk cId="0" sldId="2147483664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02.862" v="8479" actId="47"/>
          <pc:sldLayoutMkLst>
            <pc:docMk/>
            <pc:sldMasterMk cId="0" sldId="2147483676"/>
            <pc:sldLayoutMk cId="0" sldId="2147483665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03.654" v="8480" actId="47"/>
          <pc:sldLayoutMkLst>
            <pc:docMk/>
            <pc:sldMasterMk cId="0" sldId="2147483676"/>
            <pc:sldLayoutMk cId="0" sldId="2147483666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05.069" v="8482" actId="47"/>
          <pc:sldLayoutMkLst>
            <pc:docMk/>
            <pc:sldMasterMk cId="0" sldId="2147483676"/>
            <pc:sldLayoutMk cId="0" sldId="2147483667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09.506" v="8488" actId="47"/>
          <pc:sldLayoutMkLst>
            <pc:docMk/>
            <pc:sldMasterMk cId="0" sldId="2147483676"/>
            <pc:sldLayoutMk cId="0" sldId="2147483668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6:40:23.279" v="8490" actId="47"/>
          <pc:sldLayoutMkLst>
            <pc:docMk/>
            <pc:sldMasterMk cId="0" sldId="2147483676"/>
            <pc:sldLayoutMk cId="0" sldId="2147483669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70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71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72"/>
          </pc:sldLayoutMkLst>
        </pc:sldLayoutChg>
        <pc:sldLayoutChg chg="modTransition">
          <pc:chgData name="EMANUELE IOVANE" userId="15441e63-376a-4c25-a436-265d0e7c0fde" providerId="ADAL" clId="{AA08CA4F-CDBC-4E7A-8D8E-AD2EFE6D1E51}" dt="2025-06-06T19:13:10.756" v="629"/>
          <pc:sldLayoutMkLst>
            <pc:docMk/>
            <pc:sldMasterMk cId="0" sldId="2147483676"/>
            <pc:sldLayoutMk cId="0" sldId="2147483673"/>
          </pc:sldLayoutMkLst>
        </pc:sldLayoutChg>
      </pc:sldMasterChg>
      <pc:sldMasterChg chg="del modTransition delSldLayout modSldLayout">
        <pc:chgData name="EMANUELE IOVANE" userId="15441e63-376a-4c25-a436-265d0e7c0fde" providerId="ADAL" clId="{AA08CA4F-CDBC-4E7A-8D8E-AD2EFE6D1E51}" dt="2025-06-11T17:08:49.671" v="8612" actId="47"/>
        <pc:sldMasterMkLst>
          <pc:docMk/>
          <pc:sldMasterMk cId="0" sldId="2147483677"/>
        </pc:sldMasterMkLst>
        <pc:sldLayoutChg chg="del modTransition">
          <pc:chgData name="EMANUELE IOVANE" userId="15441e63-376a-4c25-a436-265d0e7c0fde" providerId="ADAL" clId="{AA08CA4F-CDBC-4E7A-8D8E-AD2EFE6D1E51}" dt="2025-06-11T17:08:49.671" v="8612" actId="47"/>
          <pc:sldLayoutMkLst>
            <pc:docMk/>
            <pc:sldMasterMk cId="0" sldId="2147483677"/>
            <pc:sldLayoutMk cId="0" sldId="2147483674"/>
          </pc:sldLayoutMkLst>
        </pc:sldLayoutChg>
        <pc:sldLayoutChg chg="del modTransition">
          <pc:chgData name="EMANUELE IOVANE" userId="15441e63-376a-4c25-a436-265d0e7c0fde" providerId="ADAL" clId="{AA08CA4F-CDBC-4E7A-8D8E-AD2EFE6D1E51}" dt="2025-06-11T17:08:45.799" v="8605" actId="47"/>
          <pc:sldLayoutMkLst>
            <pc:docMk/>
            <pc:sldMasterMk cId="0" sldId="2147483677"/>
            <pc:sldLayoutMk cId="0" sldId="2147483675"/>
          </pc:sldLayoutMkLst>
        </pc:sldLayoutChg>
      </pc:sldMasterChg>
    </pc:docChg>
  </pc:docChgLst>
  <pc:docChgLst>
    <pc:chgData name="ANTONIO CAIAZZO" userId="S::a.caiazzo38@studenti.unisa.it::15820032-ebeb-41db-a903-8bbf612e438c" providerId="AD" clId="Web-{D823D7D1-D777-D8ED-C7DB-08540A8ED952}"/>
    <pc:docChg chg="addSld modSld">
      <pc:chgData name="ANTONIO CAIAZZO" userId="S::a.caiazzo38@studenti.unisa.it::15820032-ebeb-41db-a903-8bbf612e438c" providerId="AD" clId="Web-{D823D7D1-D777-D8ED-C7DB-08540A8ED952}" dt="2025-06-11T09:19:58.681" v="29" actId="20577"/>
      <pc:docMkLst>
        <pc:docMk/>
      </pc:docMkLst>
      <pc:sldChg chg="modSp">
        <pc:chgData name="ANTONIO CAIAZZO" userId="S::a.caiazzo38@studenti.unisa.it::15820032-ebeb-41db-a903-8bbf612e438c" providerId="AD" clId="Web-{D823D7D1-D777-D8ED-C7DB-08540A8ED952}" dt="2025-06-11T09:16:09.745" v="9" actId="20577"/>
        <pc:sldMkLst>
          <pc:docMk/>
          <pc:sldMk cId="3249012877" sldId="322"/>
        </pc:sldMkLst>
        <pc:spChg chg="mod">
          <ac:chgData name="ANTONIO CAIAZZO" userId="S::a.caiazzo38@studenti.unisa.it::15820032-ebeb-41db-a903-8bbf612e438c" providerId="AD" clId="Web-{D823D7D1-D777-D8ED-C7DB-08540A8ED952}" dt="2025-06-11T09:16:09.745" v="9" actId="20577"/>
          <ac:spMkLst>
            <pc:docMk/>
            <pc:sldMk cId="3249012877" sldId="322"/>
            <ac:spMk id="172" creationId="{3A2558E0-DF74-6467-5B31-2EB9D5A53853}"/>
          </ac:spMkLst>
        </pc:spChg>
      </pc:sldChg>
      <pc:sldChg chg="modSp">
        <pc:chgData name="ANTONIO CAIAZZO" userId="S::a.caiazzo38@studenti.unisa.it::15820032-ebeb-41db-a903-8bbf612e438c" providerId="AD" clId="Web-{D823D7D1-D777-D8ED-C7DB-08540A8ED952}" dt="2025-06-11T09:14:54.006" v="7" actId="20577"/>
        <pc:sldMkLst>
          <pc:docMk/>
          <pc:sldMk cId="1516001550" sldId="352"/>
        </pc:sldMkLst>
        <pc:spChg chg="mod">
          <ac:chgData name="ANTONIO CAIAZZO" userId="S::a.caiazzo38@studenti.unisa.it::15820032-ebeb-41db-a903-8bbf612e438c" providerId="AD" clId="Web-{D823D7D1-D777-D8ED-C7DB-08540A8ED952}" dt="2025-06-11T09:14:54.006" v="7" actId="20577"/>
          <ac:spMkLst>
            <pc:docMk/>
            <pc:sldMk cId="1516001550" sldId="352"/>
            <ac:spMk id="172" creationId="{49B8D329-CC31-2C80-3E9F-928E5CDE8067}"/>
          </ac:spMkLst>
        </pc:spChg>
      </pc:sldChg>
      <pc:sldChg chg="modSp add replId">
        <pc:chgData name="ANTONIO CAIAZZO" userId="S::a.caiazzo38@studenti.unisa.it::15820032-ebeb-41db-a903-8bbf612e438c" providerId="AD" clId="Web-{D823D7D1-D777-D8ED-C7DB-08540A8ED952}" dt="2025-06-11T09:19:58.681" v="29" actId="20577"/>
        <pc:sldMkLst>
          <pc:docMk/>
          <pc:sldMk cId="414219815" sldId="367"/>
        </pc:sldMkLst>
        <pc:spChg chg="mod">
          <ac:chgData name="ANTONIO CAIAZZO" userId="S::a.caiazzo38@studenti.unisa.it::15820032-ebeb-41db-a903-8bbf612e438c" providerId="AD" clId="Web-{D823D7D1-D777-D8ED-C7DB-08540A8ED952}" dt="2025-06-11T09:19:58.681" v="29" actId="20577"/>
          <ac:spMkLst>
            <pc:docMk/>
            <pc:sldMk cId="414219815" sldId="367"/>
            <ac:spMk id="172" creationId="{B72B8D7A-C3B5-23FE-AFBD-7B24839E5DD8}"/>
          </ac:spMkLst>
        </pc:spChg>
      </pc:sldChg>
    </pc:docChg>
  </pc:docChgLst>
  <pc:docChgLst>
    <pc:chgData name="ARMANDO VIGLIOTTI" userId="S::a.vigliotti5@studenti.unisa.it::d2bc2ae6-e49f-482b-a761-b8867eac494e" providerId="AD" clId="Web-{F4B4B6FE-C7D1-D47F-0593-B5CF2211BBFA}"/>
    <pc:docChg chg="modSld">
      <pc:chgData name="ARMANDO VIGLIOTTI" userId="S::a.vigliotti5@studenti.unisa.it::d2bc2ae6-e49f-482b-a761-b8867eac494e" providerId="AD" clId="Web-{F4B4B6FE-C7D1-D47F-0593-B5CF2211BBFA}" dt="2025-06-10T20:26:39.056" v="330" actId="1076"/>
      <pc:docMkLst>
        <pc:docMk/>
      </pc:docMkLst>
      <pc:sldChg chg="addSp modSp">
        <pc:chgData name="ARMANDO VIGLIOTTI" userId="S::a.vigliotti5@studenti.unisa.it::d2bc2ae6-e49f-482b-a761-b8867eac494e" providerId="AD" clId="Web-{F4B4B6FE-C7D1-D47F-0593-B5CF2211BBFA}" dt="2025-06-10T20:26:39.056" v="330" actId="1076"/>
        <pc:sldMkLst>
          <pc:docMk/>
          <pc:sldMk cId="2722902135" sldId="320"/>
        </pc:sldMkLst>
        <pc:picChg chg="add mod">
          <ac:chgData name="ARMANDO VIGLIOTTI" userId="S::a.vigliotti5@studenti.unisa.it::d2bc2ae6-e49f-482b-a761-b8867eac494e" providerId="AD" clId="Web-{F4B4B6FE-C7D1-D47F-0593-B5CF2211BBFA}" dt="2025-06-10T20:26:39.056" v="330" actId="1076"/>
          <ac:picMkLst>
            <pc:docMk/>
            <pc:sldMk cId="2722902135" sldId="320"/>
            <ac:picMk id="6" creationId="{48D373B5-BB72-3FBB-C6EB-EB688EB22646}"/>
          </ac:picMkLst>
        </pc:picChg>
      </pc:sldChg>
      <pc:sldChg chg="modSp">
        <pc:chgData name="ARMANDO VIGLIOTTI" userId="S::a.vigliotti5@studenti.unisa.it::d2bc2ae6-e49f-482b-a761-b8867eac494e" providerId="AD" clId="Web-{F4B4B6FE-C7D1-D47F-0593-B5CF2211BBFA}" dt="2025-06-10T20:22:50.315" v="327" actId="1076"/>
        <pc:sldMkLst>
          <pc:docMk/>
          <pc:sldMk cId="887000389" sldId="321"/>
        </pc:sldMkLst>
        <pc:spChg chg="mod">
          <ac:chgData name="ARMANDO VIGLIOTTI" userId="S::a.vigliotti5@studenti.unisa.it::d2bc2ae6-e49f-482b-a761-b8867eac494e" providerId="AD" clId="Web-{F4B4B6FE-C7D1-D47F-0593-B5CF2211BBFA}" dt="2025-06-10T20:22:41.986" v="326" actId="1076"/>
          <ac:spMkLst>
            <pc:docMk/>
            <pc:sldMk cId="887000389" sldId="321"/>
            <ac:spMk id="4" creationId="{C9489C8A-61E2-BA8D-456C-BBA457385B06}"/>
          </ac:spMkLst>
        </pc:spChg>
        <pc:spChg chg="mod">
          <ac:chgData name="ARMANDO VIGLIOTTI" userId="S::a.vigliotti5@studenti.unisa.it::d2bc2ae6-e49f-482b-a761-b8867eac494e" providerId="AD" clId="Web-{F4B4B6FE-C7D1-D47F-0593-B5CF2211BBFA}" dt="2025-06-10T20:22:50.315" v="327" actId="1076"/>
          <ac:spMkLst>
            <pc:docMk/>
            <pc:sldMk cId="887000389" sldId="321"/>
            <ac:spMk id="5" creationId="{E587C849-2419-900F-B9FD-DD8C58863A9B}"/>
          </ac:spMkLst>
        </pc:spChg>
        <pc:spChg chg="mod">
          <ac:chgData name="ARMANDO VIGLIOTTI" userId="S::a.vigliotti5@studenti.unisa.it::d2bc2ae6-e49f-482b-a761-b8867eac494e" providerId="AD" clId="Web-{F4B4B6FE-C7D1-D47F-0593-B5CF2211BBFA}" dt="2025-06-10T20:21:21.312" v="317" actId="1076"/>
          <ac:spMkLst>
            <pc:docMk/>
            <pc:sldMk cId="887000389" sldId="321"/>
            <ac:spMk id="172" creationId="{61A67797-7A47-9687-EEF8-5AC727584336}"/>
          </ac:spMkLst>
        </pc:spChg>
        <pc:spChg chg="mod">
          <ac:chgData name="ARMANDO VIGLIOTTI" userId="S::a.vigliotti5@studenti.unisa.it::d2bc2ae6-e49f-482b-a761-b8867eac494e" providerId="AD" clId="Web-{F4B4B6FE-C7D1-D47F-0593-B5CF2211BBFA}" dt="2025-06-10T20:13:22.204" v="139" actId="20577"/>
          <ac:spMkLst>
            <pc:docMk/>
            <pc:sldMk cId="887000389" sldId="321"/>
            <ac:spMk id="173" creationId="{B8827B78-696A-7139-0F8A-1110823793EC}"/>
          </ac:spMkLst>
        </pc:spChg>
      </pc:sldChg>
      <pc:sldChg chg="addSp delSp modSp">
        <pc:chgData name="ARMANDO VIGLIOTTI" userId="S::a.vigliotti5@studenti.unisa.it::d2bc2ae6-e49f-482b-a761-b8867eac494e" providerId="AD" clId="Web-{F4B4B6FE-C7D1-D47F-0593-B5CF2211BBFA}" dt="2025-06-10T20:01:10.978" v="7" actId="20577"/>
        <pc:sldMkLst>
          <pc:docMk/>
          <pc:sldMk cId="2634115630" sldId="324"/>
        </pc:sldMkLst>
        <pc:spChg chg="del">
          <ac:chgData name="ARMANDO VIGLIOTTI" userId="S::a.vigliotti5@studenti.unisa.it::d2bc2ae6-e49f-482b-a761-b8867eac494e" providerId="AD" clId="Web-{F4B4B6FE-C7D1-D47F-0593-B5CF2211BBFA}" dt="2025-06-10T20:00:56.931" v="1"/>
          <ac:spMkLst>
            <pc:docMk/>
            <pc:sldMk cId="2634115630" sldId="324"/>
            <ac:spMk id="2" creationId="{F500CE38-1C6C-45C1-2FBE-CEB2BE135221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0:56.931" v="0"/>
          <ac:spMkLst>
            <pc:docMk/>
            <pc:sldMk cId="2634115630" sldId="324"/>
            <ac:spMk id="6" creationId="{91272915-A693-F291-0361-F2A7F4818F82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0:56.931" v="2"/>
          <ac:spMkLst>
            <pc:docMk/>
            <pc:sldMk cId="2634115630" sldId="324"/>
            <ac:spMk id="9" creationId="{E7B4AE4E-97A2-B4FD-7142-8B659D766074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1:06.541" v="6"/>
          <ac:spMkLst>
            <pc:docMk/>
            <pc:sldMk cId="2634115630" sldId="324"/>
            <ac:spMk id="12" creationId="{0DEE06DF-2BE1-572B-4CA5-4C72D8EB938B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0:59.525" v="5"/>
          <ac:spMkLst>
            <pc:docMk/>
            <pc:sldMk cId="2634115630" sldId="324"/>
            <ac:spMk id="13" creationId="{B1F51CF0-D7D8-E128-E467-E69CD2159D7A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0:59.525" v="5"/>
          <ac:spMkLst>
            <pc:docMk/>
            <pc:sldMk cId="2634115630" sldId="324"/>
            <ac:spMk id="17" creationId="{DF49ACD4-6DF6-F8BB-D574-0088356DB90C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0:59.525" v="5"/>
          <ac:spMkLst>
            <pc:docMk/>
            <pc:sldMk cId="2634115630" sldId="324"/>
            <ac:spMk id="18" creationId="{AD840DDA-A246-64BD-4991-371F2E64E20F}"/>
          </ac:spMkLst>
        </pc:spChg>
        <pc:spChg chg="add mod">
          <ac:chgData name="ARMANDO VIGLIOTTI" userId="S::a.vigliotti5@studenti.unisa.it::d2bc2ae6-e49f-482b-a761-b8867eac494e" providerId="AD" clId="Web-{F4B4B6FE-C7D1-D47F-0593-B5CF2211BBFA}" dt="2025-06-10T20:01:10.978" v="7" actId="20577"/>
          <ac:spMkLst>
            <pc:docMk/>
            <pc:sldMk cId="2634115630" sldId="324"/>
            <ac:spMk id="19" creationId="{450B7D45-6FE6-F493-945C-93ED5006F3CF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0:57.009" v="4"/>
          <ac:spMkLst>
            <pc:docMk/>
            <pc:sldMk cId="2634115630" sldId="324"/>
            <ac:spMk id="173" creationId="{D77A66CA-9BB8-A2A2-FA36-92F07DEE05A9}"/>
          </ac:spMkLst>
        </pc:spChg>
        <pc:cxnChg chg="add">
          <ac:chgData name="ARMANDO VIGLIOTTI" userId="S::a.vigliotti5@studenti.unisa.it::d2bc2ae6-e49f-482b-a761-b8867eac494e" providerId="AD" clId="Web-{F4B4B6FE-C7D1-D47F-0593-B5CF2211BBFA}" dt="2025-06-10T20:00:59.525" v="5"/>
          <ac:cxnSpMkLst>
            <pc:docMk/>
            <pc:sldMk cId="2634115630" sldId="324"/>
            <ac:cxnSpMk id="16" creationId="{C89FE375-77C0-8444-FF61-EEF61AE56631}"/>
          </ac:cxnSpMkLst>
        </pc:cxnChg>
        <pc:cxnChg chg="del">
          <ac:chgData name="ARMANDO VIGLIOTTI" userId="S::a.vigliotti5@studenti.unisa.it::d2bc2ae6-e49f-482b-a761-b8867eac494e" providerId="AD" clId="Web-{F4B4B6FE-C7D1-D47F-0593-B5CF2211BBFA}" dt="2025-06-10T20:00:56.931" v="3"/>
          <ac:cxnSpMkLst>
            <pc:docMk/>
            <pc:sldMk cId="2634115630" sldId="324"/>
            <ac:cxnSpMk id="175" creationId="{8527AAAC-CE19-3AF1-00DB-B6920856D8B8}"/>
          </ac:cxnSpMkLst>
        </pc:cxnChg>
      </pc:sldChg>
      <pc:sldChg chg="addSp delSp modSp">
        <pc:chgData name="ARMANDO VIGLIOTTI" userId="S::a.vigliotti5@studenti.unisa.it::d2bc2ae6-e49f-482b-a761-b8867eac494e" providerId="AD" clId="Web-{F4B4B6FE-C7D1-D47F-0593-B5CF2211BBFA}" dt="2025-06-10T20:02:30.965" v="49" actId="20577"/>
        <pc:sldMkLst>
          <pc:docMk/>
          <pc:sldMk cId="2582507056" sldId="325"/>
        </pc:sldMkLst>
        <pc:spChg chg="del">
          <ac:chgData name="ARMANDO VIGLIOTTI" userId="S::a.vigliotti5@studenti.unisa.it::d2bc2ae6-e49f-482b-a761-b8867eac494e" providerId="AD" clId="Web-{F4B4B6FE-C7D1-D47F-0593-B5CF2211BBFA}" dt="2025-06-10T20:02:04.839" v="10"/>
          <ac:spMkLst>
            <pc:docMk/>
            <pc:sldMk cId="2582507056" sldId="325"/>
            <ac:spMk id="2" creationId="{6F07091E-EAEE-E304-E428-5E99DE5061DF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2:04.839" v="9"/>
          <ac:spMkLst>
            <pc:docMk/>
            <pc:sldMk cId="2582507056" sldId="325"/>
            <ac:spMk id="5" creationId="{FBCE189F-D5AC-ADC4-6CE7-1597E5A14276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2:10.511" v="15"/>
          <ac:spMkLst>
            <pc:docMk/>
            <pc:sldMk cId="2582507056" sldId="325"/>
            <ac:spMk id="7" creationId="{CAFB38DA-99DB-38C5-B857-7B616E98D9C0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2:04.855" v="11"/>
          <ac:spMkLst>
            <pc:docMk/>
            <pc:sldMk cId="2582507056" sldId="325"/>
            <ac:spMk id="9" creationId="{E0AE0E6E-3C93-0398-45C3-E2819382324A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2:06.433" v="14"/>
          <ac:spMkLst>
            <pc:docMk/>
            <pc:sldMk cId="2582507056" sldId="325"/>
            <ac:spMk id="11" creationId="{726DC881-8FB3-03DD-87BB-835D6C3C6E45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2:06.433" v="14"/>
          <ac:spMkLst>
            <pc:docMk/>
            <pc:sldMk cId="2582507056" sldId="325"/>
            <ac:spMk id="14" creationId="{21837DED-89C3-8B30-3B58-602D7C1E5CA5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2:06.433" v="14"/>
          <ac:spMkLst>
            <pc:docMk/>
            <pc:sldMk cId="2582507056" sldId="325"/>
            <ac:spMk id="15" creationId="{BB421F5E-A8A3-BADB-19A7-39AC98DE84E9}"/>
          </ac:spMkLst>
        </pc:spChg>
        <pc:spChg chg="add mod">
          <ac:chgData name="ARMANDO VIGLIOTTI" userId="S::a.vigliotti5@studenti.unisa.it::d2bc2ae6-e49f-482b-a761-b8867eac494e" providerId="AD" clId="Web-{F4B4B6FE-C7D1-D47F-0593-B5CF2211BBFA}" dt="2025-06-10T20:02:30.965" v="49" actId="20577"/>
          <ac:spMkLst>
            <pc:docMk/>
            <pc:sldMk cId="2582507056" sldId="325"/>
            <ac:spMk id="16" creationId="{40F89E9F-EF35-0B21-9C36-25E1A328D598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2:04.902" v="13"/>
          <ac:spMkLst>
            <pc:docMk/>
            <pc:sldMk cId="2582507056" sldId="325"/>
            <ac:spMk id="173" creationId="{C8F7355F-63BC-0E0B-B2BE-E165DE16E29B}"/>
          </ac:spMkLst>
        </pc:spChg>
        <pc:cxnChg chg="add">
          <ac:chgData name="ARMANDO VIGLIOTTI" userId="S::a.vigliotti5@studenti.unisa.it::d2bc2ae6-e49f-482b-a761-b8867eac494e" providerId="AD" clId="Web-{F4B4B6FE-C7D1-D47F-0593-B5CF2211BBFA}" dt="2025-06-10T20:02:06.433" v="14"/>
          <ac:cxnSpMkLst>
            <pc:docMk/>
            <pc:sldMk cId="2582507056" sldId="325"/>
            <ac:cxnSpMk id="13" creationId="{9DBB0562-AF4A-EA6F-6348-D3302C96CBCD}"/>
          </ac:cxnSpMkLst>
        </pc:cxnChg>
        <pc:cxnChg chg="del">
          <ac:chgData name="ARMANDO VIGLIOTTI" userId="S::a.vigliotti5@studenti.unisa.it::d2bc2ae6-e49f-482b-a761-b8867eac494e" providerId="AD" clId="Web-{F4B4B6FE-C7D1-D47F-0593-B5CF2211BBFA}" dt="2025-06-10T20:02:04.855" v="12"/>
          <ac:cxnSpMkLst>
            <pc:docMk/>
            <pc:sldMk cId="2582507056" sldId="325"/>
            <ac:cxnSpMk id="175" creationId="{D10110C0-8010-09CA-6840-539F96021FCD}"/>
          </ac:cxnSpMkLst>
        </pc:cxnChg>
      </pc:sldChg>
      <pc:sldChg chg="addSp delSp modSp">
        <pc:chgData name="ARMANDO VIGLIOTTI" userId="S::a.vigliotti5@studenti.unisa.it::d2bc2ae6-e49f-482b-a761-b8867eac494e" providerId="AD" clId="Web-{F4B4B6FE-C7D1-D47F-0593-B5CF2211BBFA}" dt="2025-06-10T20:03:51.921" v="74" actId="20577"/>
        <pc:sldMkLst>
          <pc:docMk/>
          <pc:sldMk cId="3321624528" sldId="326"/>
        </pc:sldMkLst>
        <pc:spChg chg="del">
          <ac:chgData name="ARMANDO VIGLIOTTI" userId="S::a.vigliotti5@studenti.unisa.it::d2bc2ae6-e49f-482b-a761-b8867eac494e" providerId="AD" clId="Web-{F4B4B6FE-C7D1-D47F-0593-B5CF2211BBFA}" dt="2025-06-10T20:03:27.389" v="63"/>
          <ac:spMkLst>
            <pc:docMk/>
            <pc:sldMk cId="3321624528" sldId="326"/>
            <ac:spMk id="2" creationId="{79AEC410-D98A-AEDE-BE5D-3833D388678C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3:27.389" v="62"/>
          <ac:spMkLst>
            <pc:docMk/>
            <pc:sldMk cId="3321624528" sldId="326"/>
            <ac:spMk id="5" creationId="{45A2B3B8-47B1-9F88-8B7A-08E1D7CB4CCE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3:27.389" v="64"/>
          <ac:spMkLst>
            <pc:docMk/>
            <pc:sldMk cId="3321624528" sldId="326"/>
            <ac:spMk id="9" creationId="{95153D25-F302-5687-C75B-61AEDE482C79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3:33.701" v="72"/>
          <ac:spMkLst>
            <pc:docMk/>
            <pc:sldMk cId="3321624528" sldId="326"/>
            <ac:spMk id="20" creationId="{AD538F73-DFC6-7556-7F61-DC381D0DC400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3:27.967" v="67"/>
          <ac:spMkLst>
            <pc:docMk/>
            <pc:sldMk cId="3321624528" sldId="326"/>
            <ac:spMk id="22" creationId="{8C114805-B25E-870B-85FE-18B39FC0725B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3:27.998" v="69"/>
          <ac:spMkLst>
            <pc:docMk/>
            <pc:sldMk cId="3321624528" sldId="326"/>
            <ac:spMk id="26" creationId="{7BC53246-3109-57BA-AE04-E865381A89DF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3:27.998" v="70"/>
          <ac:spMkLst>
            <pc:docMk/>
            <pc:sldMk cId="3321624528" sldId="326"/>
            <ac:spMk id="28" creationId="{5ADD1B56-385C-25A5-ADF9-048E83121250}"/>
          </ac:spMkLst>
        </pc:spChg>
        <pc:spChg chg="add mod">
          <ac:chgData name="ARMANDO VIGLIOTTI" userId="S::a.vigliotti5@studenti.unisa.it::d2bc2ae6-e49f-482b-a761-b8867eac494e" providerId="AD" clId="Web-{F4B4B6FE-C7D1-D47F-0593-B5CF2211BBFA}" dt="2025-06-10T20:03:51.921" v="74" actId="20577"/>
          <ac:spMkLst>
            <pc:docMk/>
            <pc:sldMk cId="3321624528" sldId="326"/>
            <ac:spMk id="30" creationId="{41A55DDD-78A6-09D4-EE1A-5E9CEB1941C7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3:27.467" v="66"/>
          <ac:spMkLst>
            <pc:docMk/>
            <pc:sldMk cId="3321624528" sldId="326"/>
            <ac:spMk id="173" creationId="{47550D0E-BA98-A234-C398-A2D5C03F19BF}"/>
          </ac:spMkLst>
        </pc:spChg>
        <pc:cxnChg chg="add">
          <ac:chgData name="ARMANDO VIGLIOTTI" userId="S::a.vigliotti5@studenti.unisa.it::d2bc2ae6-e49f-482b-a761-b8867eac494e" providerId="AD" clId="Web-{F4B4B6FE-C7D1-D47F-0593-B5CF2211BBFA}" dt="2025-06-10T20:03:27.982" v="68"/>
          <ac:cxnSpMkLst>
            <pc:docMk/>
            <pc:sldMk cId="3321624528" sldId="326"/>
            <ac:cxnSpMk id="24" creationId="{934AE208-439E-9763-6A6C-DB812D30CF5E}"/>
          </ac:cxnSpMkLst>
        </pc:cxnChg>
        <pc:cxnChg chg="del">
          <ac:chgData name="ARMANDO VIGLIOTTI" userId="S::a.vigliotti5@studenti.unisa.it::d2bc2ae6-e49f-482b-a761-b8867eac494e" providerId="AD" clId="Web-{F4B4B6FE-C7D1-D47F-0593-B5CF2211BBFA}" dt="2025-06-10T20:03:27.389" v="65"/>
          <ac:cxnSpMkLst>
            <pc:docMk/>
            <pc:sldMk cId="3321624528" sldId="326"/>
            <ac:cxnSpMk id="175" creationId="{D462E99B-1BB0-6256-953B-8ED67F1FA55F}"/>
          </ac:cxnSpMkLst>
        </pc:cxnChg>
      </pc:sldChg>
      <pc:sldChg chg="addSp delSp modSp">
        <pc:chgData name="ARMANDO VIGLIOTTI" userId="S::a.vigliotti5@studenti.unisa.it::d2bc2ae6-e49f-482b-a761-b8867eac494e" providerId="AD" clId="Web-{F4B4B6FE-C7D1-D47F-0593-B5CF2211BBFA}" dt="2025-06-10T20:09:19.321" v="124" actId="14100"/>
        <pc:sldMkLst>
          <pc:docMk/>
          <pc:sldMk cId="1044485062" sldId="330"/>
        </pc:sldMkLst>
        <pc:spChg chg="del">
          <ac:chgData name="ARMANDO VIGLIOTTI" userId="S::a.vigliotti5@studenti.unisa.it::d2bc2ae6-e49f-482b-a761-b8867eac494e" providerId="AD" clId="Web-{F4B4B6FE-C7D1-D47F-0593-B5CF2211BBFA}" dt="2025-06-10T20:02:42.434" v="51"/>
          <ac:spMkLst>
            <pc:docMk/>
            <pc:sldMk cId="1044485062" sldId="330"/>
            <ac:spMk id="2" creationId="{4851E762-869C-7C09-F1EB-19BCE499D51C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2:46.903" v="60"/>
          <ac:spMkLst>
            <pc:docMk/>
            <pc:sldMk cId="1044485062" sldId="330"/>
            <ac:spMk id="8" creationId="{B9BAAAC6-685D-7943-5FCC-21B603683EB7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2:42.434" v="52"/>
          <ac:spMkLst>
            <pc:docMk/>
            <pc:sldMk cId="1044485062" sldId="330"/>
            <ac:spMk id="9" creationId="{D1C16228-5B0F-5416-BA8A-E9F6D667B9ED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2:43.403" v="55"/>
          <ac:spMkLst>
            <pc:docMk/>
            <pc:sldMk cId="1044485062" sldId="330"/>
            <ac:spMk id="11" creationId="{568FBCC5-7435-2D12-5E1D-5C591FFA3BFA}"/>
          </ac:spMkLst>
        </pc:spChg>
        <pc:spChg chg="mod">
          <ac:chgData name="ARMANDO VIGLIOTTI" userId="S::a.vigliotti5@studenti.unisa.it::d2bc2ae6-e49f-482b-a761-b8867eac494e" providerId="AD" clId="Web-{F4B4B6FE-C7D1-D47F-0593-B5CF2211BBFA}" dt="2025-06-10T20:08:55.055" v="118" actId="20577"/>
          <ac:spMkLst>
            <pc:docMk/>
            <pc:sldMk cId="1044485062" sldId="330"/>
            <ac:spMk id="12" creationId="{7886050D-9BDE-8499-0DAE-9EF652AC7FCC}"/>
          </ac:spMkLst>
        </pc:spChg>
        <pc:spChg chg="del mod">
          <ac:chgData name="ARMANDO VIGLIOTTI" userId="S::a.vigliotti5@studenti.unisa.it::d2bc2ae6-e49f-482b-a761-b8867eac494e" providerId="AD" clId="Web-{F4B4B6FE-C7D1-D47F-0593-B5CF2211BBFA}" dt="2025-06-10T20:02:42.434" v="50"/>
          <ac:spMkLst>
            <pc:docMk/>
            <pc:sldMk cId="1044485062" sldId="330"/>
            <ac:spMk id="13" creationId="{D3584628-A278-0883-65DC-ACB58BBAA1F3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2:43.419" v="57"/>
          <ac:spMkLst>
            <pc:docMk/>
            <pc:sldMk cId="1044485062" sldId="330"/>
            <ac:spMk id="17" creationId="{1280ED2D-121D-AF46-A764-3DB97357D754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2:43.434" v="58"/>
          <ac:spMkLst>
            <pc:docMk/>
            <pc:sldMk cId="1044485062" sldId="330"/>
            <ac:spMk id="19" creationId="{EE172EA5-6D2F-8BED-FA2E-653061DBF146}"/>
          </ac:spMkLst>
        </pc:spChg>
        <pc:spChg chg="add mod">
          <ac:chgData name="ARMANDO VIGLIOTTI" userId="S::a.vigliotti5@studenti.unisa.it::d2bc2ae6-e49f-482b-a761-b8867eac494e" providerId="AD" clId="Web-{F4B4B6FE-C7D1-D47F-0593-B5CF2211BBFA}" dt="2025-06-10T20:02:49.762" v="61" actId="20577"/>
          <ac:spMkLst>
            <pc:docMk/>
            <pc:sldMk cId="1044485062" sldId="330"/>
            <ac:spMk id="21" creationId="{80CFACCF-2359-F1BB-6841-314B010739F0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2:42.497" v="54"/>
          <ac:spMkLst>
            <pc:docMk/>
            <pc:sldMk cId="1044485062" sldId="330"/>
            <ac:spMk id="173" creationId="{FFF0A974-C9A6-2D6F-4974-FBC63BABD55B}"/>
          </ac:spMkLst>
        </pc:spChg>
        <pc:picChg chg="mod">
          <ac:chgData name="ARMANDO VIGLIOTTI" userId="S::a.vigliotti5@studenti.unisa.it::d2bc2ae6-e49f-482b-a761-b8867eac494e" providerId="AD" clId="Web-{F4B4B6FE-C7D1-D47F-0593-B5CF2211BBFA}" dt="2025-06-10T20:09:14.587" v="123" actId="1076"/>
          <ac:picMkLst>
            <pc:docMk/>
            <pc:sldMk cId="1044485062" sldId="330"/>
            <ac:picMk id="5" creationId="{211869FB-BE08-4779-BDBB-54B882052E53}"/>
          </ac:picMkLst>
        </pc:picChg>
        <pc:cxnChg chg="mod">
          <ac:chgData name="ARMANDO VIGLIOTTI" userId="S::a.vigliotti5@studenti.unisa.it::d2bc2ae6-e49f-482b-a761-b8867eac494e" providerId="AD" clId="Web-{F4B4B6FE-C7D1-D47F-0593-B5CF2211BBFA}" dt="2025-06-10T20:09:19.321" v="124" actId="14100"/>
          <ac:cxnSpMkLst>
            <pc:docMk/>
            <pc:sldMk cId="1044485062" sldId="330"/>
            <ac:cxnSpMk id="6" creationId="{65869859-E292-4110-D82C-E49582F54589}"/>
          </ac:cxnSpMkLst>
        </pc:cxnChg>
        <pc:cxnChg chg="add">
          <ac:chgData name="ARMANDO VIGLIOTTI" userId="S::a.vigliotti5@studenti.unisa.it::d2bc2ae6-e49f-482b-a761-b8867eac494e" providerId="AD" clId="Web-{F4B4B6FE-C7D1-D47F-0593-B5CF2211BBFA}" dt="2025-06-10T20:02:43.403" v="56"/>
          <ac:cxnSpMkLst>
            <pc:docMk/>
            <pc:sldMk cId="1044485062" sldId="330"/>
            <ac:cxnSpMk id="15" creationId="{8DA3BD6A-A43E-685B-F0A1-F851B38880D8}"/>
          </ac:cxnSpMkLst>
        </pc:cxnChg>
        <pc:cxnChg chg="del">
          <ac:chgData name="ARMANDO VIGLIOTTI" userId="S::a.vigliotti5@studenti.unisa.it::d2bc2ae6-e49f-482b-a761-b8867eac494e" providerId="AD" clId="Web-{F4B4B6FE-C7D1-D47F-0593-B5CF2211BBFA}" dt="2025-06-10T20:02:42.434" v="53"/>
          <ac:cxnSpMkLst>
            <pc:docMk/>
            <pc:sldMk cId="1044485062" sldId="330"/>
            <ac:cxnSpMk id="175" creationId="{BE204691-D3B6-3FBF-F88C-C47178EFB06A}"/>
          </ac:cxnSpMkLst>
        </pc:cxnChg>
      </pc:sldChg>
      <pc:sldChg chg="addSp delSp modSp">
        <pc:chgData name="ARMANDO VIGLIOTTI" userId="S::a.vigliotti5@studenti.unisa.it::d2bc2ae6-e49f-482b-a761-b8867eac494e" providerId="AD" clId="Web-{F4B4B6FE-C7D1-D47F-0593-B5CF2211BBFA}" dt="2025-06-10T20:04:06.234" v="85"/>
        <pc:sldMkLst>
          <pc:docMk/>
          <pc:sldMk cId="1970133215" sldId="331"/>
        </pc:sldMkLst>
        <pc:spChg chg="del">
          <ac:chgData name="ARMANDO VIGLIOTTI" userId="S::a.vigliotti5@studenti.unisa.it::d2bc2ae6-e49f-482b-a761-b8867eac494e" providerId="AD" clId="Web-{F4B4B6FE-C7D1-D47F-0593-B5CF2211BBFA}" dt="2025-06-10T20:04:00.890" v="76"/>
          <ac:spMkLst>
            <pc:docMk/>
            <pc:sldMk cId="1970133215" sldId="331"/>
            <ac:spMk id="2" creationId="{826C7B09-95D4-15EB-C8E9-546A35EDA189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4:00.890" v="75"/>
          <ac:spMkLst>
            <pc:docMk/>
            <pc:sldMk cId="1970133215" sldId="331"/>
            <ac:spMk id="6" creationId="{AEEC65D3-DB60-CCE9-8D91-AC5DD5DFFDB2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4:06.234" v="85"/>
          <ac:spMkLst>
            <pc:docMk/>
            <pc:sldMk cId="1970133215" sldId="331"/>
            <ac:spMk id="7" creationId="{AAE9EBC7-F2E1-34D5-C25D-5D7336999D9D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4:00.890" v="77"/>
          <ac:spMkLst>
            <pc:docMk/>
            <pc:sldMk cId="1970133215" sldId="331"/>
            <ac:spMk id="9" creationId="{E398573B-9D0A-7406-3DA0-B68FF6E8D1CC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4:01.296" v="80"/>
          <ac:spMkLst>
            <pc:docMk/>
            <pc:sldMk cId="1970133215" sldId="331"/>
            <ac:spMk id="10" creationId="{47ED135E-46A5-BE07-8A2F-65898D1D9073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4:01.312" v="82"/>
          <ac:spMkLst>
            <pc:docMk/>
            <pc:sldMk cId="1970133215" sldId="331"/>
            <ac:spMk id="14" creationId="{67BFCB08-13CB-0405-8709-4AE87BA84191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4:01.327" v="83"/>
          <ac:spMkLst>
            <pc:docMk/>
            <pc:sldMk cId="1970133215" sldId="331"/>
            <ac:spMk id="16" creationId="{5340245B-52B5-2800-1FC8-4BADD345D19F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4:01.343" v="84"/>
          <ac:spMkLst>
            <pc:docMk/>
            <pc:sldMk cId="1970133215" sldId="331"/>
            <ac:spMk id="18" creationId="{CB67BFFD-2DC6-1BCA-3DDB-384398D79F80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4:00.921" v="79"/>
          <ac:spMkLst>
            <pc:docMk/>
            <pc:sldMk cId="1970133215" sldId="331"/>
            <ac:spMk id="173" creationId="{4425AD6E-3084-61C9-F567-4E5F8DF3BD59}"/>
          </ac:spMkLst>
        </pc:spChg>
        <pc:cxnChg chg="add">
          <ac:chgData name="ARMANDO VIGLIOTTI" userId="S::a.vigliotti5@studenti.unisa.it::d2bc2ae6-e49f-482b-a761-b8867eac494e" providerId="AD" clId="Web-{F4B4B6FE-C7D1-D47F-0593-B5CF2211BBFA}" dt="2025-06-10T20:04:01.296" v="81"/>
          <ac:cxnSpMkLst>
            <pc:docMk/>
            <pc:sldMk cId="1970133215" sldId="331"/>
            <ac:cxnSpMk id="12" creationId="{16783F68-31F2-B74D-6025-FED665AF1536}"/>
          </ac:cxnSpMkLst>
        </pc:cxnChg>
        <pc:cxnChg chg="del">
          <ac:chgData name="ARMANDO VIGLIOTTI" userId="S::a.vigliotti5@studenti.unisa.it::d2bc2ae6-e49f-482b-a761-b8867eac494e" providerId="AD" clId="Web-{F4B4B6FE-C7D1-D47F-0593-B5CF2211BBFA}" dt="2025-06-10T20:04:00.905" v="78"/>
          <ac:cxnSpMkLst>
            <pc:docMk/>
            <pc:sldMk cId="1970133215" sldId="331"/>
            <ac:cxnSpMk id="175" creationId="{3047E121-F894-881F-ADE3-FB1E5831358B}"/>
          </ac:cxnSpMkLst>
        </pc:cxnChg>
      </pc:sldChg>
      <pc:sldChg chg="addSp delSp modSp">
        <pc:chgData name="ARMANDO VIGLIOTTI" userId="S::a.vigliotti5@studenti.unisa.it::d2bc2ae6-e49f-482b-a761-b8867eac494e" providerId="AD" clId="Web-{F4B4B6FE-C7D1-D47F-0593-B5CF2211BBFA}" dt="2025-06-10T20:04:49.235" v="98" actId="20577"/>
        <pc:sldMkLst>
          <pc:docMk/>
          <pc:sldMk cId="1543914816" sldId="332"/>
        </pc:sldMkLst>
        <pc:spChg chg="del">
          <ac:chgData name="ARMANDO VIGLIOTTI" userId="S::a.vigliotti5@studenti.unisa.it::d2bc2ae6-e49f-482b-a761-b8867eac494e" providerId="AD" clId="Web-{F4B4B6FE-C7D1-D47F-0593-B5CF2211BBFA}" dt="2025-06-10T20:04:31.203" v="87"/>
          <ac:spMkLst>
            <pc:docMk/>
            <pc:sldMk cId="1543914816" sldId="332"/>
            <ac:spMk id="2" creationId="{8EFD0A24-B787-01BA-3D3D-D39BF86C9E2E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4:31.203" v="86"/>
          <ac:spMkLst>
            <pc:docMk/>
            <pc:sldMk cId="1543914816" sldId="332"/>
            <ac:spMk id="5" creationId="{E4C69ABE-9604-C404-76F8-9EC65623F716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4:31.203" v="88"/>
          <ac:spMkLst>
            <pc:docMk/>
            <pc:sldMk cId="1543914816" sldId="332"/>
            <ac:spMk id="9" creationId="{6AA26560-06C0-C882-B787-E014F51C426B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4:39.719" v="96"/>
          <ac:spMkLst>
            <pc:docMk/>
            <pc:sldMk cId="1543914816" sldId="332"/>
            <ac:spMk id="12" creationId="{28583266-EA12-E213-A181-195CDE7F8DE6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4:31.531" v="91"/>
          <ac:spMkLst>
            <pc:docMk/>
            <pc:sldMk cId="1543914816" sldId="332"/>
            <ac:spMk id="16" creationId="{D9CA280E-6357-1A26-78FD-42B33BAC8F49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4:31.547" v="93"/>
          <ac:spMkLst>
            <pc:docMk/>
            <pc:sldMk cId="1543914816" sldId="332"/>
            <ac:spMk id="20" creationId="{C9D8D329-A5CD-1D7B-E2CF-3108C0430476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4:31.562" v="94"/>
          <ac:spMkLst>
            <pc:docMk/>
            <pc:sldMk cId="1543914816" sldId="332"/>
            <ac:spMk id="22" creationId="{ACF7111B-BA5C-1AFC-941F-70E98EECB605}"/>
          </ac:spMkLst>
        </pc:spChg>
        <pc:spChg chg="add mod">
          <ac:chgData name="ARMANDO VIGLIOTTI" userId="S::a.vigliotti5@studenti.unisa.it::d2bc2ae6-e49f-482b-a761-b8867eac494e" providerId="AD" clId="Web-{F4B4B6FE-C7D1-D47F-0593-B5CF2211BBFA}" dt="2025-06-10T20:04:49.235" v="98" actId="20577"/>
          <ac:spMkLst>
            <pc:docMk/>
            <pc:sldMk cId="1543914816" sldId="332"/>
            <ac:spMk id="24" creationId="{183614D0-239E-30F5-F5DE-E8D51D0F3AE8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4:31.281" v="90"/>
          <ac:spMkLst>
            <pc:docMk/>
            <pc:sldMk cId="1543914816" sldId="332"/>
            <ac:spMk id="173" creationId="{1C67B1BF-B818-3057-824A-29FBB65C6893}"/>
          </ac:spMkLst>
        </pc:spChg>
        <pc:cxnChg chg="add">
          <ac:chgData name="ARMANDO VIGLIOTTI" userId="S::a.vigliotti5@studenti.unisa.it::d2bc2ae6-e49f-482b-a761-b8867eac494e" providerId="AD" clId="Web-{F4B4B6FE-C7D1-D47F-0593-B5CF2211BBFA}" dt="2025-06-10T20:04:31.547" v="92"/>
          <ac:cxnSpMkLst>
            <pc:docMk/>
            <pc:sldMk cId="1543914816" sldId="332"/>
            <ac:cxnSpMk id="18" creationId="{402D9ADB-3A2F-BD97-6288-74A91465F3DE}"/>
          </ac:cxnSpMkLst>
        </pc:cxnChg>
        <pc:cxnChg chg="del">
          <ac:chgData name="ARMANDO VIGLIOTTI" userId="S::a.vigliotti5@studenti.unisa.it::d2bc2ae6-e49f-482b-a761-b8867eac494e" providerId="AD" clId="Web-{F4B4B6FE-C7D1-D47F-0593-B5CF2211BBFA}" dt="2025-06-10T20:04:31.203" v="89"/>
          <ac:cxnSpMkLst>
            <pc:docMk/>
            <pc:sldMk cId="1543914816" sldId="332"/>
            <ac:cxnSpMk id="175" creationId="{274C24BB-06D3-F449-9B24-710F8143875E}"/>
          </ac:cxnSpMkLst>
        </pc:cxnChg>
      </pc:sldChg>
      <pc:sldChg chg="addSp delSp modSp">
        <pc:chgData name="ARMANDO VIGLIOTTI" userId="S::a.vigliotti5@studenti.unisa.it::d2bc2ae6-e49f-482b-a761-b8867eac494e" providerId="AD" clId="Web-{F4B4B6FE-C7D1-D47F-0593-B5CF2211BBFA}" dt="2025-06-10T20:05:14.861" v="112"/>
        <pc:sldMkLst>
          <pc:docMk/>
          <pc:sldMk cId="343166208" sldId="334"/>
        </pc:sldMkLst>
        <pc:spChg chg="del">
          <ac:chgData name="ARMANDO VIGLIOTTI" userId="S::a.vigliotti5@studenti.unisa.it::d2bc2ae6-e49f-482b-a761-b8867eac494e" providerId="AD" clId="Web-{F4B4B6FE-C7D1-D47F-0593-B5CF2211BBFA}" dt="2025-06-10T20:05:05.329" v="99"/>
          <ac:spMkLst>
            <pc:docMk/>
            <pc:sldMk cId="343166208" sldId="334"/>
            <ac:spMk id="2" creationId="{10907F34-E6D8-5AEA-FFAA-FD1BA37CF5DC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5:12.017" v="111"/>
          <ac:spMkLst>
            <pc:docMk/>
            <pc:sldMk cId="343166208" sldId="334"/>
            <ac:spMk id="6" creationId="{B52001EE-A1AF-2846-1FA2-D7C502D28B9F}"/>
          </ac:spMkLst>
        </pc:spChg>
        <pc:spChg chg="add del mod">
          <ac:chgData name="ARMANDO VIGLIOTTI" userId="S::a.vigliotti5@studenti.unisa.it::d2bc2ae6-e49f-482b-a761-b8867eac494e" providerId="AD" clId="Web-{F4B4B6FE-C7D1-D47F-0593-B5CF2211BBFA}" dt="2025-06-10T20:05:14.861" v="112"/>
          <ac:spMkLst>
            <pc:docMk/>
            <pc:sldMk cId="343166208" sldId="334"/>
            <ac:spMk id="8" creationId="{6F7A9FC3-D9DD-5BDE-3596-CA4D70D45405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5:05.329" v="100"/>
          <ac:spMkLst>
            <pc:docMk/>
            <pc:sldMk cId="343166208" sldId="334"/>
            <ac:spMk id="9" creationId="{5D80DFCF-8FC0-7AEC-958A-92F9E3A51D67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5:06.267" v="104"/>
          <ac:spMkLst>
            <pc:docMk/>
            <pc:sldMk cId="343166208" sldId="334"/>
            <ac:spMk id="11" creationId="{0F6A5D88-1CAC-FD50-3462-01C56A29B184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5:06.298" v="106"/>
          <ac:spMkLst>
            <pc:docMk/>
            <pc:sldMk cId="343166208" sldId="334"/>
            <ac:spMk id="15" creationId="{A88342C6-AC24-E348-0E5F-C670D474D8D0}"/>
          </ac:spMkLst>
        </pc:spChg>
        <pc:spChg chg="add">
          <ac:chgData name="ARMANDO VIGLIOTTI" userId="S::a.vigliotti5@studenti.unisa.it::d2bc2ae6-e49f-482b-a761-b8867eac494e" providerId="AD" clId="Web-{F4B4B6FE-C7D1-D47F-0593-B5CF2211BBFA}" dt="2025-06-10T20:05:06.314" v="107"/>
          <ac:spMkLst>
            <pc:docMk/>
            <pc:sldMk cId="343166208" sldId="334"/>
            <ac:spMk id="17" creationId="{E27A69B2-FD00-B9D4-DE97-63C0C2F3F215}"/>
          </ac:spMkLst>
        </pc:spChg>
        <pc:spChg chg="add mod">
          <ac:chgData name="ARMANDO VIGLIOTTI" userId="S::a.vigliotti5@studenti.unisa.it::d2bc2ae6-e49f-482b-a761-b8867eac494e" providerId="AD" clId="Web-{F4B4B6FE-C7D1-D47F-0593-B5CF2211BBFA}" dt="2025-06-10T20:05:10.142" v="110" actId="20577"/>
          <ac:spMkLst>
            <pc:docMk/>
            <pc:sldMk cId="343166208" sldId="334"/>
            <ac:spMk id="19" creationId="{B92C4ED8-CC30-B6FB-93CF-B473FD69F55F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5:05.392" v="103"/>
          <ac:spMkLst>
            <pc:docMk/>
            <pc:sldMk cId="343166208" sldId="334"/>
            <ac:spMk id="172" creationId="{11801AE4-180C-FF1F-CA56-5C8B0E456C7E}"/>
          </ac:spMkLst>
        </pc:spChg>
        <pc:spChg chg="del">
          <ac:chgData name="ARMANDO VIGLIOTTI" userId="S::a.vigliotti5@studenti.unisa.it::d2bc2ae6-e49f-482b-a761-b8867eac494e" providerId="AD" clId="Web-{F4B4B6FE-C7D1-D47F-0593-B5CF2211BBFA}" dt="2025-06-10T20:05:05.360" v="102"/>
          <ac:spMkLst>
            <pc:docMk/>
            <pc:sldMk cId="343166208" sldId="334"/>
            <ac:spMk id="173" creationId="{81D3A969-9561-57F7-EF7F-3F0E84A73E8D}"/>
          </ac:spMkLst>
        </pc:spChg>
        <pc:cxnChg chg="add">
          <ac:chgData name="ARMANDO VIGLIOTTI" userId="S::a.vigliotti5@studenti.unisa.it::d2bc2ae6-e49f-482b-a761-b8867eac494e" providerId="AD" clId="Web-{F4B4B6FE-C7D1-D47F-0593-B5CF2211BBFA}" dt="2025-06-10T20:05:06.282" v="105"/>
          <ac:cxnSpMkLst>
            <pc:docMk/>
            <pc:sldMk cId="343166208" sldId="334"/>
            <ac:cxnSpMk id="13" creationId="{7899C48C-8830-41D6-1324-0221019A5B37}"/>
          </ac:cxnSpMkLst>
        </pc:cxnChg>
        <pc:cxnChg chg="del">
          <ac:chgData name="ARMANDO VIGLIOTTI" userId="S::a.vigliotti5@studenti.unisa.it::d2bc2ae6-e49f-482b-a761-b8867eac494e" providerId="AD" clId="Web-{F4B4B6FE-C7D1-D47F-0593-B5CF2211BBFA}" dt="2025-06-10T20:05:05.329" v="101"/>
          <ac:cxnSpMkLst>
            <pc:docMk/>
            <pc:sldMk cId="343166208" sldId="334"/>
            <ac:cxnSpMk id="175" creationId="{351C521A-16E1-1A9F-5D5E-C158824B49FF}"/>
          </ac:cxnSpMkLst>
        </pc:cxnChg>
      </pc:sldChg>
    </pc:docChg>
  </pc:docChgLst>
  <pc:docChgLst>
    <pc:chgData name="ANTONIO CAIAZZO" userId="15820032-ebeb-41db-a903-8bbf612e438c" providerId="ADAL" clId="{7792360A-A00E-4C4F-B927-A50EF2F37EE5}"/>
    <pc:docChg chg="undo redo custSel addSld delSld modSld sldOrd">
      <pc:chgData name="ANTONIO CAIAZZO" userId="15820032-ebeb-41db-a903-8bbf612e438c" providerId="ADAL" clId="{7792360A-A00E-4C4F-B927-A50EF2F37EE5}" dt="2025-06-10T16:32:11.861" v="616" actId="20577"/>
      <pc:docMkLst>
        <pc:docMk/>
      </pc:docMkLst>
      <pc:sldChg chg="delSp modSp mod">
        <pc:chgData name="ANTONIO CAIAZZO" userId="15820032-ebeb-41db-a903-8bbf612e438c" providerId="ADAL" clId="{7792360A-A00E-4C4F-B927-A50EF2F37EE5}" dt="2025-06-10T15:16:26.338" v="121" actId="113"/>
        <pc:sldMkLst>
          <pc:docMk/>
          <pc:sldMk cId="3249012877" sldId="322"/>
        </pc:sldMkLst>
        <pc:spChg chg="del">
          <ac:chgData name="ANTONIO CAIAZZO" userId="15820032-ebeb-41db-a903-8bbf612e438c" providerId="ADAL" clId="{7792360A-A00E-4C4F-B927-A50EF2F37EE5}" dt="2025-06-10T15:12:42.590" v="71" actId="478"/>
          <ac:spMkLst>
            <pc:docMk/>
            <pc:sldMk cId="3249012877" sldId="322"/>
            <ac:spMk id="4" creationId="{C96EA35F-0047-1791-CBA8-F4DFF36C0BF1}"/>
          </ac:spMkLst>
        </pc:spChg>
        <pc:spChg chg="del mod">
          <ac:chgData name="ANTONIO CAIAZZO" userId="15820032-ebeb-41db-a903-8bbf612e438c" providerId="ADAL" clId="{7792360A-A00E-4C4F-B927-A50EF2F37EE5}" dt="2025-06-10T15:12:46.067" v="73" actId="478"/>
          <ac:spMkLst>
            <pc:docMk/>
            <pc:sldMk cId="3249012877" sldId="322"/>
            <ac:spMk id="5" creationId="{39B809D2-7190-0866-5EA5-5EA692404C3B}"/>
          </ac:spMkLst>
        </pc:spChg>
        <pc:spChg chg="mod">
          <ac:chgData name="ANTONIO CAIAZZO" userId="15820032-ebeb-41db-a903-8bbf612e438c" providerId="ADAL" clId="{7792360A-A00E-4C4F-B927-A50EF2F37EE5}" dt="2025-06-10T15:16:26.338" v="121" actId="113"/>
          <ac:spMkLst>
            <pc:docMk/>
            <pc:sldMk cId="3249012877" sldId="322"/>
            <ac:spMk id="172" creationId="{3A2558E0-DF74-6467-5B31-2EB9D5A53853}"/>
          </ac:spMkLst>
        </pc:spChg>
        <pc:spChg chg="mod">
          <ac:chgData name="ANTONIO CAIAZZO" userId="15820032-ebeb-41db-a903-8bbf612e438c" providerId="ADAL" clId="{7792360A-A00E-4C4F-B927-A50EF2F37EE5}" dt="2025-06-10T15:04:29.098" v="19" actId="20577"/>
          <ac:spMkLst>
            <pc:docMk/>
            <pc:sldMk cId="3249012877" sldId="322"/>
            <ac:spMk id="173" creationId="{68CA9E64-D61E-F3E7-4107-F22C1599B654}"/>
          </ac:spMkLst>
        </pc:spChg>
      </pc:sldChg>
      <pc:sldChg chg="delSp modSp mod">
        <pc:chgData name="ANTONIO CAIAZZO" userId="15820032-ebeb-41db-a903-8bbf612e438c" providerId="ADAL" clId="{7792360A-A00E-4C4F-B927-A50EF2F37EE5}" dt="2025-06-10T16:00:35.874" v="417" actId="1076"/>
        <pc:sldMkLst>
          <pc:docMk/>
          <pc:sldMk cId="977785746" sldId="323"/>
        </pc:sldMkLst>
        <pc:spChg chg="del">
          <ac:chgData name="ANTONIO CAIAZZO" userId="15820032-ebeb-41db-a903-8bbf612e438c" providerId="ADAL" clId="{7792360A-A00E-4C4F-B927-A50EF2F37EE5}" dt="2025-06-10T15:58:53.923" v="402" actId="478"/>
          <ac:spMkLst>
            <pc:docMk/>
            <pc:sldMk cId="977785746" sldId="323"/>
            <ac:spMk id="4" creationId="{0AE6B7F8-3FA5-6BC2-078D-C495027825F3}"/>
          </ac:spMkLst>
        </pc:spChg>
        <pc:spChg chg="del">
          <ac:chgData name="ANTONIO CAIAZZO" userId="15820032-ebeb-41db-a903-8bbf612e438c" providerId="ADAL" clId="{7792360A-A00E-4C4F-B927-A50EF2F37EE5}" dt="2025-06-10T15:58:56.928" v="403" actId="478"/>
          <ac:spMkLst>
            <pc:docMk/>
            <pc:sldMk cId="977785746" sldId="323"/>
            <ac:spMk id="5" creationId="{18B860AE-DEC2-EF54-7866-8790BD301F7C}"/>
          </ac:spMkLst>
        </pc:spChg>
        <pc:spChg chg="mod">
          <ac:chgData name="ANTONIO CAIAZZO" userId="15820032-ebeb-41db-a903-8bbf612e438c" providerId="ADAL" clId="{7792360A-A00E-4C4F-B927-A50EF2F37EE5}" dt="2025-06-10T16:00:35.874" v="417" actId="1076"/>
          <ac:spMkLst>
            <pc:docMk/>
            <pc:sldMk cId="977785746" sldId="323"/>
            <ac:spMk id="172" creationId="{A48B05CD-F4BF-053E-4007-26620761A8FA}"/>
          </ac:spMkLst>
        </pc:spChg>
        <pc:spChg chg="mod">
          <ac:chgData name="ANTONIO CAIAZZO" userId="15820032-ebeb-41db-a903-8bbf612e438c" providerId="ADAL" clId="{7792360A-A00E-4C4F-B927-A50EF2F37EE5}" dt="2025-06-10T15:57:37.971" v="400" actId="20577"/>
          <ac:spMkLst>
            <pc:docMk/>
            <pc:sldMk cId="977785746" sldId="323"/>
            <ac:spMk id="173" creationId="{4A484783-A753-CBC7-CB33-53B6F4F0F6F9}"/>
          </ac:spMkLst>
        </pc:spChg>
      </pc:sldChg>
      <pc:sldChg chg="addSp delSp modSp add mod">
        <pc:chgData name="ANTONIO CAIAZZO" userId="15820032-ebeb-41db-a903-8bbf612e438c" providerId="ADAL" clId="{7792360A-A00E-4C4F-B927-A50EF2F37EE5}" dt="2025-06-10T15:25:36.478" v="201" actId="1076"/>
        <pc:sldMkLst>
          <pc:docMk/>
          <pc:sldMk cId="1880526634" sldId="333"/>
        </pc:sldMkLst>
        <pc:spChg chg="add mod">
          <ac:chgData name="ANTONIO CAIAZZO" userId="15820032-ebeb-41db-a903-8bbf612e438c" providerId="ADAL" clId="{7792360A-A00E-4C4F-B927-A50EF2F37EE5}" dt="2025-06-10T15:25:36.478" v="201" actId="1076"/>
          <ac:spMkLst>
            <pc:docMk/>
            <pc:sldMk cId="1880526634" sldId="333"/>
            <ac:spMk id="6" creationId="{FD413A05-00E4-D2E9-0D99-6506EC925CE8}"/>
          </ac:spMkLst>
        </pc:spChg>
        <pc:spChg chg="mod">
          <ac:chgData name="ANTONIO CAIAZZO" userId="15820032-ebeb-41db-a903-8bbf612e438c" providerId="ADAL" clId="{7792360A-A00E-4C4F-B927-A50EF2F37EE5}" dt="2025-06-10T15:17:22.686" v="124" actId="20577"/>
          <ac:spMkLst>
            <pc:docMk/>
            <pc:sldMk cId="1880526634" sldId="333"/>
            <ac:spMk id="9" creationId="{41DB8AB6-E4BB-165A-65CC-C4C07051C159}"/>
          </ac:spMkLst>
        </pc:spChg>
        <pc:spChg chg="del">
          <ac:chgData name="ANTONIO CAIAZZO" userId="15820032-ebeb-41db-a903-8bbf612e438c" providerId="ADAL" clId="{7792360A-A00E-4C4F-B927-A50EF2F37EE5}" dt="2025-06-10T15:20:49.283" v="174" actId="478"/>
          <ac:spMkLst>
            <pc:docMk/>
            <pc:sldMk cId="1880526634" sldId="333"/>
            <ac:spMk id="14" creationId="{86F96BFA-E504-8108-8ADE-D23F2968DAC0}"/>
          </ac:spMkLst>
        </pc:spChg>
        <pc:spChg chg="del mod">
          <ac:chgData name="ANTONIO CAIAZZO" userId="15820032-ebeb-41db-a903-8bbf612e438c" providerId="ADAL" clId="{7792360A-A00E-4C4F-B927-A50EF2F37EE5}" dt="2025-06-10T15:20:52.323" v="176" actId="478"/>
          <ac:spMkLst>
            <pc:docMk/>
            <pc:sldMk cId="1880526634" sldId="333"/>
            <ac:spMk id="15" creationId="{A5FCD5EE-E431-F6AD-E83E-37042CDAA22C}"/>
          </ac:spMkLst>
        </pc:spChg>
        <pc:spChg chg="mod">
          <ac:chgData name="ANTONIO CAIAZZO" userId="15820032-ebeb-41db-a903-8bbf612e438c" providerId="ADAL" clId="{7792360A-A00E-4C4F-B927-A50EF2F37EE5}" dt="2025-06-10T15:18:09.701" v="151" actId="20577"/>
          <ac:spMkLst>
            <pc:docMk/>
            <pc:sldMk cId="1880526634" sldId="333"/>
            <ac:spMk id="173" creationId="{02C06721-B576-4BEB-55EA-3A0BD12E5CE0}"/>
          </ac:spMkLst>
        </pc:spChg>
        <pc:picChg chg="add mod">
          <ac:chgData name="ANTONIO CAIAZZO" userId="15820032-ebeb-41db-a903-8bbf612e438c" providerId="ADAL" clId="{7792360A-A00E-4C4F-B927-A50EF2F37EE5}" dt="2025-06-10T15:24:08.280" v="186" actId="1076"/>
          <ac:picMkLst>
            <pc:docMk/>
            <pc:sldMk cId="1880526634" sldId="333"/>
            <ac:picMk id="4" creationId="{1210CFD8-F897-0345-F14C-A27DC1399703}"/>
          </ac:picMkLst>
        </pc:picChg>
        <pc:picChg chg="add mod">
          <ac:chgData name="ANTONIO CAIAZZO" userId="15820032-ebeb-41db-a903-8bbf612e438c" providerId="ADAL" clId="{7792360A-A00E-4C4F-B927-A50EF2F37EE5}" dt="2025-06-10T15:24:11.379" v="187" actId="1076"/>
          <ac:picMkLst>
            <pc:docMk/>
            <pc:sldMk cId="1880526634" sldId="333"/>
            <ac:picMk id="5" creationId="{AAF6ED8B-4000-5CCA-5AF3-8E5932A5AAC7}"/>
          </ac:picMkLst>
        </pc:picChg>
        <pc:picChg chg="del">
          <ac:chgData name="ANTONIO CAIAZZO" userId="15820032-ebeb-41db-a903-8bbf612e438c" providerId="ADAL" clId="{7792360A-A00E-4C4F-B927-A50EF2F37EE5}" dt="2025-06-10T15:19:53.099" v="164" actId="478"/>
          <ac:picMkLst>
            <pc:docMk/>
            <pc:sldMk cId="1880526634" sldId="333"/>
            <ac:picMk id="8" creationId="{B700A673-81B4-7A0A-0AE7-490E6C0D20F4}"/>
          </ac:picMkLst>
        </pc:picChg>
        <pc:picChg chg="del">
          <ac:chgData name="ANTONIO CAIAZZO" userId="15820032-ebeb-41db-a903-8bbf612e438c" providerId="ADAL" clId="{7792360A-A00E-4C4F-B927-A50EF2F37EE5}" dt="2025-06-10T15:19:31.290" v="158" actId="478"/>
          <ac:picMkLst>
            <pc:docMk/>
            <pc:sldMk cId="1880526634" sldId="333"/>
            <ac:picMk id="10" creationId="{FEC7B64D-397F-09AD-31BE-C9FB19404D6C}"/>
          </ac:picMkLst>
        </pc:picChg>
        <pc:picChg chg="del">
          <ac:chgData name="ANTONIO CAIAZZO" userId="15820032-ebeb-41db-a903-8bbf612e438c" providerId="ADAL" clId="{7792360A-A00E-4C4F-B927-A50EF2F37EE5}" dt="2025-06-10T15:18:58.500" v="155" actId="478"/>
          <ac:picMkLst>
            <pc:docMk/>
            <pc:sldMk cId="1880526634" sldId="333"/>
            <ac:picMk id="11" creationId="{30AE144F-C92D-6521-518B-B772B52C2049}"/>
          </ac:picMkLst>
        </pc:picChg>
        <pc:picChg chg="del mod">
          <ac:chgData name="ANTONIO CAIAZZO" userId="15820032-ebeb-41db-a903-8bbf612e438c" providerId="ADAL" clId="{7792360A-A00E-4C4F-B927-A50EF2F37EE5}" dt="2025-06-10T15:24:42.304" v="194" actId="478"/>
          <ac:picMkLst>
            <pc:docMk/>
            <pc:sldMk cId="1880526634" sldId="333"/>
            <ac:picMk id="12" creationId="{0911A871-BE44-A88E-8F6C-1A64A52D8ACD}"/>
          </ac:picMkLst>
        </pc:picChg>
        <pc:picChg chg="del mod">
          <ac:chgData name="ANTONIO CAIAZZO" userId="15820032-ebeb-41db-a903-8bbf612e438c" providerId="ADAL" clId="{7792360A-A00E-4C4F-B927-A50EF2F37EE5}" dt="2025-06-10T15:24:40.285" v="193" actId="478"/>
          <ac:picMkLst>
            <pc:docMk/>
            <pc:sldMk cId="1880526634" sldId="333"/>
            <ac:picMk id="13" creationId="{755357DB-8490-7539-3405-8002B53DBA43}"/>
          </ac:picMkLst>
        </pc:picChg>
      </pc:sldChg>
      <pc:sldChg chg="addSp delSp modSp mod">
        <pc:chgData name="ANTONIO CAIAZZO" userId="15820032-ebeb-41db-a903-8bbf612e438c" providerId="ADAL" clId="{7792360A-A00E-4C4F-B927-A50EF2F37EE5}" dt="2025-06-10T15:45:20.484" v="332"/>
        <pc:sldMkLst>
          <pc:docMk/>
          <pc:sldMk cId="3991619902" sldId="335"/>
        </pc:sldMkLst>
        <pc:graphicFrameChg chg="add mod">
          <ac:chgData name="ANTONIO CAIAZZO" userId="15820032-ebeb-41db-a903-8bbf612e438c" providerId="ADAL" clId="{7792360A-A00E-4C4F-B927-A50EF2F37EE5}" dt="2025-06-10T15:45:20.484" v="332"/>
          <ac:graphicFrameMkLst>
            <pc:docMk/>
            <pc:sldMk cId="3991619902" sldId="335"/>
            <ac:graphicFrameMk id="10" creationId="{3E395A40-CB3F-8C82-D7FD-2A6F3E3B6129}"/>
          </ac:graphicFrameMkLst>
        </pc:graphicFrameChg>
        <pc:picChg chg="del">
          <ac:chgData name="ANTONIO CAIAZZO" userId="15820032-ebeb-41db-a903-8bbf612e438c" providerId="ADAL" clId="{7792360A-A00E-4C4F-B927-A50EF2F37EE5}" dt="2025-06-10T15:45:18.760" v="331" actId="478"/>
          <ac:picMkLst>
            <pc:docMk/>
            <pc:sldMk cId="3991619902" sldId="335"/>
            <ac:picMk id="19" creationId="{3BF88A44-404A-7422-5689-55AC5F063E22}"/>
          </ac:picMkLst>
        </pc:picChg>
      </pc:sldChg>
      <pc:sldChg chg="addSp delSp modSp add del mod ord">
        <pc:chgData name="ANTONIO CAIAZZO" userId="15820032-ebeb-41db-a903-8bbf612e438c" providerId="ADAL" clId="{7792360A-A00E-4C4F-B927-A50EF2F37EE5}" dt="2025-06-10T15:33:23.256" v="281" actId="2696"/>
        <pc:sldMkLst>
          <pc:docMk/>
          <pc:sldMk cId="3587160808" sldId="337"/>
        </pc:sldMkLst>
        <pc:spChg chg="mod">
          <ac:chgData name="ANTONIO CAIAZZO" userId="15820032-ebeb-41db-a903-8bbf612e438c" providerId="ADAL" clId="{7792360A-A00E-4C4F-B927-A50EF2F37EE5}" dt="2025-06-10T15:29:06.804" v="237" actId="20577"/>
          <ac:spMkLst>
            <pc:docMk/>
            <pc:sldMk cId="3587160808" sldId="337"/>
            <ac:spMk id="173" creationId="{0445D11E-D737-D47A-FA27-AE60417C90D2}"/>
          </ac:spMkLst>
        </pc:spChg>
        <pc:picChg chg="del">
          <ac:chgData name="ANTONIO CAIAZZO" userId="15820032-ebeb-41db-a903-8bbf612e438c" providerId="ADAL" clId="{7792360A-A00E-4C4F-B927-A50EF2F37EE5}" dt="2025-06-10T15:28:29.397" v="206" actId="478"/>
          <ac:picMkLst>
            <pc:docMk/>
            <pc:sldMk cId="3587160808" sldId="337"/>
            <ac:picMk id="4" creationId="{FE9711BA-EAE4-724F-0225-7124078FF6E0}"/>
          </ac:picMkLst>
        </pc:picChg>
        <pc:picChg chg="add mod">
          <ac:chgData name="ANTONIO CAIAZZO" userId="15820032-ebeb-41db-a903-8bbf612e438c" providerId="ADAL" clId="{7792360A-A00E-4C4F-B927-A50EF2F37EE5}" dt="2025-06-10T15:29:10.138" v="238" actId="1076"/>
          <ac:picMkLst>
            <pc:docMk/>
            <pc:sldMk cId="3587160808" sldId="337"/>
            <ac:picMk id="7" creationId="{04280F45-34F5-0192-EB1F-67F01EC2287A}"/>
          </ac:picMkLst>
        </pc:picChg>
      </pc:sldChg>
      <pc:sldChg chg="addSp delSp modSp add del mod">
        <pc:chgData name="ANTONIO CAIAZZO" userId="15820032-ebeb-41db-a903-8bbf612e438c" providerId="ADAL" clId="{7792360A-A00E-4C4F-B927-A50EF2F37EE5}" dt="2025-06-10T16:10:39.277" v="479" actId="2696"/>
        <pc:sldMkLst>
          <pc:docMk/>
          <pc:sldMk cId="364521141" sldId="338"/>
        </pc:sldMkLst>
        <pc:spChg chg="add del mod">
          <ac:chgData name="ANTONIO CAIAZZO" userId="15820032-ebeb-41db-a903-8bbf612e438c" providerId="ADAL" clId="{7792360A-A00E-4C4F-B927-A50EF2F37EE5}" dt="2025-06-10T15:30:59.783" v="266"/>
          <ac:spMkLst>
            <pc:docMk/>
            <pc:sldMk cId="364521141" sldId="338"/>
            <ac:spMk id="4" creationId="{21F7EC3C-248E-DAB9-B5A1-C5A2F92323DA}"/>
          </ac:spMkLst>
        </pc:spChg>
        <pc:spChg chg="add del">
          <ac:chgData name="ANTONIO CAIAZZO" userId="15820032-ebeb-41db-a903-8bbf612e438c" providerId="ADAL" clId="{7792360A-A00E-4C4F-B927-A50EF2F37EE5}" dt="2025-06-10T15:31:17.122" v="268" actId="22"/>
          <ac:spMkLst>
            <pc:docMk/>
            <pc:sldMk cId="364521141" sldId="338"/>
            <ac:spMk id="6" creationId="{68FAA7C4-EB1B-5146-BEC3-0913E98A40A0}"/>
          </ac:spMkLst>
        </pc:spChg>
        <pc:spChg chg="add mod">
          <ac:chgData name="ANTONIO CAIAZZO" userId="15820032-ebeb-41db-a903-8bbf612e438c" providerId="ADAL" clId="{7792360A-A00E-4C4F-B927-A50EF2F37EE5}" dt="2025-06-10T15:33:08.671" v="280" actId="14100"/>
          <ac:spMkLst>
            <pc:docMk/>
            <pc:sldMk cId="364521141" sldId="338"/>
            <ac:spMk id="8" creationId="{C766FA10-FD8B-1F33-23B6-0ABD491707C2}"/>
          </ac:spMkLst>
        </pc:spChg>
        <pc:spChg chg="mod">
          <ac:chgData name="ANTONIO CAIAZZO" userId="15820032-ebeb-41db-a903-8bbf612e438c" providerId="ADAL" clId="{7792360A-A00E-4C4F-B927-A50EF2F37EE5}" dt="2025-06-10T15:30:56.291" v="264" actId="14100"/>
          <ac:spMkLst>
            <pc:docMk/>
            <pc:sldMk cId="364521141" sldId="338"/>
            <ac:spMk id="172" creationId="{99EE1C57-49A4-B1CB-4959-821E898BB563}"/>
          </ac:spMkLst>
        </pc:spChg>
        <pc:spChg chg="mod">
          <ac:chgData name="ANTONIO CAIAZZO" userId="15820032-ebeb-41db-a903-8bbf612e438c" providerId="ADAL" clId="{7792360A-A00E-4C4F-B927-A50EF2F37EE5}" dt="2025-06-10T15:29:23.172" v="240"/>
          <ac:spMkLst>
            <pc:docMk/>
            <pc:sldMk cId="364521141" sldId="338"/>
            <ac:spMk id="173" creationId="{A960AD93-6AD2-7DA1-583B-CBC3099E6950}"/>
          </ac:spMkLst>
        </pc:spChg>
        <pc:picChg chg="add mod">
          <ac:chgData name="ANTONIO CAIAZZO" userId="15820032-ebeb-41db-a903-8bbf612e438c" providerId="ADAL" clId="{7792360A-A00E-4C4F-B927-A50EF2F37EE5}" dt="2025-06-10T15:31:41.857" v="273" actId="14100"/>
          <ac:picMkLst>
            <pc:docMk/>
            <pc:sldMk cId="364521141" sldId="338"/>
            <ac:picMk id="7" creationId="{A89552C2-6D59-4B48-4DB2-A4A5972FEECF}"/>
          </ac:picMkLst>
        </pc:picChg>
      </pc:sldChg>
      <pc:sldChg chg="addSp delSp modSp add mod">
        <pc:chgData name="ANTONIO CAIAZZO" userId="15820032-ebeb-41db-a903-8bbf612e438c" providerId="ADAL" clId="{7792360A-A00E-4C4F-B927-A50EF2F37EE5}" dt="2025-06-10T15:52:37.551" v="366" actId="207"/>
        <pc:sldMkLst>
          <pc:docMk/>
          <pc:sldMk cId="2756679095" sldId="343"/>
        </pc:sldMkLst>
        <pc:spChg chg="add del mod">
          <ac:chgData name="ANTONIO CAIAZZO" userId="15820032-ebeb-41db-a903-8bbf612e438c" providerId="ADAL" clId="{7792360A-A00E-4C4F-B927-A50EF2F37EE5}" dt="2025-06-10T15:49:29.127" v="345" actId="478"/>
          <ac:spMkLst>
            <pc:docMk/>
            <pc:sldMk cId="2756679095" sldId="343"/>
            <ac:spMk id="5" creationId="{04C5D14A-00D7-4C81-5B58-447E43DC6707}"/>
          </ac:spMkLst>
        </pc:spChg>
        <pc:spChg chg="add mod">
          <ac:chgData name="ANTONIO CAIAZZO" userId="15820032-ebeb-41db-a903-8bbf612e438c" providerId="ADAL" clId="{7792360A-A00E-4C4F-B927-A50EF2F37EE5}" dt="2025-06-10T15:50:12.298" v="350" actId="14100"/>
          <ac:spMkLst>
            <pc:docMk/>
            <pc:sldMk cId="2756679095" sldId="343"/>
            <ac:spMk id="6" creationId="{9326C7F2-6EEB-EBF1-4531-D48D60A3BFA0}"/>
          </ac:spMkLst>
        </pc:spChg>
        <pc:spChg chg="del mod">
          <ac:chgData name="ANTONIO CAIAZZO" userId="15820032-ebeb-41db-a903-8bbf612e438c" providerId="ADAL" clId="{7792360A-A00E-4C4F-B927-A50EF2F37EE5}" dt="2025-06-10T15:50:57.718" v="359" actId="478"/>
          <ac:spMkLst>
            <pc:docMk/>
            <pc:sldMk cId="2756679095" sldId="343"/>
            <ac:spMk id="8" creationId="{A2F5456A-2BFE-026B-80D8-895D1E5C8F62}"/>
          </ac:spMkLst>
        </pc:spChg>
        <pc:spChg chg="add mod">
          <ac:chgData name="ANTONIO CAIAZZO" userId="15820032-ebeb-41db-a903-8bbf612e438c" providerId="ADAL" clId="{7792360A-A00E-4C4F-B927-A50EF2F37EE5}" dt="2025-06-10T15:52:37.551" v="366" actId="207"/>
          <ac:spMkLst>
            <pc:docMk/>
            <pc:sldMk cId="2756679095" sldId="343"/>
            <ac:spMk id="12" creationId="{9B900F12-D4CF-F7CE-3700-0D3E956E85AA}"/>
          </ac:spMkLst>
        </pc:spChg>
        <pc:spChg chg="del mod">
          <ac:chgData name="ANTONIO CAIAZZO" userId="15820032-ebeb-41db-a903-8bbf612e438c" providerId="ADAL" clId="{7792360A-A00E-4C4F-B927-A50EF2F37EE5}" dt="2025-06-10T15:49:02.584" v="338" actId="478"/>
          <ac:spMkLst>
            <pc:docMk/>
            <pc:sldMk cId="2756679095" sldId="343"/>
            <ac:spMk id="172" creationId="{899E1A1C-BA90-A04A-62A1-DC4CB5504877}"/>
          </ac:spMkLst>
        </pc:spChg>
        <pc:spChg chg="mod">
          <ac:chgData name="ANTONIO CAIAZZO" userId="15820032-ebeb-41db-a903-8bbf612e438c" providerId="ADAL" clId="{7792360A-A00E-4C4F-B927-A50EF2F37EE5}" dt="2025-06-10T15:33:44.261" v="294" actId="20577"/>
          <ac:spMkLst>
            <pc:docMk/>
            <pc:sldMk cId="2756679095" sldId="343"/>
            <ac:spMk id="173" creationId="{3E16EA69-D6EE-96F5-947F-00B3ED2B5923}"/>
          </ac:spMkLst>
        </pc:spChg>
        <pc:picChg chg="del">
          <ac:chgData name="ANTONIO CAIAZZO" userId="15820032-ebeb-41db-a903-8bbf612e438c" providerId="ADAL" clId="{7792360A-A00E-4C4F-B927-A50EF2F37EE5}" dt="2025-06-10T15:49:50.316" v="346" actId="478"/>
          <ac:picMkLst>
            <pc:docMk/>
            <pc:sldMk cId="2756679095" sldId="343"/>
            <ac:picMk id="7" creationId="{CA4DFBE6-F336-20D5-6BEE-121887DB3049}"/>
          </ac:picMkLst>
        </pc:picChg>
        <pc:picChg chg="add mod">
          <ac:chgData name="ANTONIO CAIAZZO" userId="15820032-ebeb-41db-a903-8bbf612e438c" providerId="ADAL" clId="{7792360A-A00E-4C4F-B927-A50EF2F37EE5}" dt="2025-06-10T15:50:15.931" v="351" actId="1076"/>
          <ac:picMkLst>
            <pc:docMk/>
            <pc:sldMk cId="2756679095" sldId="343"/>
            <ac:picMk id="10" creationId="{6B9A9EB1-BE65-E2FB-395F-CFAC32E8E0AC}"/>
          </ac:picMkLst>
        </pc:picChg>
        <pc:picChg chg="add mod">
          <ac:chgData name="ANTONIO CAIAZZO" userId="15820032-ebeb-41db-a903-8bbf612e438c" providerId="ADAL" clId="{7792360A-A00E-4C4F-B927-A50EF2F37EE5}" dt="2025-06-10T15:50:44.164" v="357" actId="1076"/>
          <ac:picMkLst>
            <pc:docMk/>
            <pc:sldMk cId="2756679095" sldId="343"/>
            <ac:picMk id="11" creationId="{BDD695A3-464E-3BAE-0A95-413DB193C500}"/>
          </ac:picMkLst>
        </pc:picChg>
        <pc:cxnChg chg="add mod">
          <ac:chgData name="ANTONIO CAIAZZO" userId="15820032-ebeb-41db-a903-8bbf612e438c" providerId="ADAL" clId="{7792360A-A00E-4C4F-B927-A50EF2F37EE5}" dt="2025-06-10T15:51:38.269" v="365" actId="208"/>
          <ac:cxnSpMkLst>
            <pc:docMk/>
            <pc:sldMk cId="2756679095" sldId="343"/>
            <ac:cxnSpMk id="14" creationId="{ED749554-FF4D-8BF4-9AC6-98263D4F6F90}"/>
          </ac:cxnSpMkLst>
        </pc:cxnChg>
      </pc:sldChg>
      <pc:sldChg chg="addSp modSp add">
        <pc:chgData name="ANTONIO CAIAZZO" userId="15820032-ebeb-41db-a903-8bbf612e438c" providerId="ADAL" clId="{7792360A-A00E-4C4F-B927-A50EF2F37EE5}" dt="2025-06-10T15:45:06.747" v="330"/>
        <pc:sldMkLst>
          <pc:docMk/>
          <pc:sldMk cId="1166052227" sldId="347"/>
        </pc:sldMkLst>
        <pc:graphicFrameChg chg="add mod">
          <ac:chgData name="ANTONIO CAIAZZO" userId="15820032-ebeb-41db-a903-8bbf612e438c" providerId="ADAL" clId="{7792360A-A00E-4C4F-B927-A50EF2F37EE5}" dt="2025-06-10T15:45:06.747" v="330"/>
          <ac:graphicFrameMkLst>
            <pc:docMk/>
            <pc:sldMk cId="1166052227" sldId="347"/>
            <ac:graphicFrameMk id="6" creationId="{6958FBE4-0D28-40BC-2611-AF27F36F1DDD}"/>
          </ac:graphicFrameMkLst>
        </pc:graphicFrameChg>
      </pc:sldChg>
      <pc:sldChg chg="addSp modSp add mod">
        <pc:chgData name="ANTONIO CAIAZZO" userId="15820032-ebeb-41db-a903-8bbf612e438c" providerId="ADAL" clId="{7792360A-A00E-4C4F-B927-A50EF2F37EE5}" dt="2025-06-10T16:10:33.313" v="477" actId="14100"/>
        <pc:sldMkLst>
          <pc:docMk/>
          <pc:sldMk cId="1847034292" sldId="349"/>
        </pc:sldMkLst>
        <pc:spChg chg="add mod">
          <ac:chgData name="ANTONIO CAIAZZO" userId="15820032-ebeb-41db-a903-8bbf612e438c" providerId="ADAL" clId="{7792360A-A00E-4C4F-B927-A50EF2F37EE5}" dt="2025-06-10T16:06:14.919" v="460"/>
          <ac:spMkLst>
            <pc:docMk/>
            <pc:sldMk cId="1847034292" sldId="349"/>
            <ac:spMk id="5" creationId="{D260A65D-FA52-0ABB-5893-1B37B1C8F3FB}"/>
          </ac:spMkLst>
        </pc:spChg>
        <pc:spChg chg="mod">
          <ac:chgData name="ANTONIO CAIAZZO" userId="15820032-ebeb-41db-a903-8bbf612e438c" providerId="ADAL" clId="{7792360A-A00E-4C4F-B927-A50EF2F37EE5}" dt="2025-06-10T16:10:33.210" v="476" actId="113"/>
          <ac:spMkLst>
            <pc:docMk/>
            <pc:sldMk cId="1847034292" sldId="349"/>
            <ac:spMk id="172" creationId="{0CD88175-3861-9560-CB04-C25D88501B68}"/>
          </ac:spMkLst>
        </pc:spChg>
        <pc:spChg chg="mod">
          <ac:chgData name="ANTONIO CAIAZZO" userId="15820032-ebeb-41db-a903-8bbf612e438c" providerId="ADAL" clId="{7792360A-A00E-4C4F-B927-A50EF2F37EE5}" dt="2025-06-10T16:10:33.313" v="477" actId="14100"/>
          <ac:spMkLst>
            <pc:docMk/>
            <pc:sldMk cId="1847034292" sldId="349"/>
            <ac:spMk id="173" creationId="{AEC2C787-CF16-1D5A-8433-0EAD775B6CB5}"/>
          </ac:spMkLst>
        </pc:spChg>
        <pc:picChg chg="add mod">
          <ac:chgData name="ANTONIO CAIAZZO" userId="15820032-ebeb-41db-a903-8bbf612e438c" providerId="ADAL" clId="{7792360A-A00E-4C4F-B927-A50EF2F37EE5}" dt="2025-06-10T16:06:14.919" v="460"/>
          <ac:picMkLst>
            <pc:docMk/>
            <pc:sldMk cId="1847034292" sldId="349"/>
            <ac:picMk id="4" creationId="{657E3ED5-F3F2-18CA-360C-D7C9D95BD5E2}"/>
          </ac:picMkLst>
        </pc:picChg>
        <pc:cxnChg chg="mod">
          <ac:chgData name="ANTONIO CAIAZZO" userId="15820032-ebeb-41db-a903-8bbf612e438c" providerId="ADAL" clId="{7792360A-A00E-4C4F-B927-A50EF2F37EE5}" dt="2025-06-10T16:02:32.188" v="449" actId="1076"/>
          <ac:cxnSpMkLst>
            <pc:docMk/>
            <pc:sldMk cId="1847034292" sldId="349"/>
            <ac:cxnSpMk id="175" creationId="{A8A9A4C6-058D-D739-A530-06A1C7B3B203}"/>
          </ac:cxnSpMkLst>
        </pc:cxnChg>
      </pc:sldChg>
      <pc:sldChg chg="addSp delSp modSp add mod">
        <pc:chgData name="ANTONIO CAIAZZO" userId="15820032-ebeb-41db-a903-8bbf612e438c" providerId="ADAL" clId="{7792360A-A00E-4C4F-B927-A50EF2F37EE5}" dt="2025-06-10T16:21:01.203" v="513" actId="14100"/>
        <pc:sldMkLst>
          <pc:docMk/>
          <pc:sldMk cId="4261585549" sldId="350"/>
        </pc:sldMkLst>
        <pc:spChg chg="del">
          <ac:chgData name="ANTONIO CAIAZZO" userId="15820032-ebeb-41db-a903-8bbf612e438c" providerId="ADAL" clId="{7792360A-A00E-4C4F-B927-A50EF2F37EE5}" dt="2025-06-10T16:14:01.631" v="491" actId="478"/>
          <ac:spMkLst>
            <pc:docMk/>
            <pc:sldMk cId="4261585549" sldId="350"/>
            <ac:spMk id="5" creationId="{C6284DA1-CF93-70CD-13F6-044A4720800F}"/>
          </ac:spMkLst>
        </pc:spChg>
        <pc:spChg chg="add del mod">
          <ac:chgData name="ANTONIO CAIAZZO" userId="15820032-ebeb-41db-a903-8bbf612e438c" providerId="ADAL" clId="{7792360A-A00E-4C4F-B927-A50EF2F37EE5}" dt="2025-06-10T16:20:50.725" v="512" actId="478"/>
          <ac:spMkLst>
            <pc:docMk/>
            <pc:sldMk cId="4261585549" sldId="350"/>
            <ac:spMk id="8" creationId="{5A291E50-8F8B-B4BB-75D8-BFF7F2AD2911}"/>
          </ac:spMkLst>
        </pc:spChg>
        <pc:spChg chg="mod">
          <ac:chgData name="ANTONIO CAIAZZO" userId="15820032-ebeb-41db-a903-8bbf612e438c" providerId="ADAL" clId="{7792360A-A00E-4C4F-B927-A50EF2F37EE5}" dt="2025-06-10T16:21:01.203" v="513" actId="14100"/>
          <ac:spMkLst>
            <pc:docMk/>
            <pc:sldMk cId="4261585549" sldId="350"/>
            <ac:spMk id="172" creationId="{2C400B40-3B07-F656-B755-B02E0D250F1B}"/>
          </ac:spMkLst>
        </pc:spChg>
        <pc:spChg chg="mod">
          <ac:chgData name="ANTONIO CAIAZZO" userId="15820032-ebeb-41db-a903-8bbf612e438c" providerId="ADAL" clId="{7792360A-A00E-4C4F-B927-A50EF2F37EE5}" dt="2025-06-10T16:19:47.891" v="506"/>
          <ac:spMkLst>
            <pc:docMk/>
            <pc:sldMk cId="4261585549" sldId="350"/>
            <ac:spMk id="173" creationId="{DDAB39B0-5A33-A78D-ED6A-7EADFA9A572B}"/>
          </ac:spMkLst>
        </pc:spChg>
        <pc:picChg chg="del">
          <ac:chgData name="ANTONIO CAIAZZO" userId="15820032-ebeb-41db-a903-8bbf612e438c" providerId="ADAL" clId="{7792360A-A00E-4C4F-B927-A50EF2F37EE5}" dt="2025-06-10T16:13:58.691" v="490" actId="478"/>
          <ac:picMkLst>
            <pc:docMk/>
            <pc:sldMk cId="4261585549" sldId="350"/>
            <ac:picMk id="4" creationId="{D0AC2D0B-9DAB-C45D-784F-77121D34AA77}"/>
          </ac:picMkLst>
        </pc:picChg>
        <pc:picChg chg="add del mod">
          <ac:chgData name="ANTONIO CAIAZZO" userId="15820032-ebeb-41db-a903-8bbf612e438c" providerId="ADAL" clId="{7792360A-A00E-4C4F-B927-A50EF2F37EE5}" dt="2025-06-10T16:20:48.164" v="511" actId="478"/>
          <ac:picMkLst>
            <pc:docMk/>
            <pc:sldMk cId="4261585549" sldId="350"/>
            <ac:picMk id="6" creationId="{76C9B60F-3633-6E63-39A5-3DE1B680B295}"/>
          </ac:picMkLst>
        </pc:picChg>
        <pc:picChg chg="add del mod">
          <ac:chgData name="ANTONIO CAIAZZO" userId="15820032-ebeb-41db-a903-8bbf612e438c" providerId="ADAL" clId="{7792360A-A00E-4C4F-B927-A50EF2F37EE5}" dt="2025-06-10T16:14:37.584" v="495" actId="478"/>
          <ac:picMkLst>
            <pc:docMk/>
            <pc:sldMk cId="4261585549" sldId="350"/>
            <ac:picMk id="7" creationId="{7A95DB67-27AD-2791-2F44-076F205BDF06}"/>
          </ac:picMkLst>
        </pc:picChg>
      </pc:sldChg>
      <pc:sldChg chg="modSp add mod">
        <pc:chgData name="ANTONIO CAIAZZO" userId="15820032-ebeb-41db-a903-8bbf612e438c" providerId="ADAL" clId="{7792360A-A00E-4C4F-B927-A50EF2F37EE5}" dt="2025-06-10T16:30:07.916" v="591" actId="20577"/>
        <pc:sldMkLst>
          <pc:docMk/>
          <pc:sldMk cId="3784019455" sldId="351"/>
        </pc:sldMkLst>
        <pc:spChg chg="mod">
          <ac:chgData name="ANTONIO CAIAZZO" userId="15820032-ebeb-41db-a903-8bbf612e438c" providerId="ADAL" clId="{7792360A-A00E-4C4F-B927-A50EF2F37EE5}" dt="2025-06-10T16:30:07.916" v="591" actId="20577"/>
          <ac:spMkLst>
            <pc:docMk/>
            <pc:sldMk cId="3784019455" sldId="351"/>
            <ac:spMk id="172" creationId="{DF57CDC7-164C-3273-3610-2153A2CFDE10}"/>
          </ac:spMkLst>
        </pc:spChg>
        <pc:spChg chg="mod">
          <ac:chgData name="ANTONIO CAIAZZO" userId="15820032-ebeb-41db-a903-8bbf612e438c" providerId="ADAL" clId="{7792360A-A00E-4C4F-B927-A50EF2F37EE5}" dt="2025-06-10T16:22:06.919" v="519" actId="14100"/>
          <ac:spMkLst>
            <pc:docMk/>
            <pc:sldMk cId="3784019455" sldId="351"/>
            <ac:spMk id="173" creationId="{3CA3D30B-61C2-689D-BFF8-D57166C87B5A}"/>
          </ac:spMkLst>
        </pc:spChg>
        <pc:cxnChg chg="mod">
          <ac:chgData name="ANTONIO CAIAZZO" userId="15820032-ebeb-41db-a903-8bbf612e438c" providerId="ADAL" clId="{7792360A-A00E-4C4F-B927-A50EF2F37EE5}" dt="2025-06-10T16:22:26.453" v="521" actId="14100"/>
          <ac:cxnSpMkLst>
            <pc:docMk/>
            <pc:sldMk cId="3784019455" sldId="351"/>
            <ac:cxnSpMk id="175" creationId="{76389681-7727-D9F8-1219-73E4C4485DC7}"/>
          </ac:cxnSpMkLst>
        </pc:cxnChg>
      </pc:sldChg>
      <pc:sldChg chg="modSp add mod">
        <pc:chgData name="ANTONIO CAIAZZO" userId="15820032-ebeb-41db-a903-8bbf612e438c" providerId="ADAL" clId="{7792360A-A00E-4C4F-B927-A50EF2F37EE5}" dt="2025-06-10T16:32:11.861" v="616" actId="20577"/>
        <pc:sldMkLst>
          <pc:docMk/>
          <pc:sldMk cId="1516001550" sldId="352"/>
        </pc:sldMkLst>
        <pc:spChg chg="mod">
          <ac:chgData name="ANTONIO CAIAZZO" userId="15820032-ebeb-41db-a903-8bbf612e438c" providerId="ADAL" clId="{7792360A-A00E-4C4F-B927-A50EF2F37EE5}" dt="2025-06-10T16:32:11.861" v="616" actId="20577"/>
          <ac:spMkLst>
            <pc:docMk/>
            <pc:sldMk cId="1516001550" sldId="352"/>
            <ac:spMk id="172" creationId="{49B8D329-CC31-2C80-3E9F-928E5CDE8067}"/>
          </ac:spMkLst>
        </pc:spChg>
        <pc:spChg chg="mod">
          <ac:chgData name="ANTONIO CAIAZZO" userId="15820032-ebeb-41db-a903-8bbf612e438c" providerId="ADAL" clId="{7792360A-A00E-4C4F-B927-A50EF2F37EE5}" dt="2025-06-10T16:30:41.131" v="600" actId="20577"/>
          <ac:spMkLst>
            <pc:docMk/>
            <pc:sldMk cId="1516001550" sldId="352"/>
            <ac:spMk id="173" creationId="{890ABCA2-FF6E-2096-FBD0-97C31D600AF7}"/>
          </ac:spMkLst>
        </pc:spChg>
      </pc:sldChg>
    </pc:docChg>
  </pc:docChgLst>
  <pc:docChgLst>
    <pc:chgData name="ARMANDO VIGLIOTTI" userId="S::a.vigliotti5@studenti.unisa.it::d2bc2ae6-e49f-482b-a761-b8867eac494e" providerId="AD" clId="Web-{D185B834-1F45-092A-79D3-0CC5CDD52F68}"/>
    <pc:docChg chg="addSld delSld modSld sldOrd">
      <pc:chgData name="ARMANDO VIGLIOTTI" userId="S::a.vigliotti5@studenti.unisa.it::d2bc2ae6-e49f-482b-a761-b8867eac494e" providerId="AD" clId="Web-{D185B834-1F45-092A-79D3-0CC5CDD52F68}" dt="2025-06-10T15:44:45.944" v="553" actId="1076"/>
      <pc:docMkLst>
        <pc:docMk/>
      </pc:docMkLst>
      <pc:sldChg chg="modSp">
        <pc:chgData name="ARMANDO VIGLIOTTI" userId="S::a.vigliotti5@studenti.unisa.it::d2bc2ae6-e49f-482b-a761-b8867eac494e" providerId="AD" clId="Web-{D185B834-1F45-092A-79D3-0CC5CDD52F68}" dt="2025-06-10T14:49:42.953" v="240" actId="20577"/>
        <pc:sldMkLst>
          <pc:docMk/>
          <pc:sldMk cId="887000389" sldId="321"/>
        </pc:sldMkLst>
        <pc:spChg chg="mod">
          <ac:chgData name="ARMANDO VIGLIOTTI" userId="S::a.vigliotti5@studenti.unisa.it::d2bc2ae6-e49f-482b-a761-b8867eac494e" providerId="AD" clId="Web-{D185B834-1F45-092A-79D3-0CC5CDD52F68}" dt="2025-06-10T14:32:45.404" v="137" actId="20577"/>
          <ac:spMkLst>
            <pc:docMk/>
            <pc:sldMk cId="887000389" sldId="321"/>
            <ac:spMk id="4" creationId="{C9489C8A-61E2-BA8D-456C-BBA457385B06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4:34:04.128" v="184" actId="20577"/>
          <ac:spMkLst>
            <pc:docMk/>
            <pc:sldMk cId="887000389" sldId="321"/>
            <ac:spMk id="5" creationId="{E587C849-2419-900F-B9FD-DD8C58863A9B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4:49:42.953" v="240" actId="20577"/>
          <ac:spMkLst>
            <pc:docMk/>
            <pc:sldMk cId="887000389" sldId="321"/>
            <ac:spMk id="9" creationId="{6586CB29-28B0-06AC-1405-3851F45891E9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4:29:48.768" v="86" actId="20577"/>
          <ac:spMkLst>
            <pc:docMk/>
            <pc:sldMk cId="887000389" sldId="321"/>
            <ac:spMk id="172" creationId="{61A67797-7A47-9687-EEF8-5AC727584336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4:49:41.609" v="238" actId="20577"/>
          <ac:spMkLst>
            <pc:docMk/>
            <pc:sldMk cId="887000389" sldId="321"/>
            <ac:spMk id="173" creationId="{B8827B78-696A-7139-0F8A-1110823793EC}"/>
          </ac:spMkLst>
        </pc:spChg>
      </pc:sldChg>
      <pc:sldChg chg="addSp delSp modSp add ord replId">
        <pc:chgData name="ARMANDO VIGLIOTTI" userId="S::a.vigliotti5@studenti.unisa.it::d2bc2ae6-e49f-482b-a761-b8867eac494e" providerId="AD" clId="Web-{D185B834-1F45-092A-79D3-0CC5CDD52F68}" dt="2025-06-10T15:05:29.841" v="316" actId="20577"/>
        <pc:sldMkLst>
          <pc:docMk/>
          <pc:sldMk cId="2634115630" sldId="324"/>
        </pc:sldMkLst>
        <pc:spChg chg="del">
          <ac:chgData name="ARMANDO VIGLIOTTI" userId="S::a.vigliotti5@studenti.unisa.it::d2bc2ae6-e49f-482b-a761-b8867eac494e" providerId="AD" clId="Web-{D185B834-1F45-092A-79D3-0CC5CDD52F68}" dt="2025-06-10T14:42:08.018" v="190"/>
          <ac:spMkLst>
            <pc:docMk/>
            <pc:sldMk cId="2634115630" sldId="324"/>
            <ac:spMk id="4" creationId="{4824796B-4B51-DB8A-5770-560221CFAD74}"/>
          </ac:spMkLst>
        </pc:spChg>
        <pc:spChg chg="del">
          <ac:chgData name="ARMANDO VIGLIOTTI" userId="S::a.vigliotti5@studenti.unisa.it::d2bc2ae6-e49f-482b-a761-b8867eac494e" providerId="AD" clId="Web-{D185B834-1F45-092A-79D3-0CC5CDD52F68}" dt="2025-06-10T14:42:05.658" v="189"/>
          <ac:spMkLst>
            <pc:docMk/>
            <pc:sldMk cId="2634115630" sldId="324"/>
            <ac:spMk id="5" creationId="{1E5F60E7-7E3D-0C2B-E9E2-470275D6BD20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4:45:55.673" v="227" actId="1076"/>
          <ac:spMkLst>
            <pc:docMk/>
            <pc:sldMk cId="2634115630" sldId="324"/>
            <ac:spMk id="14" creationId="{6669025B-C503-51C4-7826-4060C87317A6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4:46:40.113" v="234" actId="1076"/>
          <ac:spMkLst>
            <pc:docMk/>
            <pc:sldMk cId="2634115630" sldId="324"/>
            <ac:spMk id="15" creationId="{35AB1E3F-8622-E3C0-E16B-3B17799AF521}"/>
          </ac:spMkLst>
        </pc:spChg>
        <pc:spChg chg="del mod">
          <ac:chgData name="ARMANDO VIGLIOTTI" userId="S::a.vigliotti5@studenti.unisa.it::d2bc2ae6-e49f-482b-a761-b8867eac494e" providerId="AD" clId="Web-{D185B834-1F45-092A-79D3-0CC5CDD52F68}" dt="2025-06-10T14:42:18.472" v="192"/>
          <ac:spMkLst>
            <pc:docMk/>
            <pc:sldMk cId="2634115630" sldId="324"/>
            <ac:spMk id="172" creationId="{0F55DC74-6C2C-FCF8-98A8-70BBBC7C481E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5:05:29.841" v="316" actId="20577"/>
          <ac:spMkLst>
            <pc:docMk/>
            <pc:sldMk cId="2634115630" sldId="324"/>
            <ac:spMk id="173" creationId="{D77A66CA-9BB8-A2A2-FA36-92F07DEE05A9}"/>
          </ac:spMkLst>
        </pc:spChg>
        <pc:picChg chg="add del mod">
          <ac:chgData name="ARMANDO VIGLIOTTI" userId="S::a.vigliotti5@studenti.unisa.it::d2bc2ae6-e49f-482b-a761-b8867eac494e" providerId="AD" clId="Web-{D185B834-1F45-092A-79D3-0CC5CDD52F68}" dt="2025-06-10T14:41:42.704" v="187"/>
          <ac:picMkLst>
            <pc:docMk/>
            <pc:sldMk cId="2634115630" sldId="324"/>
            <ac:picMk id="6" creationId="{A7A14E32-61A9-3243-48B5-9F2177CBBC56}"/>
          </ac:picMkLst>
        </pc:picChg>
        <pc:picChg chg="add del mod">
          <ac:chgData name="ARMANDO VIGLIOTTI" userId="S::a.vigliotti5@studenti.unisa.it::d2bc2ae6-e49f-482b-a761-b8867eac494e" providerId="AD" clId="Web-{D185B834-1F45-092A-79D3-0CC5CDD52F68}" dt="2025-06-10T14:42:12.924" v="191"/>
          <ac:picMkLst>
            <pc:docMk/>
            <pc:sldMk cId="2634115630" sldId="324"/>
            <ac:picMk id="7" creationId="{510B693F-F77F-A44E-A67F-EF45844EE772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4:43:43.321" v="209" actId="1076"/>
          <ac:picMkLst>
            <pc:docMk/>
            <pc:sldMk cId="2634115630" sldId="324"/>
            <ac:picMk id="8" creationId="{B381D385-CE1E-1F35-1E45-A6A1BA2BE702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4:44:55.013" v="220" actId="1076"/>
          <ac:picMkLst>
            <pc:docMk/>
            <pc:sldMk cId="2634115630" sldId="324"/>
            <ac:picMk id="10" creationId="{7EA06B82-E8A0-11F2-774B-556951D974A6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4:43:37.274" v="208" actId="1076"/>
          <ac:picMkLst>
            <pc:docMk/>
            <pc:sldMk cId="2634115630" sldId="324"/>
            <ac:picMk id="11" creationId="{D702A79D-1F8D-2641-E0FB-8ED782306166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4:44:02.900" v="212" actId="14100"/>
          <ac:picMkLst>
            <pc:docMk/>
            <pc:sldMk cId="2634115630" sldId="324"/>
            <ac:picMk id="12" creationId="{FC78B827-7F44-AD78-156D-D86E33FCC8EB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4:45:25.077" v="223" actId="14100"/>
          <ac:picMkLst>
            <pc:docMk/>
            <pc:sldMk cId="2634115630" sldId="324"/>
            <ac:picMk id="13" creationId="{CACFE022-BEEE-3000-A83E-EFC333606482}"/>
          </ac:picMkLst>
        </pc:picChg>
      </pc:sldChg>
      <pc:sldChg chg="addSp delSp modSp add ord replId">
        <pc:chgData name="ARMANDO VIGLIOTTI" userId="S::a.vigliotti5@studenti.unisa.it::d2bc2ae6-e49f-482b-a761-b8867eac494e" providerId="AD" clId="Web-{D185B834-1F45-092A-79D3-0CC5CDD52F68}" dt="2025-06-10T15:09:18.997" v="363" actId="1076"/>
        <pc:sldMkLst>
          <pc:docMk/>
          <pc:sldMk cId="2582507056" sldId="325"/>
        </pc:sldMkLst>
        <pc:spChg chg="del">
          <ac:chgData name="ARMANDO VIGLIOTTI" userId="S::a.vigliotti5@studenti.unisa.it::d2bc2ae6-e49f-482b-a761-b8867eac494e" providerId="AD" clId="Web-{D185B834-1F45-092A-79D3-0CC5CDD52F68}" dt="2025-06-10T15:06:14.047" v="326"/>
          <ac:spMkLst>
            <pc:docMk/>
            <pc:sldMk cId="2582507056" sldId="325"/>
            <ac:spMk id="4" creationId="{597FD2F0-59DB-C34E-381C-2DA82F286AAA}"/>
          </ac:spMkLst>
        </pc:spChg>
        <pc:spChg chg="del">
          <ac:chgData name="ARMANDO VIGLIOTTI" userId="S::a.vigliotti5@studenti.unisa.it::d2bc2ae6-e49f-482b-a761-b8867eac494e" providerId="AD" clId="Web-{D185B834-1F45-092A-79D3-0CC5CDD52F68}" dt="2025-06-10T15:06:20.704" v="328"/>
          <ac:spMkLst>
            <pc:docMk/>
            <pc:sldMk cId="2582507056" sldId="325"/>
            <ac:spMk id="5" creationId="{3BAB7C9B-754A-C264-A52B-77A26C688263}"/>
          </ac:spMkLst>
        </pc:spChg>
        <pc:spChg chg="add del mod">
          <ac:chgData name="ARMANDO VIGLIOTTI" userId="S::a.vigliotti5@studenti.unisa.it::d2bc2ae6-e49f-482b-a761-b8867eac494e" providerId="AD" clId="Web-{D185B834-1F45-092A-79D3-0CC5CDD52F68}" dt="2025-06-10T15:06:17.188" v="327"/>
          <ac:spMkLst>
            <pc:docMk/>
            <pc:sldMk cId="2582507056" sldId="325"/>
            <ac:spMk id="7" creationId="{B9571D2A-4A97-B90B-AC22-5DA1E9ABA092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09:18.997" v="363" actId="1076"/>
          <ac:spMkLst>
            <pc:docMk/>
            <pc:sldMk cId="2582507056" sldId="325"/>
            <ac:spMk id="12" creationId="{D14E451E-5408-B776-6F80-1A7BFF1BE728}"/>
          </ac:spMkLst>
        </pc:spChg>
        <pc:spChg chg="del">
          <ac:chgData name="ARMANDO VIGLIOTTI" userId="S::a.vigliotti5@studenti.unisa.it::d2bc2ae6-e49f-482b-a761-b8867eac494e" providerId="AD" clId="Web-{D185B834-1F45-092A-79D3-0CC5CDD52F68}" dt="2025-06-10T15:06:11.516" v="325"/>
          <ac:spMkLst>
            <pc:docMk/>
            <pc:sldMk cId="2582507056" sldId="325"/>
            <ac:spMk id="172" creationId="{CFFE4ABC-FC09-6F02-E76D-C84984F8C107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5:06:08.766" v="324" actId="20577"/>
          <ac:spMkLst>
            <pc:docMk/>
            <pc:sldMk cId="2582507056" sldId="325"/>
            <ac:spMk id="173" creationId="{C8F7355F-63BC-0E0B-B2BE-E165DE16E29B}"/>
          </ac:spMkLst>
        </pc:spChg>
        <pc:picChg chg="add mod">
          <ac:chgData name="ARMANDO VIGLIOTTI" userId="S::a.vigliotti5@studenti.unisa.it::d2bc2ae6-e49f-482b-a761-b8867eac494e" providerId="AD" clId="Web-{D185B834-1F45-092A-79D3-0CC5CDD52F68}" dt="2025-06-10T15:08:05.992" v="352" actId="1076"/>
          <ac:picMkLst>
            <pc:docMk/>
            <pc:sldMk cId="2582507056" sldId="325"/>
            <ac:picMk id="8" creationId="{80A9D258-1E3C-35ED-369A-881E276F6ED9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07:49.272" v="348" actId="1076"/>
          <ac:picMkLst>
            <pc:docMk/>
            <pc:sldMk cId="2582507056" sldId="325"/>
            <ac:picMk id="10" creationId="{260FD325-4446-A58D-B0E2-223C19437E9A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08:59.495" v="359" actId="1076"/>
          <ac:picMkLst>
            <pc:docMk/>
            <pc:sldMk cId="2582507056" sldId="325"/>
            <ac:picMk id="11" creationId="{F176E41B-D3B5-6E24-E531-2E29D5744E23}"/>
          </ac:picMkLst>
        </pc:picChg>
      </pc:sldChg>
      <pc:sldChg chg="addSp delSp modSp add replId">
        <pc:chgData name="ARMANDO VIGLIOTTI" userId="S::a.vigliotti5@studenti.unisa.it::d2bc2ae6-e49f-482b-a761-b8867eac494e" providerId="AD" clId="Web-{D185B834-1F45-092A-79D3-0CC5CDD52F68}" dt="2025-06-10T15:21:44.435" v="466" actId="1076"/>
        <pc:sldMkLst>
          <pc:docMk/>
          <pc:sldMk cId="3321624528" sldId="326"/>
        </pc:sldMkLst>
        <pc:spChg chg="del">
          <ac:chgData name="ARMANDO VIGLIOTTI" userId="S::a.vigliotti5@studenti.unisa.it::d2bc2ae6-e49f-482b-a761-b8867eac494e" providerId="AD" clId="Web-{D185B834-1F45-092A-79D3-0CC5CDD52F68}" dt="2025-06-10T15:16:30.368" v="416"/>
          <ac:spMkLst>
            <pc:docMk/>
            <pc:sldMk cId="3321624528" sldId="326"/>
            <ac:spMk id="4" creationId="{BFF5B68E-644C-236C-6DFE-889F2A5E360A}"/>
          </ac:spMkLst>
        </pc:spChg>
        <pc:spChg chg="del">
          <ac:chgData name="ARMANDO VIGLIOTTI" userId="S::a.vigliotti5@studenti.unisa.it::d2bc2ae6-e49f-482b-a761-b8867eac494e" providerId="AD" clId="Web-{D185B834-1F45-092A-79D3-0CC5CDD52F68}" dt="2025-06-10T15:16:40.400" v="419"/>
          <ac:spMkLst>
            <pc:docMk/>
            <pc:sldMk cId="3321624528" sldId="326"/>
            <ac:spMk id="5" creationId="{1F4A7E50-6C68-05C5-DB5B-11C73F576FB6}"/>
          </ac:spMkLst>
        </pc:spChg>
        <pc:spChg chg="add del mod">
          <ac:chgData name="ARMANDO VIGLIOTTI" userId="S::a.vigliotti5@studenti.unisa.it::d2bc2ae6-e49f-482b-a761-b8867eac494e" providerId="AD" clId="Web-{D185B834-1F45-092A-79D3-0CC5CDD52F68}" dt="2025-06-10T15:16:36.978" v="418"/>
          <ac:spMkLst>
            <pc:docMk/>
            <pc:sldMk cId="3321624528" sldId="326"/>
            <ac:spMk id="7" creationId="{5DF4346A-F053-90EE-9864-EB93C376F1B4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20:51.400" v="456" actId="1076"/>
          <ac:spMkLst>
            <pc:docMk/>
            <pc:sldMk cId="3321624528" sldId="326"/>
            <ac:spMk id="13" creationId="{C563AEB1-54E7-F055-FA21-300310233624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21:17.714" v="461" actId="1076"/>
          <ac:spMkLst>
            <pc:docMk/>
            <pc:sldMk cId="3321624528" sldId="326"/>
            <ac:spMk id="14" creationId="{DD6864C1-6EB9-AAEF-3F41-0261B04BD9E5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21:44.435" v="466" actId="1076"/>
          <ac:spMkLst>
            <pc:docMk/>
            <pc:sldMk cId="3321624528" sldId="326"/>
            <ac:spMk id="15" creationId="{6BAF95EB-B4BA-A03A-836B-339C3A253E5F}"/>
          </ac:spMkLst>
        </pc:spChg>
        <pc:spChg chg="del">
          <ac:chgData name="ARMANDO VIGLIOTTI" userId="S::a.vigliotti5@studenti.unisa.it::d2bc2ae6-e49f-482b-a761-b8867eac494e" providerId="AD" clId="Web-{D185B834-1F45-092A-79D3-0CC5CDD52F68}" dt="2025-06-10T15:16:33.899" v="417"/>
          <ac:spMkLst>
            <pc:docMk/>
            <pc:sldMk cId="3321624528" sldId="326"/>
            <ac:spMk id="172" creationId="{6A9DCB70-21DB-0339-9698-20045325DDAC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5:16:17.586" v="415" actId="20577"/>
          <ac:spMkLst>
            <pc:docMk/>
            <pc:sldMk cId="3321624528" sldId="326"/>
            <ac:spMk id="173" creationId="{47550D0E-BA98-A234-C398-A2D5C03F19BF}"/>
          </ac:spMkLst>
        </pc:spChg>
        <pc:picChg chg="add mod">
          <ac:chgData name="ARMANDO VIGLIOTTI" userId="S::a.vigliotti5@studenti.unisa.it::d2bc2ae6-e49f-482b-a761-b8867eac494e" providerId="AD" clId="Web-{D185B834-1F45-092A-79D3-0CC5CDD52F68}" dt="2025-06-10T15:20:10.725" v="448" actId="1076"/>
          <ac:picMkLst>
            <pc:docMk/>
            <pc:sldMk cId="3321624528" sldId="326"/>
            <ac:picMk id="8" creationId="{02A3E8B5-9FE0-B43E-5473-CC12263A908B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20:12.538" v="449" actId="1076"/>
          <ac:picMkLst>
            <pc:docMk/>
            <pc:sldMk cId="3321624528" sldId="326"/>
            <ac:picMk id="10" creationId="{1B6554B7-345B-E297-D874-078B92865497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20:18.085" v="451" actId="1076"/>
          <ac:picMkLst>
            <pc:docMk/>
            <pc:sldMk cId="3321624528" sldId="326"/>
            <ac:picMk id="11" creationId="{8AD628F9-C2A4-9D73-0E17-690E6BA97038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20:15.007" v="450" actId="1076"/>
          <ac:picMkLst>
            <pc:docMk/>
            <pc:sldMk cId="3321624528" sldId="326"/>
            <ac:picMk id="12" creationId="{F41973B9-9617-9256-74F2-78F6F020EDE6}"/>
          </ac:picMkLst>
        </pc:picChg>
      </pc:sldChg>
      <pc:sldChg chg="addSp delSp modSp add replId">
        <pc:chgData name="ARMANDO VIGLIOTTI" userId="S::a.vigliotti5@studenti.unisa.it::d2bc2ae6-e49f-482b-a761-b8867eac494e" providerId="AD" clId="Web-{D185B834-1F45-092A-79D3-0CC5CDD52F68}" dt="2025-06-10T15:44:45.944" v="553" actId="1076"/>
        <pc:sldMkLst>
          <pc:docMk/>
          <pc:sldMk cId="1140187542" sldId="327"/>
        </pc:sldMkLst>
        <pc:spChg chg="del">
          <ac:chgData name="ARMANDO VIGLIOTTI" userId="S::a.vigliotti5@studenti.unisa.it::d2bc2ae6-e49f-482b-a761-b8867eac494e" providerId="AD" clId="Web-{D185B834-1F45-092A-79D3-0CC5CDD52F68}" dt="2025-06-10T14:56:35.636" v="274"/>
          <ac:spMkLst>
            <pc:docMk/>
            <pc:sldMk cId="1140187542" sldId="327"/>
            <ac:spMk id="14" creationId="{00771991-DC0E-EDF9-D61A-1281FC59B5C7}"/>
          </ac:spMkLst>
        </pc:spChg>
        <pc:spChg chg="del mod">
          <ac:chgData name="ARMANDO VIGLIOTTI" userId="S::a.vigliotti5@studenti.unisa.it::d2bc2ae6-e49f-482b-a761-b8867eac494e" providerId="AD" clId="Web-{D185B834-1F45-092A-79D3-0CC5CDD52F68}" dt="2025-06-10T14:56:28.885" v="271"/>
          <ac:spMkLst>
            <pc:docMk/>
            <pc:sldMk cId="1140187542" sldId="327"/>
            <ac:spMk id="15" creationId="{558678E3-FD7C-80AB-C843-45AD53DB466A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43:39.815" v="540" actId="1076"/>
          <ac:spMkLst>
            <pc:docMk/>
            <pc:sldMk cId="1140187542" sldId="327"/>
            <ac:spMk id="16" creationId="{2A255E76-029A-741E-5B19-5DE45F970C5E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44:23.771" v="549" actId="1076"/>
          <ac:spMkLst>
            <pc:docMk/>
            <pc:sldMk cId="1140187542" sldId="327"/>
            <ac:spMk id="17" creationId="{560D4AE2-09C3-862B-FD82-7981D26F1325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44:30.568" v="551" actId="1076"/>
          <ac:spMkLst>
            <pc:docMk/>
            <pc:sldMk cId="1140187542" sldId="327"/>
            <ac:spMk id="18" creationId="{E19755C9-2B3E-D411-2D8B-420FF9A455A0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5:16:05.054" v="407" actId="20577"/>
          <ac:spMkLst>
            <pc:docMk/>
            <pc:sldMk cId="1140187542" sldId="327"/>
            <ac:spMk id="173" creationId="{B1F51CF0-D7D8-E128-E467-E69CD2159D7A}"/>
          </ac:spMkLst>
        </pc:spChg>
        <pc:picChg chg="add mod">
          <ac:chgData name="ARMANDO VIGLIOTTI" userId="S::a.vigliotti5@studenti.unisa.it::d2bc2ae6-e49f-482b-a761-b8867eac494e" providerId="AD" clId="Web-{D185B834-1F45-092A-79D3-0CC5CDD52F68}" dt="2025-06-10T15:42:34.045" v="530" actId="14100"/>
          <ac:picMkLst>
            <pc:docMk/>
            <pc:sldMk cId="1140187542" sldId="327"/>
            <ac:picMk id="4" creationId="{56429936-EFDB-1F97-219A-A5F970714275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44:45.944" v="553" actId="1076"/>
          <ac:picMkLst>
            <pc:docMk/>
            <pc:sldMk cId="1140187542" sldId="327"/>
            <ac:picMk id="5" creationId="{40D7B3B8-4E00-75A9-7038-81B240D71419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44:41.959" v="552" actId="1076"/>
          <ac:picMkLst>
            <pc:docMk/>
            <pc:sldMk cId="1140187542" sldId="327"/>
            <ac:picMk id="6" creationId="{992161E8-A936-FE47-E374-7B4916DDDC43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44:15.004" v="547" actId="1076"/>
          <ac:picMkLst>
            <pc:docMk/>
            <pc:sldMk cId="1140187542" sldId="327"/>
            <ac:picMk id="7" creationId="{241D8AA9-7642-2ABC-2C95-4546B3D56068}"/>
          </ac:picMkLst>
        </pc:picChg>
        <pc:picChg chg="del">
          <ac:chgData name="ARMANDO VIGLIOTTI" userId="S::a.vigliotti5@studenti.unisa.it::d2bc2ae6-e49f-482b-a761-b8867eac494e" providerId="AD" clId="Web-{D185B834-1F45-092A-79D3-0CC5CDD52F68}" dt="2025-06-10T14:56:17.556" v="266"/>
          <ac:picMkLst>
            <pc:docMk/>
            <pc:sldMk cId="1140187542" sldId="327"/>
            <ac:picMk id="8" creationId="{4DFADB96-53F0-66AF-728F-CFA7CC956961}"/>
          </ac:picMkLst>
        </pc:picChg>
        <pc:picChg chg="del">
          <ac:chgData name="ARMANDO VIGLIOTTI" userId="S::a.vigliotti5@studenti.unisa.it::d2bc2ae6-e49f-482b-a761-b8867eac494e" providerId="AD" clId="Web-{D185B834-1F45-092A-79D3-0CC5CDD52F68}" dt="2025-06-10T14:56:30.385" v="272"/>
          <ac:picMkLst>
            <pc:docMk/>
            <pc:sldMk cId="1140187542" sldId="327"/>
            <ac:picMk id="10" creationId="{323F11C4-FA55-446A-BB10-4F375BF8F89F}"/>
          </ac:picMkLst>
        </pc:picChg>
        <pc:picChg chg="del">
          <ac:chgData name="ARMANDO VIGLIOTTI" userId="S::a.vigliotti5@studenti.unisa.it::d2bc2ae6-e49f-482b-a761-b8867eac494e" providerId="AD" clId="Web-{D185B834-1F45-092A-79D3-0CC5CDD52F68}" dt="2025-06-10T14:56:22.072" v="267"/>
          <ac:picMkLst>
            <pc:docMk/>
            <pc:sldMk cId="1140187542" sldId="327"/>
            <ac:picMk id="11" creationId="{F6179734-3F82-1621-DFAE-1825AAB5430B}"/>
          </ac:picMkLst>
        </pc:picChg>
        <pc:picChg chg="del">
          <ac:chgData name="ARMANDO VIGLIOTTI" userId="S::a.vigliotti5@studenti.unisa.it::d2bc2ae6-e49f-482b-a761-b8867eac494e" providerId="AD" clId="Web-{D185B834-1F45-092A-79D3-0CC5CDD52F68}" dt="2025-06-10T14:56:31.917" v="273"/>
          <ac:picMkLst>
            <pc:docMk/>
            <pc:sldMk cId="1140187542" sldId="327"/>
            <ac:picMk id="12" creationId="{B2B61179-95D2-E5FC-4BE9-BCBEDFBBBF7A}"/>
          </ac:picMkLst>
        </pc:picChg>
        <pc:picChg chg="del">
          <ac:chgData name="ARMANDO VIGLIOTTI" userId="S::a.vigliotti5@studenti.unisa.it::d2bc2ae6-e49f-482b-a761-b8867eac494e" providerId="AD" clId="Web-{D185B834-1F45-092A-79D3-0CC5CDD52F68}" dt="2025-06-10T14:56:25.791" v="270"/>
          <ac:picMkLst>
            <pc:docMk/>
            <pc:sldMk cId="1140187542" sldId="327"/>
            <ac:picMk id="13" creationId="{37AE103F-C67B-CB05-33BE-B71B17F374D5}"/>
          </ac:picMkLst>
        </pc:picChg>
        <pc:picChg chg="add del mod">
          <ac:chgData name="ARMANDO VIGLIOTTI" userId="S::a.vigliotti5@studenti.unisa.it::d2bc2ae6-e49f-482b-a761-b8867eac494e" providerId="AD" clId="Web-{D185B834-1F45-092A-79D3-0CC5CDD52F68}" dt="2025-06-10T15:43:29.127" v="537"/>
          <ac:picMkLst>
            <pc:docMk/>
            <pc:sldMk cId="1140187542" sldId="327"/>
            <ac:picMk id="20" creationId="{1AD272B1-B388-E87E-8BF7-38A11C959FEE}"/>
          </ac:picMkLst>
        </pc:picChg>
      </pc:sldChg>
      <pc:sldChg chg="new del">
        <pc:chgData name="ARMANDO VIGLIOTTI" userId="S::a.vigliotti5@studenti.unisa.it::d2bc2ae6-e49f-482b-a761-b8867eac494e" providerId="AD" clId="Web-{D185B834-1F45-092A-79D3-0CC5CDD52F68}" dt="2025-06-10T14:55:39.804" v="263"/>
        <pc:sldMkLst>
          <pc:docMk/>
          <pc:sldMk cId="3971814777" sldId="327"/>
        </pc:sldMkLst>
      </pc:sldChg>
      <pc:sldChg chg="addSp delSp modSp add replId">
        <pc:chgData name="ARMANDO VIGLIOTTI" userId="S::a.vigliotti5@studenti.unisa.it::d2bc2ae6-e49f-482b-a761-b8867eac494e" providerId="AD" clId="Web-{D185B834-1F45-092A-79D3-0CC5CDD52F68}" dt="2025-06-10T15:19:01.190" v="439"/>
        <pc:sldMkLst>
          <pc:docMk/>
          <pc:sldMk cId="1044485062" sldId="330"/>
        </pc:sldMkLst>
        <pc:spChg chg="mod">
          <ac:chgData name="ARMANDO VIGLIOTTI" userId="S::a.vigliotti5@studenti.unisa.it::d2bc2ae6-e49f-482b-a761-b8867eac494e" providerId="AD" clId="Web-{D185B834-1F45-092A-79D3-0CC5CDD52F68}" dt="2025-06-10T15:12:36.884" v="390" actId="1076"/>
          <ac:spMkLst>
            <pc:docMk/>
            <pc:sldMk cId="1044485062" sldId="330"/>
            <ac:spMk id="12" creationId="{7886050D-9BDE-8499-0DAE-9EF652AC7FCC}"/>
          </ac:spMkLst>
        </pc:spChg>
        <pc:picChg chg="add mod">
          <ac:chgData name="ARMANDO VIGLIOTTI" userId="S::a.vigliotti5@studenti.unisa.it::d2bc2ae6-e49f-482b-a761-b8867eac494e" providerId="AD" clId="Web-{D185B834-1F45-092A-79D3-0CC5CDD52F68}" dt="2025-06-10T15:10:23.829" v="373" actId="1076"/>
          <ac:picMkLst>
            <pc:docMk/>
            <pc:sldMk cId="1044485062" sldId="330"/>
            <ac:picMk id="4" creationId="{016D0BA5-4AA9-3983-DB88-853D2A898AE7}"/>
          </ac:picMkLst>
        </pc:picChg>
        <pc:picChg chg="add mod ord">
          <ac:chgData name="ARMANDO VIGLIOTTI" userId="S::a.vigliotti5@studenti.unisa.it::d2bc2ae6-e49f-482b-a761-b8867eac494e" providerId="AD" clId="Web-{D185B834-1F45-092A-79D3-0CC5CDD52F68}" dt="2025-06-10T15:18:52.174" v="437"/>
          <ac:picMkLst>
            <pc:docMk/>
            <pc:sldMk cId="1044485062" sldId="330"/>
            <ac:picMk id="5" creationId="{211869FB-BE08-4779-BDBB-54B882052E53}"/>
          </ac:picMkLst>
        </pc:picChg>
        <pc:picChg chg="del">
          <ac:chgData name="ARMANDO VIGLIOTTI" userId="S::a.vigliotti5@studenti.unisa.it::d2bc2ae6-e49f-482b-a761-b8867eac494e" providerId="AD" clId="Web-{D185B834-1F45-092A-79D3-0CC5CDD52F68}" dt="2025-06-10T15:10:19.391" v="372"/>
          <ac:picMkLst>
            <pc:docMk/>
            <pc:sldMk cId="1044485062" sldId="330"/>
            <ac:picMk id="8" creationId="{5169292F-FBA8-EE7E-7A75-49144A6FC93B}"/>
          </ac:picMkLst>
        </pc:picChg>
        <pc:picChg chg="del">
          <ac:chgData name="ARMANDO VIGLIOTTI" userId="S::a.vigliotti5@studenti.unisa.it::d2bc2ae6-e49f-482b-a761-b8867eac494e" providerId="AD" clId="Web-{D185B834-1F45-092A-79D3-0CC5CDD52F68}" dt="2025-06-10T15:11:20.520" v="382"/>
          <ac:picMkLst>
            <pc:docMk/>
            <pc:sldMk cId="1044485062" sldId="330"/>
            <ac:picMk id="10" creationId="{35901D98-BD6C-EA92-21A7-2B9AB6966AE2}"/>
          </ac:picMkLst>
        </pc:picChg>
        <pc:picChg chg="mod ord">
          <ac:chgData name="ARMANDO VIGLIOTTI" userId="S::a.vigliotti5@studenti.unisa.it::d2bc2ae6-e49f-482b-a761-b8867eac494e" providerId="AD" clId="Web-{D185B834-1F45-092A-79D3-0CC5CDD52F68}" dt="2025-06-10T15:19:01.190" v="439"/>
          <ac:picMkLst>
            <pc:docMk/>
            <pc:sldMk cId="1044485062" sldId="330"/>
            <ac:picMk id="11" creationId="{014A3D88-2049-6597-B92A-72CF5EB07833}"/>
          </ac:picMkLst>
        </pc:picChg>
      </pc:sldChg>
      <pc:sldChg chg="delSp modSp add replId">
        <pc:chgData name="ARMANDO VIGLIOTTI" userId="S::a.vigliotti5@studenti.unisa.it::d2bc2ae6-e49f-482b-a761-b8867eac494e" providerId="AD" clId="Web-{D185B834-1F45-092A-79D3-0CC5CDD52F68}" dt="2025-06-10T15:24:31.851" v="479"/>
        <pc:sldMkLst>
          <pc:docMk/>
          <pc:sldMk cId="1970133215" sldId="331"/>
        </pc:sldMkLst>
        <pc:spChg chg="mod">
          <ac:chgData name="ARMANDO VIGLIOTTI" userId="S::a.vigliotti5@studenti.unisa.it::d2bc2ae6-e49f-482b-a761-b8867eac494e" providerId="AD" clId="Web-{D185B834-1F45-092A-79D3-0CC5CDD52F68}" dt="2025-06-10T15:24:17.272" v="476" actId="20577"/>
          <ac:spMkLst>
            <pc:docMk/>
            <pc:sldMk cId="1970133215" sldId="331"/>
            <ac:spMk id="4" creationId="{F4B7F5DF-B0D8-8E99-ABDC-4E72DE5EC0DD}"/>
          </ac:spMkLst>
        </pc:spChg>
        <pc:spChg chg="del mod">
          <ac:chgData name="ARMANDO VIGLIOTTI" userId="S::a.vigliotti5@studenti.unisa.it::d2bc2ae6-e49f-482b-a761-b8867eac494e" providerId="AD" clId="Web-{D185B834-1F45-092A-79D3-0CC5CDD52F68}" dt="2025-06-10T15:24:31.851" v="479"/>
          <ac:spMkLst>
            <pc:docMk/>
            <pc:sldMk cId="1970133215" sldId="331"/>
            <ac:spMk id="5" creationId="{94863FDD-FD18-F9AD-6516-F444FF82E4CF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5:24:24.929" v="477" actId="20577"/>
          <ac:spMkLst>
            <pc:docMk/>
            <pc:sldMk cId="1970133215" sldId="331"/>
            <ac:spMk id="172" creationId="{D14F23FE-6925-4701-213F-411A50F48E7E}"/>
          </ac:spMkLst>
        </pc:spChg>
      </pc:sldChg>
      <pc:sldChg chg="addSp delSp modSp add replId">
        <pc:chgData name="ARMANDO VIGLIOTTI" userId="S::a.vigliotti5@studenti.unisa.it::d2bc2ae6-e49f-482b-a761-b8867eac494e" providerId="AD" clId="Web-{D185B834-1F45-092A-79D3-0CC5CDD52F68}" dt="2025-06-10T15:29:04.275" v="514" actId="1076"/>
        <pc:sldMkLst>
          <pc:docMk/>
          <pc:sldMk cId="1543914816" sldId="332"/>
        </pc:sldMkLst>
        <pc:spChg chg="del">
          <ac:chgData name="ARMANDO VIGLIOTTI" userId="S::a.vigliotti5@studenti.unisa.it::d2bc2ae6-e49f-482b-a761-b8867eac494e" providerId="AD" clId="Web-{D185B834-1F45-092A-79D3-0CC5CDD52F68}" dt="2025-06-10T15:26:02.342" v="486"/>
          <ac:spMkLst>
            <pc:docMk/>
            <pc:sldMk cId="1543914816" sldId="332"/>
            <ac:spMk id="4" creationId="{3D46A519-9DB9-8866-BC84-D9D035AEDF26}"/>
          </ac:spMkLst>
        </pc:spChg>
        <pc:spChg chg="del">
          <ac:chgData name="ARMANDO VIGLIOTTI" userId="S::a.vigliotti5@studenti.unisa.it::d2bc2ae6-e49f-482b-a761-b8867eac494e" providerId="AD" clId="Web-{D185B834-1F45-092A-79D3-0CC5CDD52F68}" dt="2025-06-10T15:26:05.389" v="487"/>
          <ac:spMkLst>
            <pc:docMk/>
            <pc:sldMk cId="1543914816" sldId="332"/>
            <ac:spMk id="5" creationId="{A506ED96-59A0-7C4C-5811-BDB5723533B3}"/>
          </ac:spMkLst>
        </pc:spChg>
        <pc:spChg chg="add del mod">
          <ac:chgData name="ARMANDO VIGLIOTTI" userId="S::a.vigliotti5@studenti.unisa.it::d2bc2ae6-e49f-482b-a761-b8867eac494e" providerId="AD" clId="Web-{D185B834-1F45-092A-79D3-0CC5CDD52F68}" dt="2025-06-10T15:25:59.623" v="485"/>
          <ac:spMkLst>
            <pc:docMk/>
            <pc:sldMk cId="1543914816" sldId="332"/>
            <ac:spMk id="7" creationId="{9EDCB4EC-5654-0171-7006-7D891A5E253E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28:34.992" v="507" actId="1076"/>
          <ac:spMkLst>
            <pc:docMk/>
            <pc:sldMk cId="1543914816" sldId="332"/>
            <ac:spMk id="13" creationId="{E011DBC9-4B74-315E-6F8E-D972A0AE5320}"/>
          </ac:spMkLst>
        </pc:spChg>
        <pc:spChg chg="add mod">
          <ac:chgData name="ARMANDO VIGLIOTTI" userId="S::a.vigliotti5@studenti.unisa.it::d2bc2ae6-e49f-482b-a761-b8867eac494e" providerId="AD" clId="Web-{D185B834-1F45-092A-79D3-0CC5CDD52F68}" dt="2025-06-10T15:29:04.275" v="514" actId="1076"/>
          <ac:spMkLst>
            <pc:docMk/>
            <pc:sldMk cId="1543914816" sldId="332"/>
            <ac:spMk id="14" creationId="{AB70DDEF-A781-EF97-A78C-36B196C3471A}"/>
          </ac:spMkLst>
        </pc:spChg>
        <pc:spChg chg="del">
          <ac:chgData name="ARMANDO VIGLIOTTI" userId="S::a.vigliotti5@studenti.unisa.it::d2bc2ae6-e49f-482b-a761-b8867eac494e" providerId="AD" clId="Web-{D185B834-1F45-092A-79D3-0CC5CDD52F68}" dt="2025-06-10T15:25:52.825" v="484"/>
          <ac:spMkLst>
            <pc:docMk/>
            <pc:sldMk cId="1543914816" sldId="332"/>
            <ac:spMk id="172" creationId="{EB934676-9417-B158-1359-D9215ED462B2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5:25:49.684" v="483" actId="20577"/>
          <ac:spMkLst>
            <pc:docMk/>
            <pc:sldMk cId="1543914816" sldId="332"/>
            <ac:spMk id="173" creationId="{1C67B1BF-B818-3057-824A-29FBB65C6893}"/>
          </ac:spMkLst>
        </pc:spChg>
        <pc:picChg chg="add mod">
          <ac:chgData name="ARMANDO VIGLIOTTI" userId="S::a.vigliotti5@studenti.unisa.it::d2bc2ae6-e49f-482b-a761-b8867eac494e" providerId="AD" clId="Web-{D185B834-1F45-092A-79D3-0CC5CDD52F68}" dt="2025-06-10T15:27:21.612" v="495" actId="1076"/>
          <ac:picMkLst>
            <pc:docMk/>
            <pc:sldMk cId="1543914816" sldId="332"/>
            <ac:picMk id="8" creationId="{3C013BC8-8273-E735-CD0F-16737B6DCDDF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29:00.697" v="513" actId="1076"/>
          <ac:picMkLst>
            <pc:docMk/>
            <pc:sldMk cId="1543914816" sldId="332"/>
            <ac:picMk id="10" creationId="{EE14FAA1-6037-E25F-510A-9875BA4ADBCB}"/>
          </ac:picMkLst>
        </pc:picChg>
        <pc:picChg chg="add mod">
          <ac:chgData name="ARMANDO VIGLIOTTI" userId="S::a.vigliotti5@studenti.unisa.it::d2bc2ae6-e49f-482b-a761-b8867eac494e" providerId="AD" clId="Web-{D185B834-1F45-092A-79D3-0CC5CDD52F68}" dt="2025-06-10T15:28:00.505" v="501" actId="1076"/>
          <ac:picMkLst>
            <pc:docMk/>
            <pc:sldMk cId="1543914816" sldId="332"/>
            <ac:picMk id="11" creationId="{6DF998E8-B5BF-291F-F4D0-09557A2A9430}"/>
          </ac:picMkLst>
        </pc:picChg>
        <pc:picChg chg="add del mod">
          <ac:chgData name="ARMANDO VIGLIOTTI" userId="S::a.vigliotti5@studenti.unisa.it::d2bc2ae6-e49f-482b-a761-b8867eac494e" providerId="AD" clId="Web-{D185B834-1F45-092A-79D3-0CC5CDD52F68}" dt="2025-06-10T15:28:14.397" v="503"/>
          <ac:picMkLst>
            <pc:docMk/>
            <pc:sldMk cId="1543914816" sldId="332"/>
            <ac:picMk id="12" creationId="{355FBFEF-A361-4CB0-3064-213E83B9675C}"/>
          </ac:picMkLst>
        </pc:picChg>
      </pc:sldChg>
      <pc:sldChg chg="delSp modSp add replId">
        <pc:chgData name="ARMANDO VIGLIOTTI" userId="S::a.vigliotti5@studenti.unisa.it::d2bc2ae6-e49f-482b-a761-b8867eac494e" providerId="AD" clId="Web-{D185B834-1F45-092A-79D3-0CC5CDD52F68}" dt="2025-06-10T15:30:01.044" v="526" actId="20577"/>
        <pc:sldMkLst>
          <pc:docMk/>
          <pc:sldMk cId="343166208" sldId="334"/>
        </pc:sldMkLst>
        <pc:spChg chg="mod">
          <ac:chgData name="ARMANDO VIGLIOTTI" userId="S::a.vigliotti5@studenti.unisa.it::d2bc2ae6-e49f-482b-a761-b8867eac494e" providerId="AD" clId="Web-{D185B834-1F45-092A-79D3-0CC5CDD52F68}" dt="2025-06-10T15:30:01.044" v="526" actId="20577"/>
          <ac:spMkLst>
            <pc:docMk/>
            <pc:sldMk cId="343166208" sldId="334"/>
            <ac:spMk id="4" creationId="{EFC7F26F-7D61-9ED4-3992-74B513A125CC}"/>
          </ac:spMkLst>
        </pc:spChg>
        <pc:spChg chg="del mod">
          <ac:chgData name="ARMANDO VIGLIOTTI" userId="S::a.vigliotti5@studenti.unisa.it::d2bc2ae6-e49f-482b-a761-b8867eac494e" providerId="AD" clId="Web-{D185B834-1F45-092A-79D3-0CC5CDD52F68}" dt="2025-06-10T15:29:34.964" v="516"/>
          <ac:spMkLst>
            <pc:docMk/>
            <pc:sldMk cId="343166208" sldId="334"/>
            <ac:spMk id="5" creationId="{0A9108E8-D782-68A9-E0A9-F7FEA5D624EA}"/>
          </ac:spMkLst>
        </pc:spChg>
        <pc:spChg chg="mod">
          <ac:chgData name="ARMANDO VIGLIOTTI" userId="S::a.vigliotti5@studenti.unisa.it::d2bc2ae6-e49f-482b-a761-b8867eac494e" providerId="AD" clId="Web-{D185B834-1F45-092A-79D3-0CC5CDD52F68}" dt="2025-06-10T15:29:50.497" v="525" actId="20577"/>
          <ac:spMkLst>
            <pc:docMk/>
            <pc:sldMk cId="343166208" sldId="334"/>
            <ac:spMk id="172" creationId="{11801AE4-180C-FF1F-CA56-5C8B0E456C7E}"/>
          </ac:spMkLst>
        </pc:spChg>
      </pc:sldChg>
    </pc:docChg>
  </pc:docChgLst>
  <pc:docChgLst>
    <pc:chgData name="ARMANDO VIGLIOTTI" userId="S::a.vigliotti5@studenti.unisa.it::d2bc2ae6-e49f-482b-a761-b8867eac494e" providerId="AD" clId="Web-{001983B1-9577-094B-114A-10B7BB9F7ECD}"/>
    <pc:docChg chg="modSld">
      <pc:chgData name="ARMANDO VIGLIOTTI" userId="S::a.vigliotti5@studenti.unisa.it::d2bc2ae6-e49f-482b-a761-b8867eac494e" providerId="AD" clId="Web-{001983B1-9577-094B-114A-10B7BB9F7ECD}" dt="2025-06-10T20:00:11.066" v="335" actId="1076"/>
      <pc:docMkLst>
        <pc:docMk/>
      </pc:docMkLst>
      <pc:sldChg chg="addSp delSp modSp">
        <pc:chgData name="ARMANDO VIGLIOTTI" userId="S::a.vigliotti5@studenti.unisa.it::d2bc2ae6-e49f-482b-a761-b8867eac494e" providerId="AD" clId="Web-{001983B1-9577-094B-114A-10B7BB9F7ECD}" dt="2025-06-10T20:00:11.066" v="335" actId="1076"/>
        <pc:sldMkLst>
          <pc:docMk/>
          <pc:sldMk cId="2634115630" sldId="324"/>
        </pc:sldMkLst>
        <pc:spChg chg="add mod">
          <ac:chgData name="ARMANDO VIGLIOTTI" userId="S::a.vigliotti5@studenti.unisa.it::d2bc2ae6-e49f-482b-a761-b8867eac494e" providerId="AD" clId="Web-{001983B1-9577-094B-114A-10B7BB9F7ECD}" dt="2025-06-10T19:54:28.835" v="317" actId="14100"/>
          <ac:spMkLst>
            <pc:docMk/>
            <pc:sldMk cId="2634115630" sldId="324"/>
            <ac:spMk id="6" creationId="{91272915-A693-F291-0361-F2A7F4818F82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21:21.512" v="10" actId="1076"/>
          <ac:spMkLst>
            <pc:docMk/>
            <pc:sldMk cId="2634115630" sldId="324"/>
            <ac:spMk id="14" creationId="{6669025B-C503-51C4-7826-4060C87317A6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59:28.987" v="334" actId="1076"/>
          <ac:spMkLst>
            <pc:docMk/>
            <pc:sldMk cId="2634115630" sldId="324"/>
            <ac:spMk id="173" creationId="{D77A66CA-9BB8-A2A2-FA36-92F07DEE05A9}"/>
          </ac:spMkLst>
        </pc:spChg>
        <pc:picChg chg="mod">
          <ac:chgData name="ARMANDO VIGLIOTTI" userId="S::a.vigliotti5@studenti.unisa.it::d2bc2ae6-e49f-482b-a761-b8867eac494e" providerId="AD" clId="Web-{001983B1-9577-094B-114A-10B7BB9F7ECD}" dt="2025-06-10T19:27:54.182" v="65" actId="1076"/>
          <ac:picMkLst>
            <pc:docMk/>
            <pc:sldMk cId="2634115630" sldId="324"/>
            <ac:picMk id="8" creationId="{B381D385-CE1E-1F35-1E45-A6A1BA2BE702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54:14.725" v="315" actId="1076"/>
          <ac:picMkLst>
            <pc:docMk/>
            <pc:sldMk cId="2634115630" sldId="324"/>
            <ac:picMk id="10" creationId="{7EA06B82-E8A0-11F2-774B-556951D974A6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29:46.796" v="67" actId="14100"/>
          <ac:picMkLst>
            <pc:docMk/>
            <pc:sldMk cId="2634115630" sldId="324"/>
            <ac:picMk id="11" creationId="{D702A79D-1F8D-2641-E0FB-8ED782306166}"/>
          </ac:picMkLst>
        </pc:picChg>
        <pc:picChg chg="del mod">
          <ac:chgData name="ARMANDO VIGLIOTTI" userId="S::a.vigliotti5@studenti.unisa.it::d2bc2ae6-e49f-482b-a761-b8867eac494e" providerId="AD" clId="Web-{001983B1-9577-094B-114A-10B7BB9F7ECD}" dt="2025-06-10T19:22:03.044" v="14"/>
          <ac:picMkLst>
            <pc:docMk/>
            <pc:sldMk cId="2634115630" sldId="324"/>
            <ac:picMk id="12" creationId="{FC78B827-7F44-AD78-156D-D86E33FCC8EB}"/>
          </ac:picMkLst>
        </pc:picChg>
        <pc:picChg chg="del mod">
          <ac:chgData name="ARMANDO VIGLIOTTI" userId="S::a.vigliotti5@studenti.unisa.it::d2bc2ae6-e49f-482b-a761-b8867eac494e" providerId="AD" clId="Web-{001983B1-9577-094B-114A-10B7BB9F7ECD}" dt="2025-06-10T19:22:37.796" v="20"/>
          <ac:picMkLst>
            <pc:docMk/>
            <pc:sldMk cId="2634115630" sldId="324"/>
            <ac:picMk id="13" creationId="{CACFE022-BEEE-3000-A83E-EFC333606482}"/>
          </ac:picMkLst>
        </pc:picChg>
        <pc:cxnChg chg="add mod">
          <ac:chgData name="ARMANDO VIGLIOTTI" userId="S::a.vigliotti5@studenti.unisa.it::d2bc2ae6-e49f-482b-a761-b8867eac494e" providerId="AD" clId="Web-{001983B1-9577-094B-114A-10B7BB9F7ECD}" dt="2025-06-10T19:22:31.545" v="19"/>
          <ac:cxnSpMkLst>
            <pc:docMk/>
            <pc:sldMk cId="2634115630" sldId="324"/>
            <ac:cxnSpMk id="4" creationId="{DB0AEDE8-EABC-3BDB-46EE-6A2F148ACDC8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23:08.906" v="24"/>
          <ac:cxnSpMkLst>
            <pc:docMk/>
            <pc:sldMk cId="2634115630" sldId="324"/>
            <ac:cxnSpMk id="5" creationId="{DDA873E4-BA35-3C22-1239-547CE197B58C}"/>
          </ac:cxnSpMkLst>
        </pc:cxnChg>
        <pc:cxnChg chg="mod">
          <ac:chgData name="ARMANDO VIGLIOTTI" userId="S::a.vigliotti5@studenti.unisa.it::d2bc2ae6-e49f-482b-a761-b8867eac494e" providerId="AD" clId="Web-{001983B1-9577-094B-114A-10B7BB9F7ECD}" dt="2025-06-10T20:00:11.066" v="335" actId="1076"/>
          <ac:cxnSpMkLst>
            <pc:docMk/>
            <pc:sldMk cId="2634115630" sldId="324"/>
            <ac:cxnSpMk id="175" creationId="{8527AAAC-CE19-3AF1-00DB-B6920856D8B8}"/>
          </ac:cxnSpMkLst>
        </pc:cxnChg>
      </pc:sldChg>
      <pc:sldChg chg="addSp delSp modSp">
        <pc:chgData name="ARMANDO VIGLIOTTI" userId="S::a.vigliotti5@studenti.unisa.it::d2bc2ae6-e49f-482b-a761-b8867eac494e" providerId="AD" clId="Web-{001983B1-9577-094B-114A-10B7BB9F7ECD}" dt="2025-06-10T19:38:49.988" v="185" actId="1076"/>
        <pc:sldMkLst>
          <pc:docMk/>
          <pc:sldMk cId="2582507056" sldId="325"/>
        </pc:sldMkLst>
        <pc:spChg chg="add mod">
          <ac:chgData name="ARMANDO VIGLIOTTI" userId="S::a.vigliotti5@studenti.unisa.it::d2bc2ae6-e49f-482b-a761-b8867eac494e" providerId="AD" clId="Web-{001983B1-9577-094B-114A-10B7BB9F7ECD}" dt="2025-06-10T19:37:56.642" v="171" actId="14100"/>
          <ac:spMkLst>
            <pc:docMk/>
            <pc:sldMk cId="2582507056" sldId="325"/>
            <ac:spMk id="5" creationId="{FBCE189F-D5AC-ADC4-6CE7-1597E5A14276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38:49.988" v="185" actId="1076"/>
          <ac:spMkLst>
            <pc:docMk/>
            <pc:sldMk cId="2582507056" sldId="325"/>
            <ac:spMk id="12" creationId="{D14E451E-5408-B776-6F80-1A7BFF1BE728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37:33.657" v="139" actId="20577"/>
          <ac:spMkLst>
            <pc:docMk/>
            <pc:sldMk cId="2582507056" sldId="325"/>
            <ac:spMk id="173" creationId="{C8F7355F-63BC-0E0B-B2BE-E165DE16E29B}"/>
          </ac:spMkLst>
        </pc:spChg>
        <pc:picChg chg="mod">
          <ac:chgData name="ARMANDO VIGLIOTTI" userId="S::a.vigliotti5@studenti.unisa.it::d2bc2ae6-e49f-482b-a761-b8867eac494e" providerId="AD" clId="Web-{001983B1-9577-094B-114A-10B7BB9F7ECD}" dt="2025-06-10T19:37:59.298" v="172" actId="1076"/>
          <ac:picMkLst>
            <pc:docMk/>
            <pc:sldMk cId="2582507056" sldId="325"/>
            <ac:picMk id="8" creationId="{80A9D258-1E3C-35ED-369A-881E276F6ED9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38:05.564" v="174" actId="1076"/>
          <ac:picMkLst>
            <pc:docMk/>
            <pc:sldMk cId="2582507056" sldId="325"/>
            <ac:picMk id="10" creationId="{260FD325-4446-A58D-B0E2-223C19437E9A}"/>
          </ac:picMkLst>
        </pc:picChg>
        <pc:picChg chg="del">
          <ac:chgData name="ARMANDO VIGLIOTTI" userId="S::a.vigliotti5@studenti.unisa.it::d2bc2ae6-e49f-482b-a761-b8867eac494e" providerId="AD" clId="Web-{001983B1-9577-094B-114A-10B7BB9F7ECD}" dt="2025-06-10T19:36:33.077" v="128"/>
          <ac:picMkLst>
            <pc:docMk/>
            <pc:sldMk cId="2582507056" sldId="325"/>
            <ac:picMk id="11" creationId="{F176E41B-D3B5-6E24-E531-2E29D5744E23}"/>
          </ac:picMkLst>
        </pc:picChg>
        <pc:cxnChg chg="add mod">
          <ac:chgData name="ARMANDO VIGLIOTTI" userId="S::a.vigliotti5@studenti.unisa.it::d2bc2ae6-e49f-482b-a761-b8867eac494e" providerId="AD" clId="Web-{001983B1-9577-094B-114A-10B7BB9F7ECD}" dt="2025-06-10T19:38:44.675" v="184" actId="14100"/>
          <ac:cxnSpMkLst>
            <pc:docMk/>
            <pc:sldMk cId="2582507056" sldId="325"/>
            <ac:cxnSpMk id="6" creationId="{9D24898F-6B4A-6028-2A80-92FC3E59076F}"/>
          </ac:cxnSpMkLst>
        </pc:cxnChg>
      </pc:sldChg>
      <pc:sldChg chg="addSp modSp">
        <pc:chgData name="ARMANDO VIGLIOTTI" userId="S::a.vigliotti5@studenti.unisa.it::d2bc2ae6-e49f-482b-a761-b8867eac494e" providerId="AD" clId="Web-{001983B1-9577-094B-114A-10B7BB9F7ECD}" dt="2025-06-10T19:50:54.186" v="287"/>
        <pc:sldMkLst>
          <pc:docMk/>
          <pc:sldMk cId="3321624528" sldId="326"/>
        </pc:sldMkLst>
        <pc:spChg chg="add mod">
          <ac:chgData name="ARMANDO VIGLIOTTI" userId="S::a.vigliotti5@studenti.unisa.it::d2bc2ae6-e49f-482b-a761-b8867eac494e" providerId="AD" clId="Web-{001983B1-9577-094B-114A-10B7BB9F7ECD}" dt="2025-06-10T19:44:09.906" v="245" actId="20577"/>
          <ac:spMkLst>
            <pc:docMk/>
            <pc:sldMk cId="3321624528" sldId="326"/>
            <ac:spMk id="5" creationId="{45A2B3B8-47B1-9F88-8B7A-08E1D7CB4CCE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44:15.750" v="248" actId="20577"/>
          <ac:spMkLst>
            <pc:docMk/>
            <pc:sldMk cId="3321624528" sldId="326"/>
            <ac:spMk id="13" creationId="{C563AEB1-54E7-F055-FA21-300310233624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50:08.513" v="279" actId="1076"/>
          <ac:spMkLst>
            <pc:docMk/>
            <pc:sldMk cId="3321624528" sldId="326"/>
            <ac:spMk id="14" creationId="{DD6864C1-6EB9-AAEF-3F41-0261B04BD9E5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50:32.920" v="283" actId="1076"/>
          <ac:spMkLst>
            <pc:docMk/>
            <pc:sldMk cId="3321624528" sldId="326"/>
            <ac:spMk id="15" creationId="{6BAF95EB-B4BA-A03A-836B-339C3A253E5F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43:40.764" v="239" actId="20577"/>
          <ac:spMkLst>
            <pc:docMk/>
            <pc:sldMk cId="3321624528" sldId="326"/>
            <ac:spMk id="173" creationId="{47550D0E-BA98-A234-C398-A2D5C03F19BF}"/>
          </ac:spMkLst>
        </pc:spChg>
        <pc:picChg chg="mod">
          <ac:chgData name="ARMANDO VIGLIOTTI" userId="S::a.vigliotti5@studenti.unisa.it::d2bc2ae6-e49f-482b-a761-b8867eac494e" providerId="AD" clId="Web-{001983B1-9577-094B-114A-10B7BB9F7ECD}" dt="2025-06-10T19:42:33.715" v="224" actId="1076"/>
          <ac:picMkLst>
            <pc:docMk/>
            <pc:sldMk cId="3321624528" sldId="326"/>
            <ac:picMk id="8" creationId="{02A3E8B5-9FE0-B43E-5473-CC12263A908B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42:54.669" v="229" actId="1076"/>
          <ac:picMkLst>
            <pc:docMk/>
            <pc:sldMk cId="3321624528" sldId="326"/>
            <ac:picMk id="10" creationId="{1B6554B7-345B-E297-D874-078B92865497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50:29.420" v="282" actId="1076"/>
          <ac:picMkLst>
            <pc:docMk/>
            <pc:sldMk cId="3321624528" sldId="326"/>
            <ac:picMk id="11" creationId="{8AD628F9-C2A4-9D73-0E17-690E6BA97038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49:34.762" v="271" actId="1076"/>
          <ac:picMkLst>
            <pc:docMk/>
            <pc:sldMk cId="3321624528" sldId="326"/>
            <ac:picMk id="12" creationId="{F41973B9-9617-9256-74F2-78F6F020EDE6}"/>
          </ac:picMkLst>
        </pc:picChg>
        <pc:cxnChg chg="add mod">
          <ac:chgData name="ARMANDO VIGLIOTTI" userId="S::a.vigliotti5@studenti.unisa.it::d2bc2ae6-e49f-482b-a761-b8867eac494e" providerId="AD" clId="Web-{001983B1-9577-094B-114A-10B7BB9F7ECD}" dt="2025-06-10T19:49:16.605" v="266"/>
          <ac:cxnSpMkLst>
            <pc:docMk/>
            <pc:sldMk cId="3321624528" sldId="326"/>
            <ac:cxnSpMk id="6" creationId="{9FD4B9D2-5110-8603-D975-46BD7983FDE1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49:09.901" v="265"/>
          <ac:cxnSpMkLst>
            <pc:docMk/>
            <pc:sldMk cId="3321624528" sldId="326"/>
            <ac:cxnSpMk id="7" creationId="{62E2D947-2BCF-E3BC-D655-46603830A2D3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49:06.573" v="264"/>
          <ac:cxnSpMkLst>
            <pc:docMk/>
            <pc:sldMk cId="3321624528" sldId="326"/>
            <ac:cxnSpMk id="16" creationId="{9F1E08CA-F2D6-C14F-31DC-D657EC902585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49:20.089" v="267"/>
          <ac:cxnSpMkLst>
            <pc:docMk/>
            <pc:sldMk cId="3321624528" sldId="326"/>
            <ac:cxnSpMk id="17" creationId="{CFBAA275-8F78-76E5-4BCB-2861ACD51E1D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50:23.951" v="281"/>
          <ac:cxnSpMkLst>
            <pc:docMk/>
            <pc:sldMk cId="3321624528" sldId="326"/>
            <ac:cxnSpMk id="18" creationId="{DB4C414E-3E0F-35F1-6E8A-A8936F8C132E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50:54.186" v="287"/>
          <ac:cxnSpMkLst>
            <pc:docMk/>
            <pc:sldMk cId="3321624528" sldId="326"/>
            <ac:cxnSpMk id="19" creationId="{AA9B3AB6-9282-9EFE-0387-681EE9722EEA}"/>
          </ac:cxnSpMkLst>
        </pc:cxnChg>
      </pc:sldChg>
      <pc:sldChg chg="addSp delSp modSp">
        <pc:chgData name="ARMANDO VIGLIOTTI" userId="S::a.vigliotti5@studenti.unisa.it::d2bc2ae6-e49f-482b-a761-b8867eac494e" providerId="AD" clId="Web-{001983B1-9577-094B-114A-10B7BB9F7ECD}" dt="2025-06-10T19:55:01.461" v="321" actId="1076"/>
        <pc:sldMkLst>
          <pc:docMk/>
          <pc:sldMk cId="1140187542" sldId="327"/>
        </pc:sldMkLst>
        <pc:spChg chg="add mod">
          <ac:chgData name="ARMANDO VIGLIOTTI" userId="S::a.vigliotti5@studenti.unisa.it::d2bc2ae6-e49f-482b-a761-b8867eac494e" providerId="AD" clId="Web-{001983B1-9577-094B-114A-10B7BB9F7ECD}" dt="2025-06-10T19:55:01.461" v="321" actId="1076"/>
          <ac:spMkLst>
            <pc:docMk/>
            <pc:sldMk cId="1140187542" sldId="327"/>
            <ac:spMk id="15" creationId="{450B7D45-6FE6-F493-945C-93ED5006F3CF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32:15.645" v="99" actId="1076"/>
          <ac:spMkLst>
            <pc:docMk/>
            <pc:sldMk cId="1140187542" sldId="327"/>
            <ac:spMk id="16" creationId="{2A255E76-029A-741E-5B19-5DE45F970C5E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35:43.231" v="120" actId="1076"/>
          <ac:spMkLst>
            <pc:docMk/>
            <pc:sldMk cId="1140187542" sldId="327"/>
            <ac:spMk id="17" creationId="{560D4AE2-09C3-862B-FD82-7981D26F1325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35:49.450" v="121" actId="1076"/>
          <ac:spMkLst>
            <pc:docMk/>
            <pc:sldMk cId="1140187542" sldId="327"/>
            <ac:spMk id="18" creationId="{E19755C9-2B3E-D411-2D8B-420FF9A455A0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31:37.503" v="92" actId="20577"/>
          <ac:spMkLst>
            <pc:docMk/>
            <pc:sldMk cId="1140187542" sldId="327"/>
            <ac:spMk id="173" creationId="{B1F51CF0-D7D8-E128-E467-E69CD2159D7A}"/>
          </ac:spMkLst>
        </pc:spChg>
        <pc:picChg chg="mod">
          <ac:chgData name="ARMANDO VIGLIOTTI" userId="S::a.vigliotti5@studenti.unisa.it::d2bc2ae6-e49f-482b-a761-b8867eac494e" providerId="AD" clId="Web-{001983B1-9577-094B-114A-10B7BB9F7ECD}" dt="2025-06-10T19:32:00.957" v="97" actId="1076"/>
          <ac:picMkLst>
            <pc:docMk/>
            <pc:sldMk cId="1140187542" sldId="327"/>
            <ac:picMk id="4" creationId="{56429936-EFDB-1F97-219A-A5F970714275}"/>
          </ac:picMkLst>
        </pc:picChg>
        <pc:inkChg chg="add del">
          <ac:chgData name="ARMANDO VIGLIOTTI" userId="S::a.vigliotti5@studenti.unisa.it::d2bc2ae6-e49f-482b-a761-b8867eac494e" providerId="AD" clId="Web-{001983B1-9577-094B-114A-10B7BB9F7ECD}" dt="2025-06-10T19:33:09.444" v="103"/>
          <ac:inkMkLst>
            <pc:docMk/>
            <pc:sldMk cId="1140187542" sldId="327"/>
            <ac:inkMk id="19" creationId="{3C93EF6C-270A-800B-9C51-F31CD7EBFFDC}"/>
          </ac:inkMkLst>
        </pc:inkChg>
        <pc:inkChg chg="add del">
          <ac:chgData name="ARMANDO VIGLIOTTI" userId="S::a.vigliotti5@studenti.unisa.it::d2bc2ae6-e49f-482b-a761-b8867eac494e" providerId="AD" clId="Web-{001983B1-9577-094B-114A-10B7BB9F7ECD}" dt="2025-06-10T19:33:08.678" v="102"/>
          <ac:inkMkLst>
            <pc:docMk/>
            <pc:sldMk cId="1140187542" sldId="327"/>
            <ac:inkMk id="20" creationId="{AB623056-215E-04E9-0BC0-9B5BF0D68822}"/>
          </ac:inkMkLst>
        </pc:inkChg>
        <pc:cxnChg chg="add del mod">
          <ac:chgData name="ARMANDO VIGLIOTTI" userId="S::a.vigliotti5@studenti.unisa.it::d2bc2ae6-e49f-482b-a761-b8867eac494e" providerId="AD" clId="Web-{001983B1-9577-094B-114A-10B7BB9F7ECD}" dt="2025-06-10T19:23:44.454" v="28"/>
          <ac:cxnSpMkLst>
            <pc:docMk/>
            <pc:sldMk cId="1140187542" sldId="327"/>
            <ac:cxnSpMk id="8" creationId="{B101A24B-D4EE-0AC6-D388-259577C77ECC}"/>
          </ac:cxnSpMkLst>
        </pc:cxnChg>
        <pc:cxnChg chg="add del mod">
          <ac:chgData name="ARMANDO VIGLIOTTI" userId="S::a.vigliotti5@studenti.unisa.it::d2bc2ae6-e49f-482b-a761-b8867eac494e" providerId="AD" clId="Web-{001983B1-9577-094B-114A-10B7BB9F7ECD}" dt="2025-06-10T19:24:14.112" v="33"/>
          <ac:cxnSpMkLst>
            <pc:docMk/>
            <pc:sldMk cId="1140187542" sldId="327"/>
            <ac:cxnSpMk id="10" creationId="{10E181C7-F283-C91F-EC84-2CE5954D66DB}"/>
          </ac:cxnSpMkLst>
        </pc:cxnChg>
        <pc:cxnChg chg="add del mod">
          <ac:chgData name="ARMANDO VIGLIOTTI" userId="S::a.vigliotti5@studenti.unisa.it::d2bc2ae6-e49f-482b-a761-b8867eac494e" providerId="AD" clId="Web-{001983B1-9577-094B-114A-10B7BB9F7ECD}" dt="2025-06-10T19:25:37.615" v="46"/>
          <ac:cxnSpMkLst>
            <pc:docMk/>
            <pc:sldMk cId="1140187542" sldId="327"/>
            <ac:cxnSpMk id="11" creationId="{4A4E540C-F837-3E1E-A700-8C187560B566}"/>
          </ac:cxnSpMkLst>
        </pc:cxnChg>
        <pc:cxnChg chg="add del mod">
          <ac:chgData name="ARMANDO VIGLIOTTI" userId="S::a.vigliotti5@studenti.unisa.it::d2bc2ae6-e49f-482b-a761-b8867eac494e" providerId="AD" clId="Web-{001983B1-9577-094B-114A-10B7BB9F7ECD}" dt="2025-06-10T19:31:51.504" v="95"/>
          <ac:cxnSpMkLst>
            <pc:docMk/>
            <pc:sldMk cId="1140187542" sldId="327"/>
            <ac:cxnSpMk id="12" creationId="{A4974A91-0EA2-DB84-F01F-415C5D9DD30A}"/>
          </ac:cxnSpMkLst>
        </pc:cxnChg>
        <pc:cxnChg chg="add del mod">
          <ac:chgData name="ARMANDO VIGLIOTTI" userId="S::a.vigliotti5@studenti.unisa.it::d2bc2ae6-e49f-482b-a761-b8867eac494e" providerId="AD" clId="Web-{001983B1-9577-094B-114A-10B7BB9F7ECD}" dt="2025-06-10T19:26:06.882" v="50"/>
          <ac:cxnSpMkLst>
            <pc:docMk/>
            <pc:sldMk cId="1140187542" sldId="327"/>
            <ac:cxnSpMk id="13" creationId="{20B2C748-6FC8-4310-0C26-AFA5E7BF50F4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34:36.228" v="112"/>
          <ac:cxnSpMkLst>
            <pc:docMk/>
            <pc:sldMk cId="1140187542" sldId="327"/>
            <ac:cxnSpMk id="21" creationId="{75D5C651-0877-8767-6562-8A581A667B67}"/>
          </ac:cxnSpMkLst>
        </pc:cxnChg>
        <pc:cxnChg chg="add del mod">
          <ac:chgData name="ARMANDO VIGLIOTTI" userId="S::a.vigliotti5@studenti.unisa.it::d2bc2ae6-e49f-482b-a761-b8867eac494e" providerId="AD" clId="Web-{001983B1-9577-094B-114A-10B7BB9F7ECD}" dt="2025-06-10T19:34:02.274" v="108"/>
          <ac:cxnSpMkLst>
            <pc:docMk/>
            <pc:sldMk cId="1140187542" sldId="327"/>
            <ac:cxnSpMk id="22" creationId="{BF6077E9-1BA6-1B14-6EDF-DC017A135D19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34:50.666" v="115" actId="14100"/>
          <ac:cxnSpMkLst>
            <pc:docMk/>
            <pc:sldMk cId="1140187542" sldId="327"/>
            <ac:cxnSpMk id="23" creationId="{8F4CA94C-3335-902E-F382-15AADA4B4880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36:21.045" v="127" actId="1076"/>
          <ac:cxnSpMkLst>
            <pc:docMk/>
            <pc:sldMk cId="1140187542" sldId="327"/>
            <ac:cxnSpMk id="24" creationId="{DDCFD530-66B2-1035-0530-1D696D6AA631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36:11.951" v="125" actId="1076"/>
          <ac:cxnSpMkLst>
            <pc:docMk/>
            <pc:sldMk cId="1140187542" sldId="327"/>
            <ac:cxnSpMk id="25" creationId="{283C39E3-D74C-C972-4CBD-0B5F5EF1511E}"/>
          </ac:cxnSpMkLst>
        </pc:cxnChg>
        <pc:cxnChg chg="mod">
          <ac:chgData name="ARMANDO VIGLIOTTI" userId="S::a.vigliotti5@studenti.unisa.it::d2bc2ae6-e49f-482b-a761-b8867eac494e" providerId="AD" clId="Web-{001983B1-9577-094B-114A-10B7BB9F7ECD}" dt="2025-06-10T19:54:52.836" v="320" actId="14100"/>
          <ac:cxnSpMkLst>
            <pc:docMk/>
            <pc:sldMk cId="1140187542" sldId="327"/>
            <ac:cxnSpMk id="175" creationId="{C89FE375-77C0-8444-FF61-EEF61AE56631}"/>
          </ac:cxnSpMkLst>
        </pc:cxnChg>
      </pc:sldChg>
      <pc:sldChg chg="addSp delSp modSp">
        <pc:chgData name="ARMANDO VIGLIOTTI" userId="S::a.vigliotti5@studenti.unisa.it::d2bc2ae6-e49f-482b-a761-b8867eac494e" providerId="AD" clId="Web-{001983B1-9577-094B-114A-10B7BB9F7ECD}" dt="2025-06-10T19:41:57.667" v="220" actId="20577"/>
        <pc:sldMkLst>
          <pc:docMk/>
          <pc:sldMk cId="1044485062" sldId="330"/>
        </pc:sldMkLst>
        <pc:spChg chg="mod">
          <ac:chgData name="ARMANDO VIGLIOTTI" userId="S::a.vigliotti5@studenti.unisa.it::d2bc2ae6-e49f-482b-a761-b8867eac494e" providerId="AD" clId="Web-{001983B1-9577-094B-114A-10B7BB9F7ECD}" dt="2025-06-10T19:41:57.667" v="220" actId="20577"/>
          <ac:spMkLst>
            <pc:docMk/>
            <pc:sldMk cId="1044485062" sldId="330"/>
            <ac:spMk id="12" creationId="{7886050D-9BDE-8499-0DAE-9EF652AC7FCC}"/>
          </ac:spMkLst>
        </pc:spChg>
        <pc:spChg chg="add mod">
          <ac:chgData name="ARMANDO VIGLIOTTI" userId="S::a.vigliotti5@studenti.unisa.it::d2bc2ae6-e49f-482b-a761-b8867eac494e" providerId="AD" clId="Web-{001983B1-9577-094B-114A-10B7BB9F7ECD}" dt="2025-06-10T19:41:36.681" v="213" actId="1076"/>
          <ac:spMkLst>
            <pc:docMk/>
            <pc:sldMk cId="1044485062" sldId="330"/>
            <ac:spMk id="13" creationId="{D3584628-A278-0883-65DC-ACB58BBAA1F3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41:18.962" v="207" actId="20577"/>
          <ac:spMkLst>
            <pc:docMk/>
            <pc:sldMk cId="1044485062" sldId="330"/>
            <ac:spMk id="173" creationId="{FFF0A974-C9A6-2D6F-4974-FBC63BABD55B}"/>
          </ac:spMkLst>
        </pc:spChg>
        <pc:picChg chg="mod ord">
          <ac:chgData name="ARMANDO VIGLIOTTI" userId="S::a.vigliotti5@studenti.unisa.it::d2bc2ae6-e49f-482b-a761-b8867eac494e" providerId="AD" clId="Web-{001983B1-9577-094B-114A-10B7BB9F7ECD}" dt="2025-06-10T19:41:41.213" v="214" actId="1076"/>
          <ac:picMkLst>
            <pc:docMk/>
            <pc:sldMk cId="1044485062" sldId="330"/>
            <ac:picMk id="4" creationId="{016D0BA5-4AA9-3983-DB88-853D2A898AE7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40:38.476" v="200" actId="1076"/>
          <ac:picMkLst>
            <pc:docMk/>
            <pc:sldMk cId="1044485062" sldId="330"/>
            <ac:picMk id="5" creationId="{211869FB-BE08-4779-BDBB-54B882052E53}"/>
          </ac:picMkLst>
        </pc:picChg>
        <pc:picChg chg="add del mod">
          <ac:chgData name="ARMANDO VIGLIOTTI" userId="S::a.vigliotti5@studenti.unisa.it::d2bc2ae6-e49f-482b-a761-b8867eac494e" providerId="AD" clId="Web-{001983B1-9577-094B-114A-10B7BB9F7ECD}" dt="2025-06-10T19:41:04.086" v="205"/>
          <ac:picMkLst>
            <pc:docMk/>
            <pc:sldMk cId="1044485062" sldId="330"/>
            <ac:picMk id="8" creationId="{16D25E5F-EA8B-7A52-FF3E-6EA34808DEEA}"/>
          </ac:picMkLst>
        </pc:picChg>
        <pc:picChg chg="del">
          <ac:chgData name="ARMANDO VIGLIOTTI" userId="S::a.vigliotti5@studenti.unisa.it::d2bc2ae6-e49f-482b-a761-b8867eac494e" providerId="AD" clId="Web-{001983B1-9577-094B-114A-10B7BB9F7ECD}" dt="2025-06-10T19:39:03.566" v="186"/>
          <ac:picMkLst>
            <pc:docMk/>
            <pc:sldMk cId="1044485062" sldId="330"/>
            <ac:picMk id="11" creationId="{014A3D88-2049-6597-B92A-72CF5EB07833}"/>
          </ac:picMkLst>
        </pc:picChg>
        <pc:cxnChg chg="add mod">
          <ac:chgData name="ARMANDO VIGLIOTTI" userId="S::a.vigliotti5@studenti.unisa.it::d2bc2ae6-e49f-482b-a761-b8867eac494e" providerId="AD" clId="Web-{001983B1-9577-094B-114A-10B7BB9F7ECD}" dt="2025-06-10T19:41:49.807" v="216" actId="14100"/>
          <ac:cxnSpMkLst>
            <pc:docMk/>
            <pc:sldMk cId="1044485062" sldId="330"/>
            <ac:cxnSpMk id="6" creationId="{65869859-E292-4110-D82C-E49582F54589}"/>
          </ac:cxnSpMkLst>
        </pc:cxnChg>
      </pc:sldChg>
      <pc:sldChg chg="addSp delSp modSp">
        <pc:chgData name="ARMANDO VIGLIOTTI" userId="S::a.vigliotti5@studenti.unisa.it::d2bc2ae6-e49f-482b-a761-b8867eac494e" providerId="AD" clId="Web-{001983B1-9577-094B-114A-10B7BB9F7ECD}" dt="2025-06-10T19:56:41.902" v="326" actId="1076"/>
        <pc:sldMkLst>
          <pc:docMk/>
          <pc:sldMk cId="1970133215" sldId="331"/>
        </pc:sldMkLst>
        <pc:spChg chg="mod">
          <ac:chgData name="ARMANDO VIGLIOTTI" userId="S::a.vigliotti5@studenti.unisa.it::d2bc2ae6-e49f-482b-a761-b8867eac494e" providerId="AD" clId="Web-{001983B1-9577-094B-114A-10B7BB9F7ECD}" dt="2025-06-10T19:56:41.902" v="326" actId="1076"/>
          <ac:spMkLst>
            <pc:docMk/>
            <pc:sldMk cId="1970133215" sldId="331"/>
            <ac:spMk id="4" creationId="{F4B7F5DF-B0D8-8E99-ABDC-4E72DE5EC0DD}"/>
          </ac:spMkLst>
        </pc:spChg>
        <pc:spChg chg="add">
          <ac:chgData name="ARMANDO VIGLIOTTI" userId="S::a.vigliotti5@studenti.unisa.it::d2bc2ae6-e49f-482b-a761-b8867eac494e" providerId="AD" clId="Web-{001983B1-9577-094B-114A-10B7BB9F7ECD}" dt="2025-06-10T19:56:11.542" v="322"/>
          <ac:spMkLst>
            <pc:docMk/>
            <pc:sldMk cId="1970133215" sldId="331"/>
            <ac:spMk id="6" creationId="{AEEC65D3-DB60-CCE9-8D91-AC5DD5DFFDB2}"/>
          </ac:spMkLst>
        </pc:spChg>
        <pc:spChg chg="add del mod">
          <ac:chgData name="ARMANDO VIGLIOTTI" userId="S::a.vigliotti5@studenti.unisa.it::d2bc2ae6-e49f-482b-a761-b8867eac494e" providerId="AD" clId="Web-{001983B1-9577-094B-114A-10B7BB9F7ECD}" dt="2025-06-10T19:56:27.605" v="325"/>
          <ac:spMkLst>
            <pc:docMk/>
            <pc:sldMk cId="1970133215" sldId="331"/>
            <ac:spMk id="8" creationId="{4511F65E-6677-50C8-E7E6-2A007FAE1312}"/>
          </ac:spMkLst>
        </pc:spChg>
        <pc:spChg chg="del">
          <ac:chgData name="ARMANDO VIGLIOTTI" userId="S::a.vigliotti5@studenti.unisa.it::d2bc2ae6-e49f-482b-a761-b8867eac494e" providerId="AD" clId="Web-{001983B1-9577-094B-114A-10B7BB9F7ECD}" dt="2025-06-10T19:56:17.714" v="323"/>
          <ac:spMkLst>
            <pc:docMk/>
            <pc:sldMk cId="1970133215" sldId="331"/>
            <ac:spMk id="172" creationId="{D14F23FE-6925-4701-213F-411A50F48E7E}"/>
          </ac:spMkLst>
        </pc:spChg>
      </pc:sldChg>
      <pc:sldChg chg="addSp modSp">
        <pc:chgData name="ARMANDO VIGLIOTTI" userId="S::a.vigliotti5@studenti.unisa.it::d2bc2ae6-e49f-482b-a761-b8867eac494e" providerId="AD" clId="Web-{001983B1-9577-094B-114A-10B7BB9F7ECD}" dt="2025-06-10T19:58:41" v="330" actId="1076"/>
        <pc:sldMkLst>
          <pc:docMk/>
          <pc:sldMk cId="1543914816" sldId="332"/>
        </pc:sldMkLst>
        <pc:spChg chg="add mod">
          <ac:chgData name="ARMANDO VIGLIOTTI" userId="S::a.vigliotti5@studenti.unisa.it::d2bc2ae6-e49f-482b-a761-b8867eac494e" providerId="AD" clId="Web-{001983B1-9577-094B-114A-10B7BB9F7ECD}" dt="2025-06-10T19:58:41" v="330" actId="1076"/>
          <ac:spMkLst>
            <pc:docMk/>
            <pc:sldMk cId="1543914816" sldId="332"/>
            <ac:spMk id="5" creationId="{E4C69ABE-9604-C404-76F8-9EC65623F716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52:35.409" v="303" actId="1076"/>
          <ac:spMkLst>
            <pc:docMk/>
            <pc:sldMk cId="1543914816" sldId="332"/>
            <ac:spMk id="13" creationId="{E011DBC9-4B74-315E-6F8E-D972A0AE5320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53:25.036" v="312" actId="1076"/>
          <ac:spMkLst>
            <pc:docMk/>
            <pc:sldMk cId="1543914816" sldId="332"/>
            <ac:spMk id="14" creationId="{AB70DDEF-A781-EF97-A78C-36B196C3471A}"/>
          </ac:spMkLst>
        </pc:spChg>
        <pc:spChg chg="mod">
          <ac:chgData name="ARMANDO VIGLIOTTI" userId="S::a.vigliotti5@studenti.unisa.it::d2bc2ae6-e49f-482b-a761-b8867eac494e" providerId="AD" clId="Web-{001983B1-9577-094B-114A-10B7BB9F7ECD}" dt="2025-06-10T19:58:28.141" v="329" actId="1076"/>
          <ac:spMkLst>
            <pc:docMk/>
            <pc:sldMk cId="1543914816" sldId="332"/>
            <ac:spMk id="173" creationId="{1C67B1BF-B818-3057-824A-29FBB65C6893}"/>
          </ac:spMkLst>
        </pc:spChg>
        <pc:picChg chg="mod">
          <ac:chgData name="ARMANDO VIGLIOTTI" userId="S::a.vigliotti5@studenti.unisa.it::d2bc2ae6-e49f-482b-a761-b8867eac494e" providerId="AD" clId="Web-{001983B1-9577-094B-114A-10B7BB9F7ECD}" dt="2025-06-10T19:52:27.971" v="301" actId="1076"/>
          <ac:picMkLst>
            <pc:docMk/>
            <pc:sldMk cId="1543914816" sldId="332"/>
            <ac:picMk id="8" creationId="{3C013BC8-8273-E735-CD0F-16737B6DCDDF}"/>
          </ac:picMkLst>
        </pc:picChg>
        <pc:picChg chg="mod">
          <ac:chgData name="ARMANDO VIGLIOTTI" userId="S::a.vigliotti5@studenti.unisa.it::d2bc2ae6-e49f-482b-a761-b8867eac494e" providerId="AD" clId="Web-{001983B1-9577-094B-114A-10B7BB9F7ECD}" dt="2025-06-10T19:52:54.972" v="310" actId="1076"/>
          <ac:picMkLst>
            <pc:docMk/>
            <pc:sldMk cId="1543914816" sldId="332"/>
            <ac:picMk id="11" creationId="{6DF998E8-B5BF-291F-F4D0-09557A2A9430}"/>
          </ac:picMkLst>
        </pc:picChg>
        <pc:cxnChg chg="add mod">
          <ac:chgData name="ARMANDO VIGLIOTTI" userId="S::a.vigliotti5@studenti.unisa.it::d2bc2ae6-e49f-482b-a761-b8867eac494e" providerId="AD" clId="Web-{001983B1-9577-094B-114A-10B7BB9F7ECD}" dt="2025-06-10T19:52:38.456" v="304" actId="14100"/>
          <ac:cxnSpMkLst>
            <pc:docMk/>
            <pc:sldMk cId="1543914816" sldId="332"/>
            <ac:cxnSpMk id="6" creationId="{B2B13964-73EE-584E-F90B-4E0A73AF2B82}"/>
          </ac:cxnSpMkLst>
        </pc:cxnChg>
        <pc:cxnChg chg="add mod">
          <ac:chgData name="ARMANDO VIGLIOTTI" userId="S::a.vigliotti5@studenti.unisa.it::d2bc2ae6-e49f-482b-a761-b8867eac494e" providerId="AD" clId="Web-{001983B1-9577-094B-114A-10B7BB9F7ECD}" dt="2025-06-10T19:53:41.349" v="314"/>
          <ac:cxnSpMkLst>
            <pc:docMk/>
            <pc:sldMk cId="1543914816" sldId="332"/>
            <ac:cxnSpMk id="7" creationId="{2ABEDE5F-3CAA-AFB8-A9C1-E89196D47037}"/>
          </ac:cxnSpMkLst>
        </pc:cxnChg>
        <pc:cxnChg chg="mod">
          <ac:chgData name="ARMANDO VIGLIOTTI" userId="S::a.vigliotti5@studenti.unisa.it::d2bc2ae6-e49f-482b-a761-b8867eac494e" providerId="AD" clId="Web-{001983B1-9577-094B-114A-10B7BB9F7ECD}" dt="2025-06-10T19:51:40.751" v="290" actId="1076"/>
          <ac:cxnSpMkLst>
            <pc:docMk/>
            <pc:sldMk cId="1543914816" sldId="332"/>
            <ac:cxnSpMk id="175" creationId="{274C24BB-06D3-F449-9B24-710F8143875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93592F19-B2FC-AA9E-0AEF-C9B106FC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e1d838b627_4_53:notes">
            <a:extLst>
              <a:ext uri="{FF2B5EF4-FFF2-40B4-BE49-F238E27FC236}">
                <a16:creationId xmlns:a16="http://schemas.microsoft.com/office/drawing/2014/main" id="{92812C38-483A-D55A-45FF-6FC9D1225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e1d838b627_4_53:notes">
            <a:extLst>
              <a:ext uri="{FF2B5EF4-FFF2-40B4-BE49-F238E27FC236}">
                <a16:creationId xmlns:a16="http://schemas.microsoft.com/office/drawing/2014/main" id="{890768FA-4F07-1093-04B1-9BBE87FF8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818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044C20F9-38E9-3F0F-09A3-06F6F123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e1d838b627_4_84:notes">
            <a:extLst>
              <a:ext uri="{FF2B5EF4-FFF2-40B4-BE49-F238E27FC236}">
                <a16:creationId xmlns:a16="http://schemas.microsoft.com/office/drawing/2014/main" id="{314D9D33-432C-3993-5649-40CEAEE838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e1d838b627_4_84:notes">
            <a:extLst>
              <a:ext uri="{FF2B5EF4-FFF2-40B4-BE49-F238E27FC236}">
                <a16:creationId xmlns:a16="http://schemas.microsoft.com/office/drawing/2014/main" id="{1E152CA7-8ED8-CBF9-A867-473A035869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916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0A025B72-14EF-2E83-745C-3D91A15B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93883478-4CE6-4FF0-D495-66C230CCB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0E6F51D3-0796-9105-E596-EB4A41A4D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472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48BCE922-B524-AF44-BDA3-CAC08DEF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82F403CE-8F29-0AAF-968B-25991AB75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99F1E12B-E8FB-A0BC-5568-ED9F34614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634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8C16E01C-9A0C-7999-5BC3-07DD1C420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43A1C6C0-8E62-811F-BDCF-9BAA38804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50FC9F0C-AE1D-5329-1971-43E77297A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963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4145E676-211E-DBEE-8250-C1D6C6F9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A5B61B77-AD73-A532-5A9C-76AADA2C5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58D76416-0AB8-07BC-AB81-4E1AC3365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46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23055EA9-4B6A-84AD-2FF0-DD34E699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1d838b627_4_0:notes">
            <a:extLst>
              <a:ext uri="{FF2B5EF4-FFF2-40B4-BE49-F238E27FC236}">
                <a16:creationId xmlns:a16="http://schemas.microsoft.com/office/drawing/2014/main" id="{5CE7E8C4-5B4E-4688-5598-9500D66EA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1d838b627_4_0:notes">
            <a:extLst>
              <a:ext uri="{FF2B5EF4-FFF2-40B4-BE49-F238E27FC236}">
                <a16:creationId xmlns:a16="http://schemas.microsoft.com/office/drawing/2014/main" id="{C27E52A8-648E-1252-ECFB-01A5E0A9D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836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DC6AB0BB-0FB3-0B5D-C954-EC22054F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74B1590A-62D1-A97D-C9B1-D49503228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E7738475-D373-5AC8-7E92-AF4E36CE98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984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EAABD223-F6F7-2654-CBFD-1196D2F1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4A2E7653-C2CF-8FB4-BFCF-CD216C017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6DE07010-255D-B9F3-7FD4-218ED751E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42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76EB42C8-0309-9E11-2AD1-087BA842C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95072AC6-3DA3-4771-AFA8-6B47F804D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C156DBF4-A7D2-70F7-8BEF-C39307A3B8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6194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5E03FD75-EED8-35C1-F590-30FA7187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5259ADBD-D867-C0BC-37EB-B883C4184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E1EB5BAB-28A2-6FEC-71E3-389E42B13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751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FA69D90C-7596-4C18-CF11-885161C7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88D94087-D17F-F56F-7907-BFD7693035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19470AA8-E612-0E23-971D-C3282B405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9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D3AF545A-23A7-1F87-1A7F-751F85B0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D16A4611-08F3-F8BB-27C2-7C1CCBADF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358AAEB0-2CC4-A5FE-B2A9-FFC934313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979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9885B3C6-3366-2483-E6B3-2EC883BCD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73E3185F-AA7C-B38A-222E-ADB3080BA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BE4ADEF3-134F-17DA-D88E-9A8BDA49E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737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85444E07-BCDE-886E-E8AD-28717E543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3F22276F-D6F9-C15F-F185-1DC090424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A8775EE0-B9D5-E485-BF12-EE993C4FE5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9524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0F67146D-E512-2230-B7C5-F3565E0D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53C391EE-908D-DD86-1EFC-47297164B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34674B1E-8EFB-D980-97F2-2D4089E4C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1081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F26A5F49-0AB0-7B7D-CD3E-C4CC168C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EC5EF323-A077-EA8C-636F-0080CAF788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380846FB-CAB6-5883-CCDB-E6C44A218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297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AAA09F77-9867-FC87-C87A-50091766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681A0195-8B33-7D09-5730-1447F12D52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F454E768-ECC7-CBD1-F27C-54D8D5544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908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912FA1B5-519F-3CA0-A470-895859D6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4284070B-6B9F-3954-6054-6CC240786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94F75805-3641-338A-DF32-84EB59F64F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6443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B869A6B7-90C4-D88A-6A95-38A8A5B37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7BB9FC4D-57BF-C011-F5FE-4036ACC44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35F94875-8996-21E8-46D1-8910382A9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1834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5ED2DA4F-1810-ECDD-96B9-70DBDD95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E22C2F30-69C0-8DC4-CBCE-3A59C92CB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D2EAC06F-D56C-0D22-B8D0-7E21DA8781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0637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DADAE4B2-6EC4-121D-14D0-9D42AEAC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1d838b627_4_0:notes">
            <a:extLst>
              <a:ext uri="{FF2B5EF4-FFF2-40B4-BE49-F238E27FC236}">
                <a16:creationId xmlns:a16="http://schemas.microsoft.com/office/drawing/2014/main" id="{6BC9588A-1DD8-97F0-3F85-4CEBECE761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1d838b627_4_0:notes">
            <a:extLst>
              <a:ext uri="{FF2B5EF4-FFF2-40B4-BE49-F238E27FC236}">
                <a16:creationId xmlns:a16="http://schemas.microsoft.com/office/drawing/2014/main" id="{959B9E68-37C7-309A-B2C8-B5FFCE1C8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7010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B5036D33-8B7A-DF8D-9812-E507FEC9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38EFD2FB-6F1C-487D-477B-AA901014A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DAEDCE22-8A5D-86D0-FBC4-A8921EEFA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619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F73C5E0F-12D3-A671-547D-C863F307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C2197A44-390E-5A71-4B4E-280E7B26B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EBB3A8B9-99A9-91A9-3CB4-1DB9ABF8B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71522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A7383276-90D0-2F14-7EBB-14A9DA69A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E29C8CD1-4B5A-C760-2C0B-E95D1184F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9C0387D5-3211-E08F-1073-1E9377471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8996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6B3839B3-1819-FE07-97EF-179CBA92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F0096A89-1E8F-16D8-7941-E34AC86E3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E3881C35-BE24-6648-07CC-56311B305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6311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536EC036-9A0D-6F6F-F943-58535E28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AE2A7D39-3D46-53CA-9928-0AA0564205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38B38B66-A671-35F8-1A5A-7CE5AAC7D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8673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B1EE0A3B-E209-5803-F3E9-83388D9C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F311B3DE-19BA-92EF-169E-6A1E67C02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F0051CF6-51BA-C747-3B2D-8D9F9B872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4423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878B7C09-F63E-950E-AC42-121D6E22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A171EA65-708B-1E54-7B39-7A30CE2A8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9109DF65-9053-C5FD-BDD0-C09D9E389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320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B8084208-A937-0D73-9787-EBBBB8E8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1d838b627_4_0:notes">
            <a:extLst>
              <a:ext uri="{FF2B5EF4-FFF2-40B4-BE49-F238E27FC236}">
                <a16:creationId xmlns:a16="http://schemas.microsoft.com/office/drawing/2014/main" id="{1666E7EE-DDFE-5DC8-C286-604DE5AA9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1d838b627_4_0:notes">
            <a:extLst>
              <a:ext uri="{FF2B5EF4-FFF2-40B4-BE49-F238E27FC236}">
                <a16:creationId xmlns:a16="http://schemas.microsoft.com/office/drawing/2014/main" id="{A44CD204-8AFF-7C5F-112F-E7B0AE8D7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3051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7E7238D5-55AC-EB33-AD32-2562216D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172244F9-4ED2-C484-73B0-E03DA7ADD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834B7C2D-4D4E-DF6B-52DC-A99AC5BB8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7285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CE5F64AF-A6BF-098C-89CD-FEBF5025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C54C1821-9982-9109-2607-CE388FB76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62A7CCF8-BBCE-180C-1828-6087CEFDA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3867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8FEBFA84-1095-2D5F-3BBF-22072043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C371CA89-5F2A-683D-FFFD-74D361835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49B38F37-BD89-3344-8034-14D13B32E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1727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490EEB07-6684-F0F1-EDAF-72B8D0CD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0CFBF445-DEC3-B3F6-AF4E-077537994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23B92D58-39D4-71FE-28BC-9AC278AF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1833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65C0B5D1-393E-E268-CFBB-959F3FC0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C626D3B2-BDAC-697D-4A2C-F42A6DF83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0C5B4CB8-0D4F-19BA-B686-C51A82651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997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BBFF69F1-5530-BB27-EA8C-64D43939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BCFFFA6F-44E7-947E-F72B-96F9EC47A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668839C5-3837-2ECF-D93B-74FAA8E8E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5808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489611C6-9481-D0DC-B668-0C0F7FB5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45129A9E-889F-4051-542E-BB3F80870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39506D4E-F5DE-75CF-96D0-DB53A8D84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3321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0FBD2CD4-7C3F-0AEF-9582-B1AF045B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119F7003-3B0A-C003-66DE-8BE95A54B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FBA5D6F1-B547-D3F7-91F7-835660CDB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6195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98A37597-367C-55AA-46C5-64DD6C7A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1d838b627_4_0:notes">
            <a:extLst>
              <a:ext uri="{FF2B5EF4-FFF2-40B4-BE49-F238E27FC236}">
                <a16:creationId xmlns:a16="http://schemas.microsoft.com/office/drawing/2014/main" id="{890E70E8-2BCD-E752-B651-37093F319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1d838b627_4_0:notes">
            <a:extLst>
              <a:ext uri="{FF2B5EF4-FFF2-40B4-BE49-F238E27FC236}">
                <a16:creationId xmlns:a16="http://schemas.microsoft.com/office/drawing/2014/main" id="{C86BFF4E-4D23-C99D-F174-9D9B977D4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20404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32CE75D5-5163-E6C6-A87F-364653F83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0FD23B3A-B566-C438-96C7-8B4F00E35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90599F96-0C69-D739-30CF-C84D32D5B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5765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34C8ABAA-5C1C-D716-2E94-030A5121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54EBEF6D-5FD0-434C-8B2E-BCF313F99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6BD3C95C-D541-D06F-9CD5-9182B0884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5294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C441709A-2C66-C852-C13C-9CDDA7C5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55AC1C7F-C1B4-3C72-770B-F9EEBEE3E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336A0524-E184-D4E2-5E26-8DEEFB154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7775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8F1B1F20-8184-E131-FCA1-2C5334B9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e1d838b627_4_0:notes">
            <a:extLst>
              <a:ext uri="{FF2B5EF4-FFF2-40B4-BE49-F238E27FC236}">
                <a16:creationId xmlns:a16="http://schemas.microsoft.com/office/drawing/2014/main" id="{788D8942-A5A0-59D3-454E-884AEAB2E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e1d838b627_4_0:notes">
            <a:extLst>
              <a:ext uri="{FF2B5EF4-FFF2-40B4-BE49-F238E27FC236}">
                <a16:creationId xmlns:a16="http://schemas.microsoft.com/office/drawing/2014/main" id="{D31F8E42-EF14-9150-52F9-242757B6B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2996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8E56E981-5E3B-22B4-7BEE-7BA9E133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B5F3F0EC-23D2-137F-C63E-D4B391CBC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C268FB98-C733-FEEB-3DD8-4FE4EB93A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4109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535E6A1A-C871-A79D-81C8-230B83C4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DEE85BE2-0EE4-968F-7304-FC5C1E55C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80CA37DD-5747-A35C-810D-B44A674BE2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89920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4012CEA0-7D1A-6975-7E05-6E30A636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02C251E1-0216-BE9C-E24B-269646842A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C52CDF48-E921-DAA3-774E-1643AFBBF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8693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0C1F6026-7935-D18A-DCA1-B7E3D243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D3AA54DD-34CA-89EC-E524-2EC5A17E4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21BD77B2-2059-1512-CF53-F9119B5E4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01841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512EE7EC-A171-DEF3-C4C9-7E6E945A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BABF755E-C895-E4CD-3D02-62BEC68B6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F76647FE-17F8-F218-5CD9-06055C793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3992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3A033A84-9E60-AA64-FE1E-8E26400A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e207fd22f2_0_25013:notes">
            <a:extLst>
              <a:ext uri="{FF2B5EF4-FFF2-40B4-BE49-F238E27FC236}">
                <a16:creationId xmlns:a16="http://schemas.microsoft.com/office/drawing/2014/main" id="{974AC2EF-0635-E0CE-75F6-97EC89AA13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e207fd22f2_0_25013:notes">
            <a:extLst>
              <a:ext uri="{FF2B5EF4-FFF2-40B4-BE49-F238E27FC236}">
                <a16:creationId xmlns:a16="http://schemas.microsoft.com/office/drawing/2014/main" id="{E0286117-0FD5-C29E-2AA3-B5B15F18A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08335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e1d838b62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e1d838b62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932450" y="1379050"/>
            <a:ext cx="5644200" cy="16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32450" y="3368275"/>
            <a:ext cx="5253900" cy="35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069300" y="2119425"/>
            <a:ext cx="3005400" cy="65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928350" y="1208725"/>
            <a:ext cx="1287300" cy="5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rgbClr val="C2224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319650" y="2979775"/>
            <a:ext cx="25047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777675" y="1414625"/>
            <a:ext cx="4960200" cy="198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1098825" y="1454650"/>
            <a:ext cx="4159800" cy="69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1098825" y="2302175"/>
            <a:ext cx="3705000" cy="13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1350150" y="3487425"/>
            <a:ext cx="4837800" cy="1100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1358200" y="1893525"/>
            <a:ext cx="2312700" cy="32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358200" y="2228700"/>
            <a:ext cx="2312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/>
          </p:nvPr>
        </p:nvSpPr>
        <p:spPr>
          <a:xfrm>
            <a:off x="3860450" y="1893525"/>
            <a:ext cx="2312700" cy="32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3"/>
          </p:nvPr>
        </p:nvSpPr>
        <p:spPr>
          <a:xfrm>
            <a:off x="3860450" y="2228700"/>
            <a:ext cx="2312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/>
          </p:nvPr>
        </p:nvSpPr>
        <p:spPr>
          <a:xfrm>
            <a:off x="1358200" y="3699216"/>
            <a:ext cx="2312700" cy="32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1358200" y="4034341"/>
            <a:ext cx="2312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/>
          </p:nvPr>
        </p:nvSpPr>
        <p:spPr>
          <a:xfrm>
            <a:off x="3860150" y="3699220"/>
            <a:ext cx="2313300" cy="32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3860450" y="4034341"/>
            <a:ext cx="2312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2118400" y="1269805"/>
            <a:ext cx="792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C2224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2118400" y="3072830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C2224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4" hasCustomPrompt="1"/>
          </p:nvPr>
        </p:nvSpPr>
        <p:spPr>
          <a:xfrm>
            <a:off x="4620650" y="1269805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C2224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4620650" y="3072830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C2224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Decorative"/>
              <a:buNone/>
              <a:defRPr sz="3000" b="1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ui-patterns.com/patterns/TipAFriend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r3i55lva61oR4LXfyStZrT/HistorIA-Final_Prototype?node-id=0-1&amp;t=16CWC6J7TCeNU9fe-1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"/>
          <p:cNvSpPr txBox="1">
            <a:spLocks noGrp="1"/>
          </p:cNvSpPr>
          <p:nvPr>
            <p:ph type="ctrTitle"/>
          </p:nvPr>
        </p:nvSpPr>
        <p:spPr>
          <a:xfrm>
            <a:off x="2611439" y="1468143"/>
            <a:ext cx="3895921" cy="162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err="1">
                <a:solidFill>
                  <a:srgbClr val="A0123B"/>
                </a:solidFill>
              </a:rPr>
              <a:t>Histor</a:t>
            </a:r>
            <a:r>
              <a:rPr lang="en" sz="6600" err="1">
                <a:solidFill>
                  <a:schemeClr val="tx1"/>
                </a:solidFill>
              </a:rPr>
              <a:t>IA</a:t>
            </a:r>
            <a:endParaRPr sz="4500">
              <a:solidFill>
                <a:schemeClr val="tx1"/>
              </a:solidFill>
            </a:endParaRPr>
          </a:p>
        </p:txBody>
      </p:sp>
      <p:sp>
        <p:nvSpPr>
          <p:cNvPr id="125" name="Google Shape;125;p31"/>
          <p:cNvSpPr txBox="1">
            <a:spLocks noGrp="1"/>
          </p:cNvSpPr>
          <p:nvPr>
            <p:ph type="subTitle" idx="1"/>
          </p:nvPr>
        </p:nvSpPr>
        <p:spPr>
          <a:xfrm>
            <a:off x="2005525" y="3285608"/>
            <a:ext cx="3338360" cy="3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Interazione Uomo Macchina 2025 – Gruppo 1</a:t>
            </a:r>
            <a:endParaRPr sz="1200"/>
          </a:p>
        </p:txBody>
      </p:sp>
      <p:pic>
        <p:nvPicPr>
          <p:cNvPr id="126" name="Google Shape;126;p31"/>
          <p:cNvPicPr preferRelativeResize="0"/>
          <p:nvPr/>
        </p:nvPicPr>
        <p:blipFill rotWithShape="1">
          <a:blip r:embed="rId3">
            <a:alphaModFix/>
          </a:blip>
          <a:srcRect l="89839" t="15590" r="-845"/>
          <a:stretch/>
        </p:blipFill>
        <p:spPr>
          <a:xfrm>
            <a:off x="390300" y="539500"/>
            <a:ext cx="992600" cy="4341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31"/>
          <p:cNvCxnSpPr/>
          <p:nvPr/>
        </p:nvCxnSpPr>
        <p:spPr>
          <a:xfrm>
            <a:off x="2005525" y="3275600"/>
            <a:ext cx="569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31"/>
          <p:cNvPicPr preferRelativeResize="0"/>
          <p:nvPr/>
        </p:nvPicPr>
        <p:blipFill rotWithShape="1">
          <a:blip r:embed="rId3">
            <a:alphaModFix/>
          </a:blip>
          <a:srcRect t="43438" r="68500"/>
          <a:stretch/>
        </p:blipFill>
        <p:spPr>
          <a:xfrm>
            <a:off x="6616700" y="2469108"/>
            <a:ext cx="2007776" cy="205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9A85334C-D8CD-A779-51E9-5800EDAC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F8F04153-624A-90B3-E8C1-C1F4363103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6" t="11225" r="12328" b="15619"/>
          <a:stretch>
            <a:fillRect/>
          </a:stretch>
        </p:blipFill>
        <p:spPr>
          <a:xfrm>
            <a:off x="6609546" y="1596460"/>
            <a:ext cx="1635296" cy="151827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3BD7AC0-9A1F-E8C0-161E-A2882AA09E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8" t="4677" r="4662" b="9789"/>
          <a:stretch>
            <a:fillRect/>
          </a:stretch>
        </p:blipFill>
        <p:spPr>
          <a:xfrm>
            <a:off x="4646363" y="1596460"/>
            <a:ext cx="1635297" cy="151061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35603A0-1E93-2D1F-9930-9CF4C200BE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12" t="-8649" r="6712" b="17406"/>
          <a:stretch>
            <a:fillRect/>
          </a:stretch>
        </p:blipFill>
        <p:spPr>
          <a:xfrm>
            <a:off x="2683182" y="1429797"/>
            <a:ext cx="1635296" cy="1677272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E458E3B-337C-0B9F-B855-F3D8949432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690"/>
          <a:stretch>
            <a:fillRect/>
          </a:stretch>
        </p:blipFill>
        <p:spPr>
          <a:xfrm>
            <a:off x="720001" y="1588790"/>
            <a:ext cx="1635296" cy="1518282"/>
          </a:xfrm>
          <a:prstGeom prst="rect">
            <a:avLst/>
          </a:prstGeom>
        </p:spPr>
      </p:pic>
      <p:sp>
        <p:nvSpPr>
          <p:cNvPr id="197" name="Google Shape;197;p38">
            <a:extLst>
              <a:ext uri="{FF2B5EF4-FFF2-40B4-BE49-F238E27FC236}">
                <a16:creationId xmlns:a16="http://schemas.microsoft.com/office/drawing/2014/main" id="{3F0958F6-A8EA-2A8F-7AEA-17E3C1F18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 Nostro Team</a:t>
            </a:r>
            <a:endParaRPr/>
          </a:p>
        </p:txBody>
      </p:sp>
      <p:sp>
        <p:nvSpPr>
          <p:cNvPr id="198" name="Google Shape;198;p38">
            <a:extLst>
              <a:ext uri="{FF2B5EF4-FFF2-40B4-BE49-F238E27FC236}">
                <a16:creationId xmlns:a16="http://schemas.microsoft.com/office/drawing/2014/main" id="{A20587C4-A490-2B40-3054-F199FA08AAAA}"/>
              </a:ext>
            </a:extLst>
          </p:cNvPr>
          <p:cNvSpPr/>
          <p:nvPr/>
        </p:nvSpPr>
        <p:spPr>
          <a:xfrm>
            <a:off x="720000" y="1588789"/>
            <a:ext cx="1635296" cy="1518293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199" name="Google Shape;199;p38">
            <a:extLst>
              <a:ext uri="{FF2B5EF4-FFF2-40B4-BE49-F238E27FC236}">
                <a16:creationId xmlns:a16="http://schemas.microsoft.com/office/drawing/2014/main" id="{5919601F-72AE-90BF-F5DA-1A70EFCEC76A}"/>
              </a:ext>
            </a:extLst>
          </p:cNvPr>
          <p:cNvSpPr/>
          <p:nvPr/>
        </p:nvSpPr>
        <p:spPr>
          <a:xfrm>
            <a:off x="2683182" y="1588789"/>
            <a:ext cx="1635296" cy="151828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200" name="Google Shape;200;p38">
            <a:extLst>
              <a:ext uri="{FF2B5EF4-FFF2-40B4-BE49-F238E27FC236}">
                <a16:creationId xmlns:a16="http://schemas.microsoft.com/office/drawing/2014/main" id="{6DED3259-079E-226D-C135-5D92D0727B85}"/>
              </a:ext>
            </a:extLst>
          </p:cNvPr>
          <p:cNvSpPr/>
          <p:nvPr/>
        </p:nvSpPr>
        <p:spPr>
          <a:xfrm>
            <a:off x="4646364" y="1592625"/>
            <a:ext cx="1635296" cy="151828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201" name="Google Shape;201;p38">
            <a:extLst>
              <a:ext uri="{FF2B5EF4-FFF2-40B4-BE49-F238E27FC236}">
                <a16:creationId xmlns:a16="http://schemas.microsoft.com/office/drawing/2014/main" id="{ADE7DFE8-3408-D499-BB24-EA10B2D8EEC7}"/>
              </a:ext>
            </a:extLst>
          </p:cNvPr>
          <p:cNvSpPr/>
          <p:nvPr/>
        </p:nvSpPr>
        <p:spPr>
          <a:xfrm>
            <a:off x="6609546" y="1596460"/>
            <a:ext cx="1635296" cy="151061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202" name="Google Shape;202;p38">
            <a:extLst>
              <a:ext uri="{FF2B5EF4-FFF2-40B4-BE49-F238E27FC236}">
                <a16:creationId xmlns:a16="http://schemas.microsoft.com/office/drawing/2014/main" id="{E22B6AEA-743C-4C24-6161-355DDB7CE941}"/>
              </a:ext>
            </a:extLst>
          </p:cNvPr>
          <p:cNvCxnSpPr>
            <a:cxnSpLocks/>
            <a:stCxn id="198" idx="3"/>
            <a:endCxn id="199" idx="1"/>
          </p:cNvCxnSpPr>
          <p:nvPr/>
        </p:nvCxnSpPr>
        <p:spPr>
          <a:xfrm flipV="1">
            <a:off x="2355296" y="2347934"/>
            <a:ext cx="327886" cy="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38">
            <a:extLst>
              <a:ext uri="{FF2B5EF4-FFF2-40B4-BE49-F238E27FC236}">
                <a16:creationId xmlns:a16="http://schemas.microsoft.com/office/drawing/2014/main" id="{F865B304-CDE4-A2DF-20A1-6027EDDAE436}"/>
              </a:ext>
            </a:extLst>
          </p:cNvPr>
          <p:cNvCxnSpPr>
            <a:cxnSpLocks/>
            <a:stCxn id="199" idx="3"/>
            <a:endCxn id="200" idx="1"/>
          </p:cNvCxnSpPr>
          <p:nvPr/>
        </p:nvCxnSpPr>
        <p:spPr>
          <a:xfrm>
            <a:off x="4318478" y="2347934"/>
            <a:ext cx="327886" cy="38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38">
            <a:extLst>
              <a:ext uri="{FF2B5EF4-FFF2-40B4-BE49-F238E27FC236}">
                <a16:creationId xmlns:a16="http://schemas.microsoft.com/office/drawing/2014/main" id="{1ABB1D51-A640-A076-FAD2-827920E2656A}"/>
              </a:ext>
            </a:extLst>
          </p:cNvPr>
          <p:cNvCxnSpPr>
            <a:cxnSpLocks/>
            <a:stCxn id="200" idx="3"/>
            <a:endCxn id="201" idx="1"/>
          </p:cNvCxnSpPr>
          <p:nvPr/>
        </p:nvCxnSpPr>
        <p:spPr>
          <a:xfrm>
            <a:off x="6281660" y="2351766"/>
            <a:ext cx="327886" cy="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38">
            <a:extLst>
              <a:ext uri="{FF2B5EF4-FFF2-40B4-BE49-F238E27FC236}">
                <a16:creationId xmlns:a16="http://schemas.microsoft.com/office/drawing/2014/main" id="{394ED50E-ED21-D3DE-6F55-EBA21DE992E4}"/>
              </a:ext>
            </a:extLst>
          </p:cNvPr>
          <p:cNvCxnSpPr/>
          <p:nvPr/>
        </p:nvCxnSpPr>
        <p:spPr>
          <a:xfrm>
            <a:off x="454325" y="1035850"/>
            <a:ext cx="746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E9728E8-B110-003E-E169-7AE4B10FB023}"/>
              </a:ext>
            </a:extLst>
          </p:cNvPr>
          <p:cNvSpPr txBox="1"/>
          <p:nvPr/>
        </p:nvSpPr>
        <p:spPr>
          <a:xfrm>
            <a:off x="3901440" y="1048158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>
                <a:latin typeface="Cinzel Decorative" panose="020B0604020202020204" charset="0"/>
              </a:rPr>
              <a:t>Gruppo 1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FB2E518-2DDB-BAFC-5EAE-FF95B47987B0}"/>
              </a:ext>
            </a:extLst>
          </p:cNvPr>
          <p:cNvSpPr txBox="1"/>
          <p:nvPr/>
        </p:nvSpPr>
        <p:spPr>
          <a:xfrm>
            <a:off x="867088" y="3212237"/>
            <a:ext cx="1341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>
                <a:latin typeface="Cinzel Decorative" panose="020B0604020202020204" charset="0"/>
              </a:rPr>
              <a:t>Antonio Caiazzo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ECFD350-5ECD-3107-0911-6CEC01E30500}"/>
              </a:ext>
            </a:extLst>
          </p:cNvPr>
          <p:cNvSpPr txBox="1"/>
          <p:nvPr/>
        </p:nvSpPr>
        <p:spPr>
          <a:xfrm>
            <a:off x="2830270" y="3212237"/>
            <a:ext cx="1341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 err="1">
                <a:latin typeface="Cinzel Decorative" panose="020B0604020202020204" charset="0"/>
              </a:rPr>
              <a:t>Choaib</a:t>
            </a:r>
            <a:r>
              <a:rPr lang="it-IT" sz="1800">
                <a:latin typeface="Cinzel Decorative" panose="020B0604020202020204" charset="0"/>
              </a:rPr>
              <a:t> </a:t>
            </a:r>
            <a:r>
              <a:rPr lang="it-IT" sz="1800" err="1">
                <a:latin typeface="Cinzel Decorative" panose="020B0604020202020204" charset="0"/>
              </a:rPr>
              <a:t>Goumri</a:t>
            </a:r>
            <a:endParaRPr lang="it-IT" sz="1800">
              <a:latin typeface="Cinzel Decorative" panose="020B060402020202020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DA9CF05-8877-401D-39FA-3C0B0A1A3B9E}"/>
              </a:ext>
            </a:extLst>
          </p:cNvPr>
          <p:cNvSpPr txBox="1"/>
          <p:nvPr/>
        </p:nvSpPr>
        <p:spPr>
          <a:xfrm>
            <a:off x="4719908" y="3212237"/>
            <a:ext cx="1488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>
                <a:latin typeface="Cinzel Decorative" panose="020B0604020202020204" charset="0"/>
              </a:rPr>
              <a:t>Emanuele Iovane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B05725A-98BD-7DC4-26E8-D18544F23B32}"/>
              </a:ext>
            </a:extLst>
          </p:cNvPr>
          <p:cNvSpPr txBox="1"/>
          <p:nvPr/>
        </p:nvSpPr>
        <p:spPr>
          <a:xfrm>
            <a:off x="6683090" y="3212237"/>
            <a:ext cx="1488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800">
                <a:latin typeface="Cinzel Decorative" panose="020B0604020202020204" charset="0"/>
              </a:rPr>
              <a:t>Armando Vigliotti</a:t>
            </a:r>
          </a:p>
        </p:txBody>
      </p:sp>
      <p:sp>
        <p:nvSpPr>
          <p:cNvPr id="29" name="Google Shape;125;p31">
            <a:extLst>
              <a:ext uri="{FF2B5EF4-FFF2-40B4-BE49-F238E27FC236}">
                <a16:creationId xmlns:a16="http://schemas.microsoft.com/office/drawing/2014/main" id="{101599BB-F637-2B10-F9D7-80194BD7C98A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1050" err="1">
                <a:latin typeface="Quicksand Medium" panose="020B0604020202020204" charset="0"/>
              </a:rPr>
              <a:t>HistorIA</a:t>
            </a:r>
            <a:r>
              <a:rPr lang="it-IT" sz="1050">
                <a:latin typeface="Quicksand Medium" panose="020B0604020202020204" charset="0"/>
              </a:rPr>
              <a:t> - Interazione Uomo Macchina – Gruppo 1</a:t>
            </a:r>
          </a:p>
        </p:txBody>
      </p:sp>
    </p:spTree>
    <p:extLst>
      <p:ext uri="{BB962C8B-B14F-4D97-AF65-F5344CB8AC3E}">
        <p14:creationId xmlns:p14="http://schemas.microsoft.com/office/powerpoint/2010/main" val="1709727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/>
          <p:nvPr/>
        </p:nvSpPr>
        <p:spPr>
          <a:xfrm>
            <a:off x="1592082" y="1047735"/>
            <a:ext cx="663300" cy="57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3"/>
          <p:cNvSpPr/>
          <p:nvPr/>
        </p:nvSpPr>
        <p:spPr>
          <a:xfrm>
            <a:off x="4240350" y="1047735"/>
            <a:ext cx="663300" cy="57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3"/>
          <p:cNvSpPr/>
          <p:nvPr/>
        </p:nvSpPr>
        <p:spPr>
          <a:xfrm>
            <a:off x="6763158" y="1047735"/>
            <a:ext cx="663300" cy="57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3"/>
          <p:cNvSpPr/>
          <p:nvPr/>
        </p:nvSpPr>
        <p:spPr>
          <a:xfrm>
            <a:off x="4240350" y="2908307"/>
            <a:ext cx="663300" cy="57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title"/>
          </p:nvPr>
        </p:nvSpPr>
        <p:spPr>
          <a:xfrm>
            <a:off x="743931" y="2017747"/>
            <a:ext cx="2312700" cy="32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Descrizione e analisi del Problema</a:t>
            </a:r>
            <a:endParaRPr/>
          </a:p>
        </p:txBody>
      </p:sp>
      <p:sp>
        <p:nvSpPr>
          <p:cNvPr id="148" name="Google Shape;148;p33"/>
          <p:cNvSpPr txBox="1">
            <a:spLocks noGrp="1"/>
          </p:cNvSpPr>
          <p:nvPr>
            <p:ph type="title" idx="2"/>
          </p:nvPr>
        </p:nvSpPr>
        <p:spPr>
          <a:xfrm>
            <a:off x="3348805" y="2017747"/>
            <a:ext cx="2436214" cy="32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err="1"/>
              <a:t>Personas</a:t>
            </a:r>
            <a:r>
              <a:rPr lang="it-IT"/>
              <a:t> e Obiettivi di empowerment</a:t>
            </a:r>
            <a:endParaRPr/>
          </a:p>
        </p:txBody>
      </p:sp>
      <p:sp>
        <p:nvSpPr>
          <p:cNvPr id="154" name="Google Shape;154;p33"/>
          <p:cNvSpPr txBox="1">
            <a:spLocks noGrp="1"/>
          </p:cNvSpPr>
          <p:nvPr>
            <p:ph type="title" idx="9"/>
          </p:nvPr>
        </p:nvSpPr>
        <p:spPr>
          <a:xfrm>
            <a:off x="1527582" y="1108716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title" idx="13"/>
          </p:nvPr>
        </p:nvSpPr>
        <p:spPr>
          <a:xfrm>
            <a:off x="6714226" y="1108716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6" name="Google Shape;156;p33"/>
          <p:cNvSpPr txBox="1">
            <a:spLocks noGrp="1"/>
          </p:cNvSpPr>
          <p:nvPr>
            <p:ph type="title" idx="14"/>
          </p:nvPr>
        </p:nvSpPr>
        <p:spPr>
          <a:xfrm>
            <a:off x="4175850" y="1108716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7" name="Google Shape;157;p33"/>
          <p:cNvSpPr txBox="1">
            <a:spLocks noGrp="1"/>
          </p:cNvSpPr>
          <p:nvPr>
            <p:ph type="title" idx="15"/>
          </p:nvPr>
        </p:nvSpPr>
        <p:spPr>
          <a:xfrm>
            <a:off x="4175850" y="2942362"/>
            <a:ext cx="79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159" name="Google Shape;159;p33"/>
          <p:cNvCxnSpPr/>
          <p:nvPr/>
        </p:nvCxnSpPr>
        <p:spPr>
          <a:xfrm>
            <a:off x="454325" y="959650"/>
            <a:ext cx="6242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Google Shape;174;p35">
            <a:extLst>
              <a:ext uri="{FF2B5EF4-FFF2-40B4-BE49-F238E27FC236}">
                <a16:creationId xmlns:a16="http://schemas.microsoft.com/office/drawing/2014/main" id="{E27982A4-0816-EA43-ACC5-831E9AB633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8048413" y="1312043"/>
            <a:ext cx="1408229" cy="384063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p31">
            <a:extLst>
              <a:ext uri="{FF2B5EF4-FFF2-40B4-BE49-F238E27FC236}">
                <a16:creationId xmlns:a16="http://schemas.microsoft.com/office/drawing/2014/main" id="{73DD514F-D997-91A2-CFC4-5FB2F70FDE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90494" y="4665210"/>
            <a:ext cx="3226175" cy="3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err="1"/>
              <a:t>HistorIA</a:t>
            </a:r>
            <a:r>
              <a:rPr lang="en" sz="1050"/>
              <a:t> - </a:t>
            </a:r>
            <a:r>
              <a:rPr lang="en" sz="1050" err="1"/>
              <a:t>Interazione</a:t>
            </a:r>
            <a:r>
              <a:rPr lang="en" sz="1050"/>
              <a:t> Uomo </a:t>
            </a:r>
            <a:r>
              <a:rPr lang="en" sz="1050" err="1"/>
              <a:t>Macchina</a:t>
            </a:r>
            <a:r>
              <a:rPr lang="en" sz="1050"/>
              <a:t> – Gruppo 1</a:t>
            </a:r>
            <a:endParaRPr sz="1050"/>
          </a:p>
        </p:txBody>
      </p:sp>
      <p:sp>
        <p:nvSpPr>
          <p:cNvPr id="150" name="Google Shape;150;p33"/>
          <p:cNvSpPr txBox="1">
            <a:spLocks noGrp="1"/>
          </p:cNvSpPr>
          <p:nvPr>
            <p:ph type="title" idx="4"/>
          </p:nvPr>
        </p:nvSpPr>
        <p:spPr>
          <a:xfrm>
            <a:off x="5843833" y="2178985"/>
            <a:ext cx="2501950" cy="32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/>
              <a:t>Casi d’uso e Analisi comparativa</a:t>
            </a:r>
            <a:br>
              <a:rPr lang="it-IT"/>
            </a:br>
            <a:endParaRPr/>
          </a:p>
        </p:txBody>
      </p:sp>
      <p:sp>
        <p:nvSpPr>
          <p:cNvPr id="4" name="Google Shape;140;p33">
            <a:extLst>
              <a:ext uri="{FF2B5EF4-FFF2-40B4-BE49-F238E27FC236}">
                <a16:creationId xmlns:a16="http://schemas.microsoft.com/office/drawing/2014/main" id="{80270AD7-F804-B4EC-8F96-2407C1215803}"/>
              </a:ext>
            </a:extLst>
          </p:cNvPr>
          <p:cNvSpPr/>
          <p:nvPr/>
        </p:nvSpPr>
        <p:spPr>
          <a:xfrm>
            <a:off x="1580806" y="2908307"/>
            <a:ext cx="663300" cy="57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54;p33">
            <a:extLst>
              <a:ext uri="{FF2B5EF4-FFF2-40B4-BE49-F238E27FC236}">
                <a16:creationId xmlns:a16="http://schemas.microsoft.com/office/drawing/2014/main" id="{3B0129B0-EE38-5266-5B8B-2DAF936C97F4}"/>
              </a:ext>
            </a:extLst>
          </p:cNvPr>
          <p:cNvSpPr txBox="1">
            <a:spLocks/>
          </p:cNvSpPr>
          <p:nvPr/>
        </p:nvSpPr>
        <p:spPr>
          <a:xfrm>
            <a:off x="1516306" y="2969288"/>
            <a:ext cx="7923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Decorative"/>
              <a:buNone/>
              <a:defRPr sz="3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/>
              <a:t>04</a:t>
            </a:r>
          </a:p>
        </p:txBody>
      </p:sp>
      <p:sp>
        <p:nvSpPr>
          <p:cNvPr id="6" name="Google Shape;143;p33">
            <a:extLst>
              <a:ext uri="{FF2B5EF4-FFF2-40B4-BE49-F238E27FC236}">
                <a16:creationId xmlns:a16="http://schemas.microsoft.com/office/drawing/2014/main" id="{A55235D2-7187-2730-0BE4-12462E843115}"/>
              </a:ext>
            </a:extLst>
          </p:cNvPr>
          <p:cNvSpPr/>
          <p:nvPr/>
        </p:nvSpPr>
        <p:spPr>
          <a:xfrm>
            <a:off x="6763158" y="2908307"/>
            <a:ext cx="663300" cy="57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57;p33">
            <a:extLst>
              <a:ext uri="{FF2B5EF4-FFF2-40B4-BE49-F238E27FC236}">
                <a16:creationId xmlns:a16="http://schemas.microsoft.com/office/drawing/2014/main" id="{38372CC5-253A-CFAF-30D7-20665909F9D8}"/>
              </a:ext>
            </a:extLst>
          </p:cNvPr>
          <p:cNvSpPr txBox="1">
            <a:spLocks/>
          </p:cNvSpPr>
          <p:nvPr/>
        </p:nvSpPr>
        <p:spPr>
          <a:xfrm>
            <a:off x="6698658" y="2942362"/>
            <a:ext cx="7923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Decorative"/>
              <a:buNone/>
              <a:defRPr sz="3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Medium"/>
              <a:buNone/>
              <a:defRPr sz="3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/>
              <a:t>06</a:t>
            </a:r>
          </a:p>
        </p:txBody>
      </p:sp>
      <p:sp>
        <p:nvSpPr>
          <p:cNvPr id="152" name="Google Shape;152;p33"/>
          <p:cNvSpPr txBox="1">
            <a:spLocks noGrp="1"/>
          </p:cNvSpPr>
          <p:nvPr>
            <p:ph type="title" idx="6"/>
          </p:nvPr>
        </p:nvSpPr>
        <p:spPr>
          <a:xfrm>
            <a:off x="5938158" y="3711539"/>
            <a:ext cx="2313300" cy="32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Valutazione</a:t>
            </a:r>
            <a:r>
              <a:rPr lang="en"/>
              <a:t>  </a:t>
            </a:r>
            <a:r>
              <a:rPr lang="en" err="1"/>
              <a:t>prototipo</a:t>
            </a:r>
            <a:endParaRPr/>
          </a:p>
        </p:txBody>
      </p:sp>
      <p:sp>
        <p:nvSpPr>
          <p:cNvPr id="8" name="Google Shape;152;p33">
            <a:extLst>
              <a:ext uri="{FF2B5EF4-FFF2-40B4-BE49-F238E27FC236}">
                <a16:creationId xmlns:a16="http://schemas.microsoft.com/office/drawing/2014/main" id="{B64EF736-D9C2-84D7-638C-C61B8A42A638}"/>
              </a:ext>
            </a:extLst>
          </p:cNvPr>
          <p:cNvSpPr txBox="1">
            <a:spLocks/>
          </p:cNvSpPr>
          <p:nvPr/>
        </p:nvSpPr>
        <p:spPr>
          <a:xfrm>
            <a:off x="767082" y="3563894"/>
            <a:ext cx="23133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Decorative"/>
              <a:buNone/>
              <a:defRPr sz="20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it-IT"/>
              <a:t>prototipo</a:t>
            </a:r>
          </a:p>
        </p:txBody>
      </p:sp>
      <p:sp>
        <p:nvSpPr>
          <p:cNvPr id="10" name="Google Shape;152;p33">
            <a:extLst>
              <a:ext uri="{FF2B5EF4-FFF2-40B4-BE49-F238E27FC236}">
                <a16:creationId xmlns:a16="http://schemas.microsoft.com/office/drawing/2014/main" id="{94F63007-ACDB-C909-EBCF-453B7EF02D1F}"/>
              </a:ext>
            </a:extLst>
          </p:cNvPr>
          <p:cNvSpPr txBox="1">
            <a:spLocks/>
          </p:cNvSpPr>
          <p:nvPr/>
        </p:nvSpPr>
        <p:spPr>
          <a:xfrm>
            <a:off x="3410262" y="3711539"/>
            <a:ext cx="23133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Decorative"/>
              <a:buNone/>
              <a:defRPr sz="20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inzel Medium"/>
              <a:buNone/>
              <a:defRPr sz="25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it-IT"/>
              <a:t>Design pattern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/>
          <p:nvPr/>
        </p:nvSpPr>
        <p:spPr>
          <a:xfrm>
            <a:off x="4114400" y="1113040"/>
            <a:ext cx="915200" cy="744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title"/>
          </p:nvPr>
        </p:nvSpPr>
        <p:spPr>
          <a:xfrm>
            <a:off x="2748401" y="1943215"/>
            <a:ext cx="3647195" cy="1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/>
              <a:t>D</a:t>
            </a:r>
            <a:r>
              <a:rPr lang="en" sz="3000" err="1"/>
              <a:t>escrizione</a:t>
            </a:r>
            <a:r>
              <a:rPr lang="en" sz="3000"/>
              <a:t> e </a:t>
            </a:r>
            <a:r>
              <a:rPr lang="en" sz="3000" err="1"/>
              <a:t>analisi</a:t>
            </a:r>
            <a:r>
              <a:rPr lang="en" sz="3000"/>
              <a:t> del </a:t>
            </a:r>
            <a:r>
              <a:rPr lang="en" sz="3000" err="1"/>
              <a:t>problema</a:t>
            </a:r>
            <a:endParaRPr sz="3000"/>
          </a:p>
        </p:txBody>
      </p:sp>
      <p:sp>
        <p:nvSpPr>
          <p:cNvPr id="167" name="Google Shape;167;p34"/>
          <p:cNvSpPr txBox="1">
            <a:spLocks noGrp="1"/>
          </p:cNvSpPr>
          <p:nvPr>
            <p:ph type="title" idx="2"/>
          </p:nvPr>
        </p:nvSpPr>
        <p:spPr>
          <a:xfrm>
            <a:off x="3928348" y="1198565"/>
            <a:ext cx="1287300" cy="5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01</a:t>
            </a:r>
            <a:endParaRPr/>
          </a:p>
        </p:txBody>
      </p:sp>
      <p:pic>
        <p:nvPicPr>
          <p:cNvPr id="3" name="Immagine 2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CAEDDD87-1B60-5647-401E-F43052393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14" y="1943215"/>
            <a:ext cx="1932136" cy="28982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13">
          <a:extLst>
            <a:ext uri="{FF2B5EF4-FFF2-40B4-BE49-F238E27FC236}">
              <a16:creationId xmlns:a16="http://schemas.microsoft.com/office/drawing/2014/main" id="{A8C37237-9339-2431-195D-EEE667E4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>
            <a:extLst>
              <a:ext uri="{FF2B5EF4-FFF2-40B4-BE49-F238E27FC236}">
                <a16:creationId xmlns:a16="http://schemas.microsoft.com/office/drawing/2014/main" id="{4617849F-2F6E-C1A0-7F3D-B51859B1B0FF}"/>
              </a:ext>
            </a:extLst>
          </p:cNvPr>
          <p:cNvSpPr/>
          <p:nvPr/>
        </p:nvSpPr>
        <p:spPr>
          <a:xfrm>
            <a:off x="2507125" y="1915650"/>
            <a:ext cx="6120300" cy="1312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3">
            <a:extLst>
              <a:ext uri="{FF2B5EF4-FFF2-40B4-BE49-F238E27FC236}">
                <a16:creationId xmlns:a16="http://schemas.microsoft.com/office/drawing/2014/main" id="{6A0F92B4-8A7C-5733-67F3-00E7CE1AA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8995" y="2021700"/>
            <a:ext cx="6338430" cy="11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tx1"/>
                </a:solidFill>
              </a:rPr>
              <a:t>“Studia </a:t>
            </a:r>
            <a:r>
              <a:rPr lang="it-IT">
                <a:solidFill>
                  <a:schemeClr val="tx1"/>
                </a:solidFill>
              </a:rPr>
              <a:t>I</a:t>
            </a:r>
            <a:r>
              <a:rPr lang="en">
                <a:solidFill>
                  <a:schemeClr val="tx1"/>
                </a:solidFill>
              </a:rPr>
              <a:t>l passato, se vuoi prevedere il futuro”</a:t>
            </a:r>
            <a:br>
              <a:rPr lang="en" sz="1100">
                <a:solidFill>
                  <a:schemeClr val="tx1"/>
                </a:solidFill>
              </a:rPr>
            </a:br>
            <a:r>
              <a:rPr lang="en" sz="1100">
                <a:solidFill>
                  <a:schemeClr val="tx1"/>
                </a:solidFill>
              </a:rPr>
              <a:t>- Confucio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2" name="Google Shape;174;p35">
            <a:extLst>
              <a:ext uri="{FF2B5EF4-FFF2-40B4-BE49-F238E27FC236}">
                <a16:creationId xmlns:a16="http://schemas.microsoft.com/office/drawing/2014/main" id="{B116E518-0B66-CD3B-4B16-39A01EA053E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 flipH="1">
            <a:off x="297325" y="0"/>
            <a:ext cx="1584473" cy="2376709"/>
          </a:xfrm>
          <a:prstGeom prst="rect">
            <a:avLst/>
          </a:prstGeom>
          <a:noFill/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9C9142C8-F3F1-C4B5-2CB8-E4B305B3A568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1050">
                <a:latin typeface="Quicksand Medium" panose="020B0604020202020204" charset="0"/>
              </a:rPr>
              <a:t>HistorIA - Interazione Uomo Macchina – Gruppo 1</a:t>
            </a:r>
          </a:p>
        </p:txBody>
      </p:sp>
    </p:spTree>
    <p:extLst>
      <p:ext uri="{BB962C8B-B14F-4D97-AF65-F5344CB8AC3E}">
        <p14:creationId xmlns:p14="http://schemas.microsoft.com/office/powerpoint/2010/main" val="3908892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>
            <a:spLocks noGrp="1"/>
          </p:cNvSpPr>
          <p:nvPr>
            <p:ph type="subTitle" idx="1"/>
          </p:nvPr>
        </p:nvSpPr>
        <p:spPr>
          <a:xfrm>
            <a:off x="1171377" y="907867"/>
            <a:ext cx="3705000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/>
              <a:t>L'</a:t>
            </a:r>
            <a:r>
              <a:rPr lang="it-IT" b="1"/>
              <a:t>apprendimento</a:t>
            </a:r>
            <a:r>
              <a:rPr lang="it-IT"/>
              <a:t> della storia è una sfida per molti studenti, spesso percepita come </a:t>
            </a:r>
            <a:r>
              <a:rPr lang="it-IT" b="1"/>
              <a:t>noiosa</a:t>
            </a:r>
            <a:r>
              <a:rPr lang="it-IT"/>
              <a:t> e </a:t>
            </a:r>
            <a:r>
              <a:rPr lang="it-IT" b="1"/>
              <a:t>poco stimolante</a:t>
            </a:r>
            <a:r>
              <a:rPr lang="it-IT"/>
              <a:t>.</a:t>
            </a:r>
            <a:endParaRPr/>
          </a:p>
        </p:txBody>
      </p:sp>
      <p:sp>
        <p:nvSpPr>
          <p:cNvPr id="173" name="Google Shape;173;p35"/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D</a:t>
            </a:r>
            <a:r>
              <a:rPr lang="it-IT" sz="1600" b="0"/>
              <a:t>e</a:t>
            </a:r>
            <a:r>
              <a:rPr lang="en" sz="1600" b="0"/>
              <a:t>scrzione e analisi del problema</a:t>
            </a:r>
            <a:endParaRPr sz="1600" b="0"/>
          </a:p>
        </p:txBody>
      </p:sp>
      <p:cxnSp>
        <p:nvCxnSpPr>
          <p:cNvPr id="175" name="Google Shape;175;p35"/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DA5F808F-B0E8-5E43-47A4-2EFCD775E7FB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01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C0AA0EDB-EA02-AB59-88E8-96BA3F7CAA8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A90330A2-018C-59E6-D8C5-1A07C92D3CCB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A0327F57-A338-8E93-E5B8-270307A3DEC3}"/>
              </a:ext>
            </a:extLst>
          </p:cNvPr>
          <p:cNvSpPr txBox="1">
            <a:spLocks/>
          </p:cNvSpPr>
          <p:nvPr/>
        </p:nvSpPr>
        <p:spPr>
          <a:xfrm>
            <a:off x="1171377" y="1901306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Il </a:t>
            </a:r>
            <a:r>
              <a:rPr lang="it-IT" b="1"/>
              <a:t>metodo</a:t>
            </a:r>
            <a:r>
              <a:rPr lang="it-IT"/>
              <a:t> di insegnamento trasmissivo </a:t>
            </a:r>
            <a:r>
              <a:rPr lang="it-IT" b="1"/>
              <a:t>non stimola </a:t>
            </a:r>
            <a:r>
              <a:rPr lang="it-IT"/>
              <a:t>la </a:t>
            </a:r>
            <a:r>
              <a:rPr lang="it-IT" b="1"/>
              <a:t>curiosità</a:t>
            </a:r>
            <a:r>
              <a:rPr lang="it-IT"/>
              <a:t> e la </a:t>
            </a:r>
            <a:r>
              <a:rPr lang="it-IT" b="1"/>
              <a:t>connessione emotiva</a:t>
            </a:r>
            <a:r>
              <a:rPr lang="it-IT"/>
              <a:t> con gli eventi storici.</a:t>
            </a:r>
          </a:p>
        </p:txBody>
      </p:sp>
      <p:sp>
        <p:nvSpPr>
          <p:cNvPr id="5" name="Google Shape;172;p35">
            <a:extLst>
              <a:ext uri="{FF2B5EF4-FFF2-40B4-BE49-F238E27FC236}">
                <a16:creationId xmlns:a16="http://schemas.microsoft.com/office/drawing/2014/main" id="{DF3C4A7A-AD84-C1F5-C3B4-947BB16F5D41}"/>
              </a:ext>
            </a:extLst>
          </p:cNvPr>
          <p:cNvSpPr txBox="1">
            <a:spLocks/>
          </p:cNvSpPr>
          <p:nvPr/>
        </p:nvSpPr>
        <p:spPr>
          <a:xfrm>
            <a:off x="1171377" y="2894745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Il </a:t>
            </a:r>
            <a:r>
              <a:rPr lang="it-IT" b="1"/>
              <a:t>disinteresse</a:t>
            </a:r>
            <a:r>
              <a:rPr lang="it-IT"/>
              <a:t> per la storia porta a segnali di disagio: </a:t>
            </a:r>
            <a:r>
              <a:rPr lang="it-IT" b="1"/>
              <a:t>calo dell'attenzione</a:t>
            </a:r>
            <a:r>
              <a:rPr lang="it-IT"/>
              <a:t>, </a:t>
            </a:r>
            <a:r>
              <a:rPr lang="it-IT" b="1"/>
              <a:t>difficoltà di ritenzione</a:t>
            </a:r>
            <a:r>
              <a:rPr lang="it-IT"/>
              <a:t> e </a:t>
            </a:r>
            <a:r>
              <a:rPr lang="it-IT" b="1"/>
              <a:t>disinteresse</a:t>
            </a:r>
            <a:r>
              <a:rPr lang="it-IT"/>
              <a:t>.</a:t>
            </a:r>
          </a:p>
        </p:txBody>
      </p:sp>
      <p:grpSp>
        <p:nvGrpSpPr>
          <p:cNvPr id="7" name="Google Shape;1040;p54">
            <a:extLst>
              <a:ext uri="{FF2B5EF4-FFF2-40B4-BE49-F238E27FC236}">
                <a16:creationId xmlns:a16="http://schemas.microsoft.com/office/drawing/2014/main" id="{33E750B9-AFE5-A79A-C9CB-E6358465D94B}"/>
              </a:ext>
            </a:extLst>
          </p:cNvPr>
          <p:cNvGrpSpPr/>
          <p:nvPr/>
        </p:nvGrpSpPr>
        <p:grpSpPr>
          <a:xfrm>
            <a:off x="8646892" y="287684"/>
            <a:ext cx="355246" cy="377342"/>
            <a:chOff x="5342055" y="3147007"/>
            <a:chExt cx="388969" cy="411181"/>
          </a:xfrm>
        </p:grpSpPr>
        <p:sp>
          <p:nvSpPr>
            <p:cNvPr id="8" name="Google Shape;1041;p54">
              <a:extLst>
                <a:ext uri="{FF2B5EF4-FFF2-40B4-BE49-F238E27FC236}">
                  <a16:creationId xmlns:a16="http://schemas.microsoft.com/office/drawing/2014/main" id="{5DA6265C-5331-2FA3-B2D7-8589B7596B13}"/>
                </a:ext>
              </a:extLst>
            </p:cNvPr>
            <p:cNvSpPr/>
            <p:nvPr/>
          </p:nvSpPr>
          <p:spPr>
            <a:xfrm>
              <a:off x="5416230" y="3175129"/>
              <a:ext cx="127454" cy="72296"/>
            </a:xfrm>
            <a:custGeom>
              <a:avLst/>
              <a:gdLst/>
              <a:ahLst/>
              <a:cxnLst/>
              <a:rect l="l" t="t" r="r" b="b"/>
              <a:pathLst>
                <a:path w="4050" h="2144" extrusionOk="0">
                  <a:moveTo>
                    <a:pt x="3763" y="0"/>
                  </a:moveTo>
                  <a:lnTo>
                    <a:pt x="1" y="1358"/>
                  </a:lnTo>
                  <a:lnTo>
                    <a:pt x="429" y="2144"/>
                  </a:lnTo>
                  <a:lnTo>
                    <a:pt x="4049" y="810"/>
                  </a:lnTo>
                  <a:lnTo>
                    <a:pt x="3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042;p54">
              <a:extLst>
                <a:ext uri="{FF2B5EF4-FFF2-40B4-BE49-F238E27FC236}">
                  <a16:creationId xmlns:a16="http://schemas.microsoft.com/office/drawing/2014/main" id="{0392EF60-7F8A-81C1-D3E7-F6B0F44FA6B0}"/>
                </a:ext>
              </a:extLst>
            </p:cNvPr>
            <p:cNvSpPr/>
            <p:nvPr/>
          </p:nvSpPr>
          <p:spPr>
            <a:xfrm>
              <a:off x="5382526" y="3147007"/>
              <a:ext cx="144668" cy="53042"/>
            </a:xfrm>
            <a:custGeom>
              <a:avLst/>
              <a:gdLst/>
              <a:ahLst/>
              <a:cxnLst/>
              <a:rect l="l" t="t" r="r" b="b"/>
              <a:pathLst>
                <a:path w="4597" h="1573" extrusionOk="0">
                  <a:moveTo>
                    <a:pt x="0" y="1"/>
                  </a:moveTo>
                  <a:lnTo>
                    <a:pt x="786" y="1573"/>
                  </a:lnTo>
                  <a:lnTo>
                    <a:pt x="4596" y="168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43;p54">
              <a:extLst>
                <a:ext uri="{FF2B5EF4-FFF2-40B4-BE49-F238E27FC236}">
                  <a16:creationId xmlns:a16="http://schemas.microsoft.com/office/drawing/2014/main" id="{663E6E1B-9A96-B027-71CE-1980929EBBEC}"/>
                </a:ext>
              </a:extLst>
            </p:cNvPr>
            <p:cNvSpPr/>
            <p:nvPr/>
          </p:nvSpPr>
          <p:spPr>
            <a:xfrm>
              <a:off x="5342055" y="3225709"/>
              <a:ext cx="304283" cy="332479"/>
            </a:xfrm>
            <a:custGeom>
              <a:avLst/>
              <a:gdLst/>
              <a:ahLst/>
              <a:cxnLst/>
              <a:rect l="l" t="t" r="r" b="b"/>
              <a:pathLst>
                <a:path w="9669" h="9860" extrusionOk="0">
                  <a:moveTo>
                    <a:pt x="6644" y="1"/>
                  </a:moveTo>
                  <a:lnTo>
                    <a:pt x="3072" y="1310"/>
                  </a:lnTo>
                  <a:lnTo>
                    <a:pt x="4501" y="4168"/>
                  </a:lnTo>
                  <a:lnTo>
                    <a:pt x="3834" y="4883"/>
                  </a:lnTo>
                  <a:lnTo>
                    <a:pt x="5549" y="7669"/>
                  </a:lnTo>
                  <a:lnTo>
                    <a:pt x="4858" y="7907"/>
                  </a:lnTo>
                  <a:lnTo>
                    <a:pt x="3358" y="5430"/>
                  </a:lnTo>
                  <a:lnTo>
                    <a:pt x="2215" y="6740"/>
                  </a:lnTo>
                  <a:lnTo>
                    <a:pt x="4072" y="8169"/>
                  </a:lnTo>
                  <a:lnTo>
                    <a:pt x="3286" y="8455"/>
                  </a:lnTo>
                  <a:lnTo>
                    <a:pt x="1691" y="7264"/>
                  </a:lnTo>
                  <a:lnTo>
                    <a:pt x="1572" y="7383"/>
                  </a:lnTo>
                  <a:lnTo>
                    <a:pt x="619" y="7788"/>
                  </a:lnTo>
                  <a:cubicBezTo>
                    <a:pt x="214" y="7931"/>
                    <a:pt x="0" y="8383"/>
                    <a:pt x="143" y="8788"/>
                  </a:cubicBezTo>
                  <a:cubicBezTo>
                    <a:pt x="273" y="9122"/>
                    <a:pt x="561" y="9311"/>
                    <a:pt x="885" y="9311"/>
                  </a:cubicBezTo>
                  <a:cubicBezTo>
                    <a:pt x="977" y="9311"/>
                    <a:pt x="1072" y="9296"/>
                    <a:pt x="1167" y="9264"/>
                  </a:cubicBezTo>
                  <a:lnTo>
                    <a:pt x="1310" y="9217"/>
                  </a:lnTo>
                  <a:lnTo>
                    <a:pt x="1310" y="9217"/>
                  </a:lnTo>
                  <a:cubicBezTo>
                    <a:pt x="1191" y="9288"/>
                    <a:pt x="1143" y="9479"/>
                    <a:pt x="1191" y="9622"/>
                  </a:cubicBezTo>
                  <a:cubicBezTo>
                    <a:pt x="1262" y="9765"/>
                    <a:pt x="1381" y="9860"/>
                    <a:pt x="1524" y="9860"/>
                  </a:cubicBezTo>
                  <a:cubicBezTo>
                    <a:pt x="1548" y="9860"/>
                    <a:pt x="1619" y="9860"/>
                    <a:pt x="1643" y="9836"/>
                  </a:cubicBezTo>
                  <a:lnTo>
                    <a:pt x="9407" y="7002"/>
                  </a:lnTo>
                  <a:cubicBezTo>
                    <a:pt x="9597" y="6954"/>
                    <a:pt x="9669" y="6740"/>
                    <a:pt x="9621" y="6550"/>
                  </a:cubicBezTo>
                  <a:cubicBezTo>
                    <a:pt x="9566" y="6421"/>
                    <a:pt x="9440" y="6335"/>
                    <a:pt x="9298" y="6335"/>
                  </a:cubicBezTo>
                  <a:cubicBezTo>
                    <a:pt x="9256" y="6335"/>
                    <a:pt x="9212" y="6343"/>
                    <a:pt x="9169" y="6359"/>
                  </a:cubicBezTo>
                  <a:lnTo>
                    <a:pt x="8192" y="6716"/>
                  </a:lnTo>
                  <a:cubicBezTo>
                    <a:pt x="8645" y="6550"/>
                    <a:pt x="8859" y="6073"/>
                    <a:pt x="8692" y="5645"/>
                  </a:cubicBezTo>
                  <a:lnTo>
                    <a:pt x="8026" y="3787"/>
                  </a:lnTo>
                  <a:lnTo>
                    <a:pt x="7097" y="4716"/>
                  </a:lnTo>
                  <a:cubicBezTo>
                    <a:pt x="7025" y="4740"/>
                    <a:pt x="6954" y="4787"/>
                    <a:pt x="6859" y="4787"/>
                  </a:cubicBezTo>
                  <a:cubicBezTo>
                    <a:pt x="6763" y="4787"/>
                    <a:pt x="6668" y="4740"/>
                    <a:pt x="6620" y="4692"/>
                  </a:cubicBezTo>
                  <a:lnTo>
                    <a:pt x="6549" y="4621"/>
                  </a:lnTo>
                  <a:lnTo>
                    <a:pt x="6192" y="4002"/>
                  </a:lnTo>
                  <a:cubicBezTo>
                    <a:pt x="6120" y="3835"/>
                    <a:pt x="6168" y="3620"/>
                    <a:pt x="6311" y="3525"/>
                  </a:cubicBezTo>
                  <a:cubicBezTo>
                    <a:pt x="6371" y="3495"/>
                    <a:pt x="6430" y="3482"/>
                    <a:pt x="6487" y="3482"/>
                  </a:cubicBezTo>
                  <a:cubicBezTo>
                    <a:pt x="6612" y="3482"/>
                    <a:pt x="6722" y="3546"/>
                    <a:pt x="6787" y="3644"/>
                  </a:cubicBezTo>
                  <a:lnTo>
                    <a:pt x="6906" y="3859"/>
                  </a:lnTo>
                  <a:lnTo>
                    <a:pt x="7740" y="3025"/>
                  </a:lnTo>
                  <a:lnTo>
                    <a:pt x="6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044;p54">
              <a:extLst>
                <a:ext uri="{FF2B5EF4-FFF2-40B4-BE49-F238E27FC236}">
                  <a16:creationId xmlns:a16="http://schemas.microsoft.com/office/drawing/2014/main" id="{00936788-69CD-F708-511F-33C375A7A6BC}"/>
                </a:ext>
              </a:extLst>
            </p:cNvPr>
            <p:cNvSpPr/>
            <p:nvPr/>
          </p:nvSpPr>
          <p:spPr>
            <a:xfrm>
              <a:off x="5585601" y="3188685"/>
              <a:ext cx="145423" cy="164756"/>
            </a:xfrm>
            <a:custGeom>
              <a:avLst/>
              <a:gdLst/>
              <a:ahLst/>
              <a:cxnLst/>
              <a:rect l="l" t="t" r="r" b="b"/>
              <a:pathLst>
                <a:path w="4621" h="4886" extrusionOk="0">
                  <a:moveTo>
                    <a:pt x="3093" y="1"/>
                  </a:moveTo>
                  <a:cubicBezTo>
                    <a:pt x="2879" y="1"/>
                    <a:pt x="2716" y="140"/>
                    <a:pt x="2716" y="360"/>
                  </a:cubicBezTo>
                  <a:lnTo>
                    <a:pt x="2716" y="1384"/>
                  </a:lnTo>
                  <a:lnTo>
                    <a:pt x="2192" y="1956"/>
                  </a:lnTo>
                  <a:lnTo>
                    <a:pt x="2192" y="1646"/>
                  </a:lnTo>
                  <a:cubicBezTo>
                    <a:pt x="2192" y="1456"/>
                    <a:pt x="2073" y="1313"/>
                    <a:pt x="1882" y="1289"/>
                  </a:cubicBezTo>
                  <a:cubicBezTo>
                    <a:pt x="1865" y="1287"/>
                    <a:pt x="1848" y="1287"/>
                    <a:pt x="1831" y="1287"/>
                  </a:cubicBezTo>
                  <a:cubicBezTo>
                    <a:pt x="1621" y="1287"/>
                    <a:pt x="1477" y="1426"/>
                    <a:pt x="1477" y="1646"/>
                  </a:cubicBezTo>
                  <a:lnTo>
                    <a:pt x="1477" y="2694"/>
                  </a:lnTo>
                  <a:lnTo>
                    <a:pt x="1" y="4147"/>
                  </a:lnTo>
                  <a:lnTo>
                    <a:pt x="287" y="4885"/>
                  </a:lnTo>
                  <a:lnTo>
                    <a:pt x="1977" y="3194"/>
                  </a:lnTo>
                  <a:lnTo>
                    <a:pt x="2978" y="3194"/>
                  </a:lnTo>
                  <a:cubicBezTo>
                    <a:pt x="3168" y="3194"/>
                    <a:pt x="3311" y="3075"/>
                    <a:pt x="3335" y="2885"/>
                  </a:cubicBezTo>
                  <a:cubicBezTo>
                    <a:pt x="3382" y="2647"/>
                    <a:pt x="3216" y="2480"/>
                    <a:pt x="2978" y="2480"/>
                  </a:cubicBezTo>
                  <a:lnTo>
                    <a:pt x="2692" y="2480"/>
                  </a:lnTo>
                  <a:lnTo>
                    <a:pt x="3216" y="1956"/>
                  </a:lnTo>
                  <a:lnTo>
                    <a:pt x="4240" y="1956"/>
                  </a:lnTo>
                  <a:cubicBezTo>
                    <a:pt x="4406" y="1956"/>
                    <a:pt x="4573" y="1837"/>
                    <a:pt x="4597" y="1646"/>
                  </a:cubicBezTo>
                  <a:cubicBezTo>
                    <a:pt x="4621" y="1361"/>
                    <a:pt x="4478" y="1170"/>
                    <a:pt x="4240" y="1170"/>
                  </a:cubicBezTo>
                  <a:lnTo>
                    <a:pt x="3430" y="1170"/>
                  </a:lnTo>
                  <a:lnTo>
                    <a:pt x="3430" y="360"/>
                  </a:lnTo>
                  <a:cubicBezTo>
                    <a:pt x="3430" y="194"/>
                    <a:pt x="3311" y="51"/>
                    <a:pt x="3144" y="3"/>
                  </a:cubicBezTo>
                  <a:cubicBezTo>
                    <a:pt x="3127" y="2"/>
                    <a:pt x="3110" y="1"/>
                    <a:pt x="3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A206276-460A-22BB-DEB3-24205D0A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BDAB8CCA-F120-73C7-AE55-1A9229AEF7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1377" y="907867"/>
            <a:ext cx="4136604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600"/>
              <a:t>L'</a:t>
            </a:r>
            <a:r>
              <a:rPr lang="it-IT" sz="1600" b="1"/>
              <a:t>apprendimento</a:t>
            </a:r>
            <a:r>
              <a:rPr lang="it-IT" sz="1600"/>
              <a:t> della storia è una sfida per molti studenti, spesso percepita come </a:t>
            </a:r>
            <a:r>
              <a:rPr lang="it-IT" sz="1600" b="1"/>
              <a:t>noiosa</a:t>
            </a:r>
            <a:r>
              <a:rPr lang="it-IT" sz="1600"/>
              <a:t> e </a:t>
            </a:r>
            <a:r>
              <a:rPr lang="it-IT" sz="1600" b="1"/>
              <a:t>poco stimolante</a:t>
            </a:r>
            <a:r>
              <a:rPr lang="it-IT" sz="1600"/>
              <a:t>.</a:t>
            </a:r>
            <a:endParaRPr sz="1600"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976D7A7B-671B-ACED-E50C-442108C50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D</a:t>
            </a:r>
            <a:r>
              <a:rPr lang="it-IT" sz="1600" b="0"/>
              <a:t>e</a:t>
            </a:r>
            <a:r>
              <a:rPr lang="en" sz="1600" b="0"/>
              <a:t>scrzione e analisi del problema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8EE31E9E-CC55-BF02-F7A9-E8D183D38725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917F66CA-0439-10CD-6391-8C5A1183452A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01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0495B75B-386A-BDB2-A4F8-D5036E43C40A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A564FFE7-51CE-23D7-8C69-D6908485D618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685AF711-EFC9-14D4-AA81-09F4A205AAAF}"/>
              </a:ext>
            </a:extLst>
          </p:cNvPr>
          <p:cNvSpPr txBox="1">
            <a:spLocks/>
          </p:cNvSpPr>
          <p:nvPr/>
        </p:nvSpPr>
        <p:spPr>
          <a:xfrm>
            <a:off x="1171377" y="1901306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Il </a:t>
            </a:r>
            <a:r>
              <a:rPr lang="it-IT" b="1"/>
              <a:t>metodo</a:t>
            </a:r>
            <a:r>
              <a:rPr lang="it-IT"/>
              <a:t> di insegnamento trasmissivo </a:t>
            </a:r>
            <a:r>
              <a:rPr lang="it-IT" b="1"/>
              <a:t>non stimola </a:t>
            </a:r>
            <a:r>
              <a:rPr lang="it-IT"/>
              <a:t>la </a:t>
            </a:r>
            <a:r>
              <a:rPr lang="it-IT" b="1"/>
              <a:t>curiosità</a:t>
            </a:r>
            <a:r>
              <a:rPr lang="it-IT"/>
              <a:t> e la </a:t>
            </a:r>
            <a:r>
              <a:rPr lang="it-IT" b="1"/>
              <a:t>connessione emotiva</a:t>
            </a:r>
            <a:r>
              <a:rPr lang="it-IT"/>
              <a:t> con gli eventi storici.</a:t>
            </a:r>
          </a:p>
        </p:txBody>
      </p:sp>
      <p:sp>
        <p:nvSpPr>
          <p:cNvPr id="5" name="Google Shape;172;p35">
            <a:extLst>
              <a:ext uri="{FF2B5EF4-FFF2-40B4-BE49-F238E27FC236}">
                <a16:creationId xmlns:a16="http://schemas.microsoft.com/office/drawing/2014/main" id="{4A5A387C-CB2E-B411-12F8-382647EB8A2F}"/>
              </a:ext>
            </a:extLst>
          </p:cNvPr>
          <p:cNvSpPr txBox="1">
            <a:spLocks/>
          </p:cNvSpPr>
          <p:nvPr/>
        </p:nvSpPr>
        <p:spPr>
          <a:xfrm>
            <a:off x="1171377" y="2894745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Il </a:t>
            </a:r>
            <a:r>
              <a:rPr lang="it-IT" b="1"/>
              <a:t>disinteresse</a:t>
            </a:r>
            <a:r>
              <a:rPr lang="it-IT"/>
              <a:t> per la storia porta a segnali di disagio: </a:t>
            </a:r>
            <a:r>
              <a:rPr lang="it-IT" b="1"/>
              <a:t>calo dell'attenzione</a:t>
            </a:r>
            <a:r>
              <a:rPr lang="it-IT"/>
              <a:t>, </a:t>
            </a:r>
            <a:r>
              <a:rPr lang="it-IT" b="1"/>
              <a:t>difficoltà di ritenzione</a:t>
            </a:r>
            <a:r>
              <a:rPr lang="it-IT"/>
              <a:t> e </a:t>
            </a:r>
            <a:r>
              <a:rPr lang="it-IT" b="1"/>
              <a:t>disinteresse</a:t>
            </a:r>
            <a:r>
              <a:rPr lang="it-IT"/>
              <a:t>.</a:t>
            </a:r>
          </a:p>
        </p:txBody>
      </p:sp>
      <p:pic>
        <p:nvPicPr>
          <p:cNvPr id="8" name="Immagine 7" descr="Immagine che contiene orologio, cartone animato, Viso umano, arredo&#10;&#10;Il contenuto generato dall'IA potrebbe non essere corretto.">
            <a:extLst>
              <a:ext uri="{FF2B5EF4-FFF2-40B4-BE49-F238E27FC236}">
                <a16:creationId xmlns:a16="http://schemas.microsoft.com/office/drawing/2014/main" id="{3FE12D9C-749D-E8F4-166F-EC8357D4C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669" y="1110725"/>
            <a:ext cx="1605776" cy="2408664"/>
          </a:xfrm>
          <a:prstGeom prst="rect">
            <a:avLst/>
          </a:prstGeom>
        </p:spPr>
      </p:pic>
      <p:grpSp>
        <p:nvGrpSpPr>
          <p:cNvPr id="7" name="Google Shape;1040;p54">
            <a:extLst>
              <a:ext uri="{FF2B5EF4-FFF2-40B4-BE49-F238E27FC236}">
                <a16:creationId xmlns:a16="http://schemas.microsoft.com/office/drawing/2014/main" id="{E0224DB2-BF81-F60D-8F60-5C015352C923}"/>
              </a:ext>
            </a:extLst>
          </p:cNvPr>
          <p:cNvGrpSpPr/>
          <p:nvPr/>
        </p:nvGrpSpPr>
        <p:grpSpPr>
          <a:xfrm>
            <a:off x="8646892" y="287684"/>
            <a:ext cx="355246" cy="377342"/>
            <a:chOff x="5342055" y="3147007"/>
            <a:chExt cx="388969" cy="411181"/>
          </a:xfrm>
        </p:grpSpPr>
        <p:sp>
          <p:nvSpPr>
            <p:cNvPr id="10" name="Google Shape;1041;p54">
              <a:extLst>
                <a:ext uri="{FF2B5EF4-FFF2-40B4-BE49-F238E27FC236}">
                  <a16:creationId xmlns:a16="http://schemas.microsoft.com/office/drawing/2014/main" id="{0EEB3A8F-885D-7E06-A157-74AD9F938D7B}"/>
                </a:ext>
              </a:extLst>
            </p:cNvPr>
            <p:cNvSpPr/>
            <p:nvPr/>
          </p:nvSpPr>
          <p:spPr>
            <a:xfrm>
              <a:off x="5416230" y="3175129"/>
              <a:ext cx="127454" cy="72296"/>
            </a:xfrm>
            <a:custGeom>
              <a:avLst/>
              <a:gdLst/>
              <a:ahLst/>
              <a:cxnLst/>
              <a:rect l="l" t="t" r="r" b="b"/>
              <a:pathLst>
                <a:path w="4050" h="2144" extrusionOk="0">
                  <a:moveTo>
                    <a:pt x="3763" y="0"/>
                  </a:moveTo>
                  <a:lnTo>
                    <a:pt x="1" y="1358"/>
                  </a:lnTo>
                  <a:lnTo>
                    <a:pt x="429" y="2144"/>
                  </a:lnTo>
                  <a:lnTo>
                    <a:pt x="4049" y="810"/>
                  </a:lnTo>
                  <a:lnTo>
                    <a:pt x="3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42;p54">
              <a:extLst>
                <a:ext uri="{FF2B5EF4-FFF2-40B4-BE49-F238E27FC236}">
                  <a16:creationId xmlns:a16="http://schemas.microsoft.com/office/drawing/2014/main" id="{57EC1BAA-4F0B-00FE-B2E8-F3710E05E620}"/>
                </a:ext>
              </a:extLst>
            </p:cNvPr>
            <p:cNvSpPr/>
            <p:nvPr/>
          </p:nvSpPr>
          <p:spPr>
            <a:xfrm>
              <a:off x="5382526" y="3147007"/>
              <a:ext cx="144668" cy="53042"/>
            </a:xfrm>
            <a:custGeom>
              <a:avLst/>
              <a:gdLst/>
              <a:ahLst/>
              <a:cxnLst/>
              <a:rect l="l" t="t" r="r" b="b"/>
              <a:pathLst>
                <a:path w="4597" h="1573" extrusionOk="0">
                  <a:moveTo>
                    <a:pt x="0" y="1"/>
                  </a:moveTo>
                  <a:lnTo>
                    <a:pt x="786" y="1573"/>
                  </a:lnTo>
                  <a:lnTo>
                    <a:pt x="4596" y="168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043;p54">
              <a:extLst>
                <a:ext uri="{FF2B5EF4-FFF2-40B4-BE49-F238E27FC236}">
                  <a16:creationId xmlns:a16="http://schemas.microsoft.com/office/drawing/2014/main" id="{73018712-1801-8A77-0547-1E5BE6084422}"/>
                </a:ext>
              </a:extLst>
            </p:cNvPr>
            <p:cNvSpPr/>
            <p:nvPr/>
          </p:nvSpPr>
          <p:spPr>
            <a:xfrm>
              <a:off x="5342055" y="3225709"/>
              <a:ext cx="304283" cy="332479"/>
            </a:xfrm>
            <a:custGeom>
              <a:avLst/>
              <a:gdLst/>
              <a:ahLst/>
              <a:cxnLst/>
              <a:rect l="l" t="t" r="r" b="b"/>
              <a:pathLst>
                <a:path w="9669" h="9860" extrusionOk="0">
                  <a:moveTo>
                    <a:pt x="6644" y="1"/>
                  </a:moveTo>
                  <a:lnTo>
                    <a:pt x="3072" y="1310"/>
                  </a:lnTo>
                  <a:lnTo>
                    <a:pt x="4501" y="4168"/>
                  </a:lnTo>
                  <a:lnTo>
                    <a:pt x="3834" y="4883"/>
                  </a:lnTo>
                  <a:lnTo>
                    <a:pt x="5549" y="7669"/>
                  </a:lnTo>
                  <a:lnTo>
                    <a:pt x="4858" y="7907"/>
                  </a:lnTo>
                  <a:lnTo>
                    <a:pt x="3358" y="5430"/>
                  </a:lnTo>
                  <a:lnTo>
                    <a:pt x="2215" y="6740"/>
                  </a:lnTo>
                  <a:lnTo>
                    <a:pt x="4072" y="8169"/>
                  </a:lnTo>
                  <a:lnTo>
                    <a:pt x="3286" y="8455"/>
                  </a:lnTo>
                  <a:lnTo>
                    <a:pt x="1691" y="7264"/>
                  </a:lnTo>
                  <a:lnTo>
                    <a:pt x="1572" y="7383"/>
                  </a:lnTo>
                  <a:lnTo>
                    <a:pt x="619" y="7788"/>
                  </a:lnTo>
                  <a:cubicBezTo>
                    <a:pt x="214" y="7931"/>
                    <a:pt x="0" y="8383"/>
                    <a:pt x="143" y="8788"/>
                  </a:cubicBezTo>
                  <a:cubicBezTo>
                    <a:pt x="273" y="9122"/>
                    <a:pt x="561" y="9311"/>
                    <a:pt x="885" y="9311"/>
                  </a:cubicBezTo>
                  <a:cubicBezTo>
                    <a:pt x="977" y="9311"/>
                    <a:pt x="1072" y="9296"/>
                    <a:pt x="1167" y="9264"/>
                  </a:cubicBezTo>
                  <a:lnTo>
                    <a:pt x="1310" y="9217"/>
                  </a:lnTo>
                  <a:lnTo>
                    <a:pt x="1310" y="9217"/>
                  </a:lnTo>
                  <a:cubicBezTo>
                    <a:pt x="1191" y="9288"/>
                    <a:pt x="1143" y="9479"/>
                    <a:pt x="1191" y="9622"/>
                  </a:cubicBezTo>
                  <a:cubicBezTo>
                    <a:pt x="1262" y="9765"/>
                    <a:pt x="1381" y="9860"/>
                    <a:pt x="1524" y="9860"/>
                  </a:cubicBezTo>
                  <a:cubicBezTo>
                    <a:pt x="1548" y="9860"/>
                    <a:pt x="1619" y="9860"/>
                    <a:pt x="1643" y="9836"/>
                  </a:cubicBezTo>
                  <a:lnTo>
                    <a:pt x="9407" y="7002"/>
                  </a:lnTo>
                  <a:cubicBezTo>
                    <a:pt x="9597" y="6954"/>
                    <a:pt x="9669" y="6740"/>
                    <a:pt x="9621" y="6550"/>
                  </a:cubicBezTo>
                  <a:cubicBezTo>
                    <a:pt x="9566" y="6421"/>
                    <a:pt x="9440" y="6335"/>
                    <a:pt x="9298" y="6335"/>
                  </a:cubicBezTo>
                  <a:cubicBezTo>
                    <a:pt x="9256" y="6335"/>
                    <a:pt x="9212" y="6343"/>
                    <a:pt x="9169" y="6359"/>
                  </a:cubicBezTo>
                  <a:lnTo>
                    <a:pt x="8192" y="6716"/>
                  </a:lnTo>
                  <a:cubicBezTo>
                    <a:pt x="8645" y="6550"/>
                    <a:pt x="8859" y="6073"/>
                    <a:pt x="8692" y="5645"/>
                  </a:cubicBezTo>
                  <a:lnTo>
                    <a:pt x="8026" y="3787"/>
                  </a:lnTo>
                  <a:lnTo>
                    <a:pt x="7097" y="4716"/>
                  </a:lnTo>
                  <a:cubicBezTo>
                    <a:pt x="7025" y="4740"/>
                    <a:pt x="6954" y="4787"/>
                    <a:pt x="6859" y="4787"/>
                  </a:cubicBezTo>
                  <a:cubicBezTo>
                    <a:pt x="6763" y="4787"/>
                    <a:pt x="6668" y="4740"/>
                    <a:pt x="6620" y="4692"/>
                  </a:cubicBezTo>
                  <a:lnTo>
                    <a:pt x="6549" y="4621"/>
                  </a:lnTo>
                  <a:lnTo>
                    <a:pt x="6192" y="4002"/>
                  </a:lnTo>
                  <a:cubicBezTo>
                    <a:pt x="6120" y="3835"/>
                    <a:pt x="6168" y="3620"/>
                    <a:pt x="6311" y="3525"/>
                  </a:cubicBezTo>
                  <a:cubicBezTo>
                    <a:pt x="6371" y="3495"/>
                    <a:pt x="6430" y="3482"/>
                    <a:pt x="6487" y="3482"/>
                  </a:cubicBezTo>
                  <a:cubicBezTo>
                    <a:pt x="6612" y="3482"/>
                    <a:pt x="6722" y="3546"/>
                    <a:pt x="6787" y="3644"/>
                  </a:cubicBezTo>
                  <a:lnTo>
                    <a:pt x="6906" y="3859"/>
                  </a:lnTo>
                  <a:lnTo>
                    <a:pt x="7740" y="3025"/>
                  </a:lnTo>
                  <a:lnTo>
                    <a:pt x="6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1044;p54">
              <a:extLst>
                <a:ext uri="{FF2B5EF4-FFF2-40B4-BE49-F238E27FC236}">
                  <a16:creationId xmlns:a16="http://schemas.microsoft.com/office/drawing/2014/main" id="{13C99522-8C25-77C9-52DC-EBE641E14BA0}"/>
                </a:ext>
              </a:extLst>
            </p:cNvPr>
            <p:cNvSpPr/>
            <p:nvPr/>
          </p:nvSpPr>
          <p:spPr>
            <a:xfrm>
              <a:off x="5585601" y="3188685"/>
              <a:ext cx="145423" cy="164756"/>
            </a:xfrm>
            <a:custGeom>
              <a:avLst/>
              <a:gdLst/>
              <a:ahLst/>
              <a:cxnLst/>
              <a:rect l="l" t="t" r="r" b="b"/>
              <a:pathLst>
                <a:path w="4621" h="4886" extrusionOk="0">
                  <a:moveTo>
                    <a:pt x="3093" y="1"/>
                  </a:moveTo>
                  <a:cubicBezTo>
                    <a:pt x="2879" y="1"/>
                    <a:pt x="2716" y="140"/>
                    <a:pt x="2716" y="360"/>
                  </a:cubicBezTo>
                  <a:lnTo>
                    <a:pt x="2716" y="1384"/>
                  </a:lnTo>
                  <a:lnTo>
                    <a:pt x="2192" y="1956"/>
                  </a:lnTo>
                  <a:lnTo>
                    <a:pt x="2192" y="1646"/>
                  </a:lnTo>
                  <a:cubicBezTo>
                    <a:pt x="2192" y="1456"/>
                    <a:pt x="2073" y="1313"/>
                    <a:pt x="1882" y="1289"/>
                  </a:cubicBezTo>
                  <a:cubicBezTo>
                    <a:pt x="1865" y="1287"/>
                    <a:pt x="1848" y="1287"/>
                    <a:pt x="1831" y="1287"/>
                  </a:cubicBezTo>
                  <a:cubicBezTo>
                    <a:pt x="1621" y="1287"/>
                    <a:pt x="1477" y="1426"/>
                    <a:pt x="1477" y="1646"/>
                  </a:cubicBezTo>
                  <a:lnTo>
                    <a:pt x="1477" y="2694"/>
                  </a:lnTo>
                  <a:lnTo>
                    <a:pt x="1" y="4147"/>
                  </a:lnTo>
                  <a:lnTo>
                    <a:pt x="287" y="4885"/>
                  </a:lnTo>
                  <a:lnTo>
                    <a:pt x="1977" y="3194"/>
                  </a:lnTo>
                  <a:lnTo>
                    <a:pt x="2978" y="3194"/>
                  </a:lnTo>
                  <a:cubicBezTo>
                    <a:pt x="3168" y="3194"/>
                    <a:pt x="3311" y="3075"/>
                    <a:pt x="3335" y="2885"/>
                  </a:cubicBezTo>
                  <a:cubicBezTo>
                    <a:pt x="3382" y="2647"/>
                    <a:pt x="3216" y="2480"/>
                    <a:pt x="2978" y="2480"/>
                  </a:cubicBezTo>
                  <a:lnTo>
                    <a:pt x="2692" y="2480"/>
                  </a:lnTo>
                  <a:lnTo>
                    <a:pt x="3216" y="1956"/>
                  </a:lnTo>
                  <a:lnTo>
                    <a:pt x="4240" y="1956"/>
                  </a:lnTo>
                  <a:cubicBezTo>
                    <a:pt x="4406" y="1956"/>
                    <a:pt x="4573" y="1837"/>
                    <a:pt x="4597" y="1646"/>
                  </a:cubicBezTo>
                  <a:cubicBezTo>
                    <a:pt x="4621" y="1361"/>
                    <a:pt x="4478" y="1170"/>
                    <a:pt x="4240" y="1170"/>
                  </a:cubicBezTo>
                  <a:lnTo>
                    <a:pt x="3430" y="1170"/>
                  </a:lnTo>
                  <a:lnTo>
                    <a:pt x="3430" y="360"/>
                  </a:lnTo>
                  <a:cubicBezTo>
                    <a:pt x="3430" y="194"/>
                    <a:pt x="3311" y="51"/>
                    <a:pt x="3144" y="3"/>
                  </a:cubicBezTo>
                  <a:cubicBezTo>
                    <a:pt x="3127" y="2"/>
                    <a:pt x="3110" y="1"/>
                    <a:pt x="3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473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84EE616-E9A7-0BBF-CD84-A628A2A0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E5C3C237-4B45-5953-DFCA-0D08B37A18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1377" y="907867"/>
            <a:ext cx="3705000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/>
              <a:t>L'</a:t>
            </a:r>
            <a:r>
              <a:rPr lang="it-IT" b="1"/>
              <a:t>apprendimento</a:t>
            </a:r>
            <a:r>
              <a:rPr lang="it-IT"/>
              <a:t> della storia è una sfida per molti studenti, spesso percepita come </a:t>
            </a:r>
            <a:r>
              <a:rPr lang="it-IT" b="1"/>
              <a:t>noiosa</a:t>
            </a:r>
            <a:r>
              <a:rPr lang="it-IT"/>
              <a:t> e </a:t>
            </a:r>
            <a:r>
              <a:rPr lang="it-IT" b="1"/>
              <a:t>poco stimolante</a:t>
            </a:r>
            <a:r>
              <a:rPr lang="it-IT"/>
              <a:t>.</a:t>
            </a:r>
            <a:endParaRPr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3AB6EE38-9B5F-6096-124B-6330C87C79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D</a:t>
            </a:r>
            <a:r>
              <a:rPr lang="it-IT" sz="1600" b="0"/>
              <a:t>e</a:t>
            </a:r>
            <a:r>
              <a:rPr lang="en" sz="1600" b="0"/>
              <a:t>scrzione e analisi del problema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732748E4-F874-C229-6475-F4E266C68329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01D320FB-C952-CFCE-82B2-1F76444C231A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01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F0069C80-A252-E71B-A059-79D533B03370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9A784DB3-F913-468C-5880-9975717EE617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CD2F5B96-FF2E-F1FE-E3C1-B5770B004308}"/>
              </a:ext>
            </a:extLst>
          </p:cNvPr>
          <p:cNvSpPr txBox="1">
            <a:spLocks/>
          </p:cNvSpPr>
          <p:nvPr/>
        </p:nvSpPr>
        <p:spPr>
          <a:xfrm>
            <a:off x="1171377" y="1901305"/>
            <a:ext cx="4151472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600"/>
              <a:t>Il </a:t>
            </a:r>
            <a:r>
              <a:rPr lang="it-IT" sz="1600" b="1"/>
              <a:t>metodo</a:t>
            </a:r>
            <a:r>
              <a:rPr lang="it-IT" sz="1600"/>
              <a:t> di insegnamento trasmissivo </a:t>
            </a:r>
            <a:r>
              <a:rPr lang="it-IT" sz="1600" b="1"/>
              <a:t>non stimola </a:t>
            </a:r>
            <a:r>
              <a:rPr lang="it-IT" sz="1600"/>
              <a:t>la </a:t>
            </a:r>
            <a:r>
              <a:rPr lang="it-IT" sz="1600" b="1"/>
              <a:t>curiosità</a:t>
            </a:r>
            <a:r>
              <a:rPr lang="it-IT" sz="1600"/>
              <a:t> e la </a:t>
            </a:r>
            <a:r>
              <a:rPr lang="it-IT" sz="1600" b="1"/>
              <a:t>connessione emotiva</a:t>
            </a:r>
            <a:r>
              <a:rPr lang="it-IT" sz="1600"/>
              <a:t> con gli eventi storici.</a:t>
            </a:r>
          </a:p>
        </p:txBody>
      </p:sp>
      <p:sp>
        <p:nvSpPr>
          <p:cNvPr id="5" name="Google Shape;172;p35">
            <a:extLst>
              <a:ext uri="{FF2B5EF4-FFF2-40B4-BE49-F238E27FC236}">
                <a16:creationId xmlns:a16="http://schemas.microsoft.com/office/drawing/2014/main" id="{26CDF64F-9529-E037-BFE7-1E79A8BD4C78}"/>
              </a:ext>
            </a:extLst>
          </p:cNvPr>
          <p:cNvSpPr txBox="1">
            <a:spLocks/>
          </p:cNvSpPr>
          <p:nvPr/>
        </p:nvSpPr>
        <p:spPr>
          <a:xfrm>
            <a:off x="1171377" y="2894745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Il </a:t>
            </a:r>
            <a:r>
              <a:rPr lang="it-IT" b="1"/>
              <a:t>disinteresse</a:t>
            </a:r>
            <a:r>
              <a:rPr lang="it-IT"/>
              <a:t> per la storia porta a segnali di disagio: </a:t>
            </a:r>
            <a:r>
              <a:rPr lang="it-IT" b="1"/>
              <a:t>calo dell'attenzione</a:t>
            </a:r>
            <a:r>
              <a:rPr lang="it-IT"/>
              <a:t>, </a:t>
            </a:r>
            <a:r>
              <a:rPr lang="it-IT" b="1"/>
              <a:t>difficoltà di ritenzione</a:t>
            </a:r>
            <a:r>
              <a:rPr lang="it-IT"/>
              <a:t> e </a:t>
            </a:r>
            <a:r>
              <a:rPr lang="it-IT" b="1"/>
              <a:t>disinteresse</a:t>
            </a:r>
            <a:r>
              <a:rPr lang="it-IT"/>
              <a:t>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F8EF7C6-70F1-4BAD-18A3-CAF36C3A1B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16669" y="1110725"/>
            <a:ext cx="1605776" cy="2408664"/>
          </a:xfrm>
          <a:prstGeom prst="rect">
            <a:avLst/>
          </a:prstGeom>
        </p:spPr>
      </p:pic>
      <p:grpSp>
        <p:nvGrpSpPr>
          <p:cNvPr id="7" name="Google Shape;1040;p54">
            <a:extLst>
              <a:ext uri="{FF2B5EF4-FFF2-40B4-BE49-F238E27FC236}">
                <a16:creationId xmlns:a16="http://schemas.microsoft.com/office/drawing/2014/main" id="{8FF03190-6880-FF4A-E84A-ABBF50EADB62}"/>
              </a:ext>
            </a:extLst>
          </p:cNvPr>
          <p:cNvGrpSpPr/>
          <p:nvPr/>
        </p:nvGrpSpPr>
        <p:grpSpPr>
          <a:xfrm>
            <a:off x="8646892" y="287684"/>
            <a:ext cx="355246" cy="377342"/>
            <a:chOff x="5342055" y="3147007"/>
            <a:chExt cx="388969" cy="411181"/>
          </a:xfrm>
        </p:grpSpPr>
        <p:sp>
          <p:nvSpPr>
            <p:cNvPr id="10" name="Google Shape;1041;p54">
              <a:extLst>
                <a:ext uri="{FF2B5EF4-FFF2-40B4-BE49-F238E27FC236}">
                  <a16:creationId xmlns:a16="http://schemas.microsoft.com/office/drawing/2014/main" id="{517E6D1D-4702-4972-8A1A-417D62A13871}"/>
                </a:ext>
              </a:extLst>
            </p:cNvPr>
            <p:cNvSpPr/>
            <p:nvPr/>
          </p:nvSpPr>
          <p:spPr>
            <a:xfrm>
              <a:off x="5416230" y="3175129"/>
              <a:ext cx="127454" cy="72296"/>
            </a:xfrm>
            <a:custGeom>
              <a:avLst/>
              <a:gdLst/>
              <a:ahLst/>
              <a:cxnLst/>
              <a:rect l="l" t="t" r="r" b="b"/>
              <a:pathLst>
                <a:path w="4050" h="2144" extrusionOk="0">
                  <a:moveTo>
                    <a:pt x="3763" y="0"/>
                  </a:moveTo>
                  <a:lnTo>
                    <a:pt x="1" y="1358"/>
                  </a:lnTo>
                  <a:lnTo>
                    <a:pt x="429" y="2144"/>
                  </a:lnTo>
                  <a:lnTo>
                    <a:pt x="4049" y="810"/>
                  </a:lnTo>
                  <a:lnTo>
                    <a:pt x="3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42;p54">
              <a:extLst>
                <a:ext uri="{FF2B5EF4-FFF2-40B4-BE49-F238E27FC236}">
                  <a16:creationId xmlns:a16="http://schemas.microsoft.com/office/drawing/2014/main" id="{81A8E7FB-2DC7-1292-CB1C-2CD86C4FF4CF}"/>
                </a:ext>
              </a:extLst>
            </p:cNvPr>
            <p:cNvSpPr/>
            <p:nvPr/>
          </p:nvSpPr>
          <p:spPr>
            <a:xfrm>
              <a:off x="5382526" y="3147007"/>
              <a:ext cx="144668" cy="53042"/>
            </a:xfrm>
            <a:custGeom>
              <a:avLst/>
              <a:gdLst/>
              <a:ahLst/>
              <a:cxnLst/>
              <a:rect l="l" t="t" r="r" b="b"/>
              <a:pathLst>
                <a:path w="4597" h="1573" extrusionOk="0">
                  <a:moveTo>
                    <a:pt x="0" y="1"/>
                  </a:moveTo>
                  <a:lnTo>
                    <a:pt x="786" y="1573"/>
                  </a:lnTo>
                  <a:lnTo>
                    <a:pt x="4596" y="168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043;p54">
              <a:extLst>
                <a:ext uri="{FF2B5EF4-FFF2-40B4-BE49-F238E27FC236}">
                  <a16:creationId xmlns:a16="http://schemas.microsoft.com/office/drawing/2014/main" id="{DDBA4CE8-E8B9-0EDD-EA2D-C66CAE81E655}"/>
                </a:ext>
              </a:extLst>
            </p:cNvPr>
            <p:cNvSpPr/>
            <p:nvPr/>
          </p:nvSpPr>
          <p:spPr>
            <a:xfrm>
              <a:off x="5342055" y="3225709"/>
              <a:ext cx="304283" cy="332479"/>
            </a:xfrm>
            <a:custGeom>
              <a:avLst/>
              <a:gdLst/>
              <a:ahLst/>
              <a:cxnLst/>
              <a:rect l="l" t="t" r="r" b="b"/>
              <a:pathLst>
                <a:path w="9669" h="9860" extrusionOk="0">
                  <a:moveTo>
                    <a:pt x="6644" y="1"/>
                  </a:moveTo>
                  <a:lnTo>
                    <a:pt x="3072" y="1310"/>
                  </a:lnTo>
                  <a:lnTo>
                    <a:pt x="4501" y="4168"/>
                  </a:lnTo>
                  <a:lnTo>
                    <a:pt x="3834" y="4883"/>
                  </a:lnTo>
                  <a:lnTo>
                    <a:pt x="5549" y="7669"/>
                  </a:lnTo>
                  <a:lnTo>
                    <a:pt x="4858" y="7907"/>
                  </a:lnTo>
                  <a:lnTo>
                    <a:pt x="3358" y="5430"/>
                  </a:lnTo>
                  <a:lnTo>
                    <a:pt x="2215" y="6740"/>
                  </a:lnTo>
                  <a:lnTo>
                    <a:pt x="4072" y="8169"/>
                  </a:lnTo>
                  <a:lnTo>
                    <a:pt x="3286" y="8455"/>
                  </a:lnTo>
                  <a:lnTo>
                    <a:pt x="1691" y="7264"/>
                  </a:lnTo>
                  <a:lnTo>
                    <a:pt x="1572" y="7383"/>
                  </a:lnTo>
                  <a:lnTo>
                    <a:pt x="619" y="7788"/>
                  </a:lnTo>
                  <a:cubicBezTo>
                    <a:pt x="214" y="7931"/>
                    <a:pt x="0" y="8383"/>
                    <a:pt x="143" y="8788"/>
                  </a:cubicBezTo>
                  <a:cubicBezTo>
                    <a:pt x="273" y="9122"/>
                    <a:pt x="561" y="9311"/>
                    <a:pt x="885" y="9311"/>
                  </a:cubicBezTo>
                  <a:cubicBezTo>
                    <a:pt x="977" y="9311"/>
                    <a:pt x="1072" y="9296"/>
                    <a:pt x="1167" y="9264"/>
                  </a:cubicBezTo>
                  <a:lnTo>
                    <a:pt x="1310" y="9217"/>
                  </a:lnTo>
                  <a:lnTo>
                    <a:pt x="1310" y="9217"/>
                  </a:lnTo>
                  <a:cubicBezTo>
                    <a:pt x="1191" y="9288"/>
                    <a:pt x="1143" y="9479"/>
                    <a:pt x="1191" y="9622"/>
                  </a:cubicBezTo>
                  <a:cubicBezTo>
                    <a:pt x="1262" y="9765"/>
                    <a:pt x="1381" y="9860"/>
                    <a:pt x="1524" y="9860"/>
                  </a:cubicBezTo>
                  <a:cubicBezTo>
                    <a:pt x="1548" y="9860"/>
                    <a:pt x="1619" y="9860"/>
                    <a:pt x="1643" y="9836"/>
                  </a:cubicBezTo>
                  <a:lnTo>
                    <a:pt x="9407" y="7002"/>
                  </a:lnTo>
                  <a:cubicBezTo>
                    <a:pt x="9597" y="6954"/>
                    <a:pt x="9669" y="6740"/>
                    <a:pt x="9621" y="6550"/>
                  </a:cubicBezTo>
                  <a:cubicBezTo>
                    <a:pt x="9566" y="6421"/>
                    <a:pt x="9440" y="6335"/>
                    <a:pt x="9298" y="6335"/>
                  </a:cubicBezTo>
                  <a:cubicBezTo>
                    <a:pt x="9256" y="6335"/>
                    <a:pt x="9212" y="6343"/>
                    <a:pt x="9169" y="6359"/>
                  </a:cubicBezTo>
                  <a:lnTo>
                    <a:pt x="8192" y="6716"/>
                  </a:lnTo>
                  <a:cubicBezTo>
                    <a:pt x="8645" y="6550"/>
                    <a:pt x="8859" y="6073"/>
                    <a:pt x="8692" y="5645"/>
                  </a:cubicBezTo>
                  <a:lnTo>
                    <a:pt x="8026" y="3787"/>
                  </a:lnTo>
                  <a:lnTo>
                    <a:pt x="7097" y="4716"/>
                  </a:lnTo>
                  <a:cubicBezTo>
                    <a:pt x="7025" y="4740"/>
                    <a:pt x="6954" y="4787"/>
                    <a:pt x="6859" y="4787"/>
                  </a:cubicBezTo>
                  <a:cubicBezTo>
                    <a:pt x="6763" y="4787"/>
                    <a:pt x="6668" y="4740"/>
                    <a:pt x="6620" y="4692"/>
                  </a:cubicBezTo>
                  <a:lnTo>
                    <a:pt x="6549" y="4621"/>
                  </a:lnTo>
                  <a:lnTo>
                    <a:pt x="6192" y="4002"/>
                  </a:lnTo>
                  <a:cubicBezTo>
                    <a:pt x="6120" y="3835"/>
                    <a:pt x="6168" y="3620"/>
                    <a:pt x="6311" y="3525"/>
                  </a:cubicBezTo>
                  <a:cubicBezTo>
                    <a:pt x="6371" y="3495"/>
                    <a:pt x="6430" y="3482"/>
                    <a:pt x="6487" y="3482"/>
                  </a:cubicBezTo>
                  <a:cubicBezTo>
                    <a:pt x="6612" y="3482"/>
                    <a:pt x="6722" y="3546"/>
                    <a:pt x="6787" y="3644"/>
                  </a:cubicBezTo>
                  <a:lnTo>
                    <a:pt x="6906" y="3859"/>
                  </a:lnTo>
                  <a:lnTo>
                    <a:pt x="7740" y="3025"/>
                  </a:lnTo>
                  <a:lnTo>
                    <a:pt x="6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1044;p54">
              <a:extLst>
                <a:ext uri="{FF2B5EF4-FFF2-40B4-BE49-F238E27FC236}">
                  <a16:creationId xmlns:a16="http://schemas.microsoft.com/office/drawing/2014/main" id="{A2BB0D28-A3B1-6CCF-1D27-863CD70BA623}"/>
                </a:ext>
              </a:extLst>
            </p:cNvPr>
            <p:cNvSpPr/>
            <p:nvPr/>
          </p:nvSpPr>
          <p:spPr>
            <a:xfrm>
              <a:off x="5585601" y="3188685"/>
              <a:ext cx="145423" cy="164756"/>
            </a:xfrm>
            <a:custGeom>
              <a:avLst/>
              <a:gdLst/>
              <a:ahLst/>
              <a:cxnLst/>
              <a:rect l="l" t="t" r="r" b="b"/>
              <a:pathLst>
                <a:path w="4621" h="4886" extrusionOk="0">
                  <a:moveTo>
                    <a:pt x="3093" y="1"/>
                  </a:moveTo>
                  <a:cubicBezTo>
                    <a:pt x="2879" y="1"/>
                    <a:pt x="2716" y="140"/>
                    <a:pt x="2716" y="360"/>
                  </a:cubicBezTo>
                  <a:lnTo>
                    <a:pt x="2716" y="1384"/>
                  </a:lnTo>
                  <a:lnTo>
                    <a:pt x="2192" y="1956"/>
                  </a:lnTo>
                  <a:lnTo>
                    <a:pt x="2192" y="1646"/>
                  </a:lnTo>
                  <a:cubicBezTo>
                    <a:pt x="2192" y="1456"/>
                    <a:pt x="2073" y="1313"/>
                    <a:pt x="1882" y="1289"/>
                  </a:cubicBezTo>
                  <a:cubicBezTo>
                    <a:pt x="1865" y="1287"/>
                    <a:pt x="1848" y="1287"/>
                    <a:pt x="1831" y="1287"/>
                  </a:cubicBezTo>
                  <a:cubicBezTo>
                    <a:pt x="1621" y="1287"/>
                    <a:pt x="1477" y="1426"/>
                    <a:pt x="1477" y="1646"/>
                  </a:cubicBezTo>
                  <a:lnTo>
                    <a:pt x="1477" y="2694"/>
                  </a:lnTo>
                  <a:lnTo>
                    <a:pt x="1" y="4147"/>
                  </a:lnTo>
                  <a:lnTo>
                    <a:pt x="287" y="4885"/>
                  </a:lnTo>
                  <a:lnTo>
                    <a:pt x="1977" y="3194"/>
                  </a:lnTo>
                  <a:lnTo>
                    <a:pt x="2978" y="3194"/>
                  </a:lnTo>
                  <a:cubicBezTo>
                    <a:pt x="3168" y="3194"/>
                    <a:pt x="3311" y="3075"/>
                    <a:pt x="3335" y="2885"/>
                  </a:cubicBezTo>
                  <a:cubicBezTo>
                    <a:pt x="3382" y="2647"/>
                    <a:pt x="3216" y="2480"/>
                    <a:pt x="2978" y="2480"/>
                  </a:cubicBezTo>
                  <a:lnTo>
                    <a:pt x="2692" y="2480"/>
                  </a:lnTo>
                  <a:lnTo>
                    <a:pt x="3216" y="1956"/>
                  </a:lnTo>
                  <a:lnTo>
                    <a:pt x="4240" y="1956"/>
                  </a:lnTo>
                  <a:cubicBezTo>
                    <a:pt x="4406" y="1956"/>
                    <a:pt x="4573" y="1837"/>
                    <a:pt x="4597" y="1646"/>
                  </a:cubicBezTo>
                  <a:cubicBezTo>
                    <a:pt x="4621" y="1361"/>
                    <a:pt x="4478" y="1170"/>
                    <a:pt x="4240" y="1170"/>
                  </a:cubicBezTo>
                  <a:lnTo>
                    <a:pt x="3430" y="1170"/>
                  </a:lnTo>
                  <a:lnTo>
                    <a:pt x="3430" y="360"/>
                  </a:lnTo>
                  <a:cubicBezTo>
                    <a:pt x="3430" y="194"/>
                    <a:pt x="3311" y="51"/>
                    <a:pt x="3144" y="3"/>
                  </a:cubicBezTo>
                  <a:cubicBezTo>
                    <a:pt x="3127" y="2"/>
                    <a:pt x="3110" y="1"/>
                    <a:pt x="3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210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EBE901FB-179C-7B14-9475-831D655A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541EFA80-252F-6945-63BB-E09A8A6DA7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1377" y="907867"/>
            <a:ext cx="3705000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/>
              <a:t>L'</a:t>
            </a:r>
            <a:r>
              <a:rPr lang="it-IT" b="1"/>
              <a:t>apprendimento</a:t>
            </a:r>
            <a:r>
              <a:rPr lang="it-IT"/>
              <a:t> della storia è una sfida per molti studenti, spesso percepita come </a:t>
            </a:r>
            <a:r>
              <a:rPr lang="it-IT" b="1"/>
              <a:t>noiosa</a:t>
            </a:r>
            <a:r>
              <a:rPr lang="it-IT"/>
              <a:t> e </a:t>
            </a:r>
            <a:r>
              <a:rPr lang="it-IT" b="1"/>
              <a:t>poco stimolante</a:t>
            </a:r>
            <a:r>
              <a:rPr lang="it-IT"/>
              <a:t>.</a:t>
            </a:r>
            <a:endParaRPr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83E72050-C457-CCEB-2ACE-1F74869345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D</a:t>
            </a:r>
            <a:r>
              <a:rPr lang="it-IT" sz="1600" b="0"/>
              <a:t>e</a:t>
            </a:r>
            <a:r>
              <a:rPr lang="en" sz="1600" b="0"/>
              <a:t>scrzione e analisi del problema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57CC9BC9-D146-9FAE-E0A4-8AB63A45CC66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0ADAD63E-D2CB-D57C-B77F-2210AB07526F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01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2579CB83-FA25-F4DD-9703-65AC9F3E774B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D793438C-DAAC-645C-E7C5-2D8EF89CE682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6DE808B3-79F6-5373-A633-04B3FB2A3BC8}"/>
              </a:ext>
            </a:extLst>
          </p:cNvPr>
          <p:cNvSpPr txBox="1">
            <a:spLocks/>
          </p:cNvSpPr>
          <p:nvPr/>
        </p:nvSpPr>
        <p:spPr>
          <a:xfrm>
            <a:off x="1171377" y="1901306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Il </a:t>
            </a:r>
            <a:r>
              <a:rPr lang="it-IT" b="1"/>
              <a:t>metodo</a:t>
            </a:r>
            <a:r>
              <a:rPr lang="it-IT"/>
              <a:t> di insegnamento trasmissivo </a:t>
            </a:r>
            <a:r>
              <a:rPr lang="it-IT" b="1"/>
              <a:t>non stimola </a:t>
            </a:r>
            <a:r>
              <a:rPr lang="it-IT"/>
              <a:t>la </a:t>
            </a:r>
            <a:r>
              <a:rPr lang="it-IT" b="1"/>
              <a:t>curiosità</a:t>
            </a:r>
            <a:r>
              <a:rPr lang="it-IT"/>
              <a:t> e la </a:t>
            </a:r>
            <a:r>
              <a:rPr lang="it-IT" b="1"/>
              <a:t>connessione emotiva</a:t>
            </a:r>
            <a:r>
              <a:rPr lang="it-IT"/>
              <a:t> con gli eventi storici.</a:t>
            </a:r>
          </a:p>
        </p:txBody>
      </p:sp>
      <p:sp>
        <p:nvSpPr>
          <p:cNvPr id="5" name="Google Shape;172;p35">
            <a:extLst>
              <a:ext uri="{FF2B5EF4-FFF2-40B4-BE49-F238E27FC236}">
                <a16:creationId xmlns:a16="http://schemas.microsoft.com/office/drawing/2014/main" id="{A4E37703-A74A-08FC-5E64-B1534E7DD95A}"/>
              </a:ext>
            </a:extLst>
          </p:cNvPr>
          <p:cNvSpPr txBox="1">
            <a:spLocks/>
          </p:cNvSpPr>
          <p:nvPr/>
        </p:nvSpPr>
        <p:spPr>
          <a:xfrm>
            <a:off x="1171376" y="2894745"/>
            <a:ext cx="4173775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600"/>
              <a:t>Il </a:t>
            </a:r>
            <a:r>
              <a:rPr lang="it-IT" sz="1600" b="1"/>
              <a:t>disinteresse</a:t>
            </a:r>
            <a:r>
              <a:rPr lang="it-IT" sz="1600"/>
              <a:t> per la storia porta a segnali di disagio: </a:t>
            </a:r>
            <a:r>
              <a:rPr lang="it-IT" sz="1600" b="1"/>
              <a:t>calo dell'attenzione</a:t>
            </a:r>
            <a:r>
              <a:rPr lang="it-IT" sz="1600"/>
              <a:t>, </a:t>
            </a:r>
            <a:r>
              <a:rPr lang="it-IT" sz="1600" b="1"/>
              <a:t>difficoltà di ritenzione</a:t>
            </a:r>
            <a:r>
              <a:rPr lang="it-IT" sz="1600"/>
              <a:t> e </a:t>
            </a:r>
            <a:r>
              <a:rPr lang="it-IT" sz="1600" b="1"/>
              <a:t>disinteresse</a:t>
            </a:r>
            <a:r>
              <a:rPr lang="it-IT" sz="1600"/>
              <a:t>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34B6DE0-5CB1-F457-34B3-85764244F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16669" y="1110725"/>
            <a:ext cx="1605776" cy="2408664"/>
          </a:xfrm>
          <a:prstGeom prst="rect">
            <a:avLst/>
          </a:prstGeom>
        </p:spPr>
      </p:pic>
      <p:grpSp>
        <p:nvGrpSpPr>
          <p:cNvPr id="7" name="Google Shape;1040;p54">
            <a:extLst>
              <a:ext uri="{FF2B5EF4-FFF2-40B4-BE49-F238E27FC236}">
                <a16:creationId xmlns:a16="http://schemas.microsoft.com/office/drawing/2014/main" id="{50D74F2D-8A98-CDAF-CF9E-F60A027558E6}"/>
              </a:ext>
            </a:extLst>
          </p:cNvPr>
          <p:cNvGrpSpPr/>
          <p:nvPr/>
        </p:nvGrpSpPr>
        <p:grpSpPr>
          <a:xfrm>
            <a:off x="8646892" y="287684"/>
            <a:ext cx="355246" cy="377342"/>
            <a:chOff x="5342055" y="3147007"/>
            <a:chExt cx="388969" cy="411181"/>
          </a:xfrm>
        </p:grpSpPr>
        <p:sp>
          <p:nvSpPr>
            <p:cNvPr id="10" name="Google Shape;1041;p54">
              <a:extLst>
                <a:ext uri="{FF2B5EF4-FFF2-40B4-BE49-F238E27FC236}">
                  <a16:creationId xmlns:a16="http://schemas.microsoft.com/office/drawing/2014/main" id="{AE2C96C9-ACC5-CE2E-AAC8-858B61A6C501}"/>
                </a:ext>
              </a:extLst>
            </p:cNvPr>
            <p:cNvSpPr/>
            <p:nvPr/>
          </p:nvSpPr>
          <p:spPr>
            <a:xfrm>
              <a:off x="5416230" y="3175129"/>
              <a:ext cx="127454" cy="72296"/>
            </a:xfrm>
            <a:custGeom>
              <a:avLst/>
              <a:gdLst/>
              <a:ahLst/>
              <a:cxnLst/>
              <a:rect l="l" t="t" r="r" b="b"/>
              <a:pathLst>
                <a:path w="4050" h="2144" extrusionOk="0">
                  <a:moveTo>
                    <a:pt x="3763" y="0"/>
                  </a:moveTo>
                  <a:lnTo>
                    <a:pt x="1" y="1358"/>
                  </a:lnTo>
                  <a:lnTo>
                    <a:pt x="429" y="2144"/>
                  </a:lnTo>
                  <a:lnTo>
                    <a:pt x="4049" y="810"/>
                  </a:lnTo>
                  <a:lnTo>
                    <a:pt x="3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42;p54">
              <a:extLst>
                <a:ext uri="{FF2B5EF4-FFF2-40B4-BE49-F238E27FC236}">
                  <a16:creationId xmlns:a16="http://schemas.microsoft.com/office/drawing/2014/main" id="{A22BA5EE-498E-823A-F924-9720E717D56B}"/>
                </a:ext>
              </a:extLst>
            </p:cNvPr>
            <p:cNvSpPr/>
            <p:nvPr/>
          </p:nvSpPr>
          <p:spPr>
            <a:xfrm>
              <a:off x="5382526" y="3147007"/>
              <a:ext cx="144668" cy="53042"/>
            </a:xfrm>
            <a:custGeom>
              <a:avLst/>
              <a:gdLst/>
              <a:ahLst/>
              <a:cxnLst/>
              <a:rect l="l" t="t" r="r" b="b"/>
              <a:pathLst>
                <a:path w="4597" h="1573" extrusionOk="0">
                  <a:moveTo>
                    <a:pt x="0" y="1"/>
                  </a:moveTo>
                  <a:lnTo>
                    <a:pt x="786" y="1573"/>
                  </a:lnTo>
                  <a:lnTo>
                    <a:pt x="4596" y="168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043;p54">
              <a:extLst>
                <a:ext uri="{FF2B5EF4-FFF2-40B4-BE49-F238E27FC236}">
                  <a16:creationId xmlns:a16="http://schemas.microsoft.com/office/drawing/2014/main" id="{ADD5EC76-1A01-C1E6-0923-5C6F97B7CC02}"/>
                </a:ext>
              </a:extLst>
            </p:cNvPr>
            <p:cNvSpPr/>
            <p:nvPr/>
          </p:nvSpPr>
          <p:spPr>
            <a:xfrm>
              <a:off x="5342055" y="3225709"/>
              <a:ext cx="304283" cy="332479"/>
            </a:xfrm>
            <a:custGeom>
              <a:avLst/>
              <a:gdLst/>
              <a:ahLst/>
              <a:cxnLst/>
              <a:rect l="l" t="t" r="r" b="b"/>
              <a:pathLst>
                <a:path w="9669" h="9860" extrusionOk="0">
                  <a:moveTo>
                    <a:pt x="6644" y="1"/>
                  </a:moveTo>
                  <a:lnTo>
                    <a:pt x="3072" y="1310"/>
                  </a:lnTo>
                  <a:lnTo>
                    <a:pt x="4501" y="4168"/>
                  </a:lnTo>
                  <a:lnTo>
                    <a:pt x="3834" y="4883"/>
                  </a:lnTo>
                  <a:lnTo>
                    <a:pt x="5549" y="7669"/>
                  </a:lnTo>
                  <a:lnTo>
                    <a:pt x="4858" y="7907"/>
                  </a:lnTo>
                  <a:lnTo>
                    <a:pt x="3358" y="5430"/>
                  </a:lnTo>
                  <a:lnTo>
                    <a:pt x="2215" y="6740"/>
                  </a:lnTo>
                  <a:lnTo>
                    <a:pt x="4072" y="8169"/>
                  </a:lnTo>
                  <a:lnTo>
                    <a:pt x="3286" y="8455"/>
                  </a:lnTo>
                  <a:lnTo>
                    <a:pt x="1691" y="7264"/>
                  </a:lnTo>
                  <a:lnTo>
                    <a:pt x="1572" y="7383"/>
                  </a:lnTo>
                  <a:lnTo>
                    <a:pt x="619" y="7788"/>
                  </a:lnTo>
                  <a:cubicBezTo>
                    <a:pt x="214" y="7931"/>
                    <a:pt x="0" y="8383"/>
                    <a:pt x="143" y="8788"/>
                  </a:cubicBezTo>
                  <a:cubicBezTo>
                    <a:pt x="273" y="9122"/>
                    <a:pt x="561" y="9311"/>
                    <a:pt x="885" y="9311"/>
                  </a:cubicBezTo>
                  <a:cubicBezTo>
                    <a:pt x="977" y="9311"/>
                    <a:pt x="1072" y="9296"/>
                    <a:pt x="1167" y="9264"/>
                  </a:cubicBezTo>
                  <a:lnTo>
                    <a:pt x="1310" y="9217"/>
                  </a:lnTo>
                  <a:lnTo>
                    <a:pt x="1310" y="9217"/>
                  </a:lnTo>
                  <a:cubicBezTo>
                    <a:pt x="1191" y="9288"/>
                    <a:pt x="1143" y="9479"/>
                    <a:pt x="1191" y="9622"/>
                  </a:cubicBezTo>
                  <a:cubicBezTo>
                    <a:pt x="1262" y="9765"/>
                    <a:pt x="1381" y="9860"/>
                    <a:pt x="1524" y="9860"/>
                  </a:cubicBezTo>
                  <a:cubicBezTo>
                    <a:pt x="1548" y="9860"/>
                    <a:pt x="1619" y="9860"/>
                    <a:pt x="1643" y="9836"/>
                  </a:cubicBezTo>
                  <a:lnTo>
                    <a:pt x="9407" y="7002"/>
                  </a:lnTo>
                  <a:cubicBezTo>
                    <a:pt x="9597" y="6954"/>
                    <a:pt x="9669" y="6740"/>
                    <a:pt x="9621" y="6550"/>
                  </a:cubicBezTo>
                  <a:cubicBezTo>
                    <a:pt x="9566" y="6421"/>
                    <a:pt x="9440" y="6335"/>
                    <a:pt x="9298" y="6335"/>
                  </a:cubicBezTo>
                  <a:cubicBezTo>
                    <a:pt x="9256" y="6335"/>
                    <a:pt x="9212" y="6343"/>
                    <a:pt x="9169" y="6359"/>
                  </a:cubicBezTo>
                  <a:lnTo>
                    <a:pt x="8192" y="6716"/>
                  </a:lnTo>
                  <a:cubicBezTo>
                    <a:pt x="8645" y="6550"/>
                    <a:pt x="8859" y="6073"/>
                    <a:pt x="8692" y="5645"/>
                  </a:cubicBezTo>
                  <a:lnTo>
                    <a:pt x="8026" y="3787"/>
                  </a:lnTo>
                  <a:lnTo>
                    <a:pt x="7097" y="4716"/>
                  </a:lnTo>
                  <a:cubicBezTo>
                    <a:pt x="7025" y="4740"/>
                    <a:pt x="6954" y="4787"/>
                    <a:pt x="6859" y="4787"/>
                  </a:cubicBezTo>
                  <a:cubicBezTo>
                    <a:pt x="6763" y="4787"/>
                    <a:pt x="6668" y="4740"/>
                    <a:pt x="6620" y="4692"/>
                  </a:cubicBezTo>
                  <a:lnTo>
                    <a:pt x="6549" y="4621"/>
                  </a:lnTo>
                  <a:lnTo>
                    <a:pt x="6192" y="4002"/>
                  </a:lnTo>
                  <a:cubicBezTo>
                    <a:pt x="6120" y="3835"/>
                    <a:pt x="6168" y="3620"/>
                    <a:pt x="6311" y="3525"/>
                  </a:cubicBezTo>
                  <a:cubicBezTo>
                    <a:pt x="6371" y="3495"/>
                    <a:pt x="6430" y="3482"/>
                    <a:pt x="6487" y="3482"/>
                  </a:cubicBezTo>
                  <a:cubicBezTo>
                    <a:pt x="6612" y="3482"/>
                    <a:pt x="6722" y="3546"/>
                    <a:pt x="6787" y="3644"/>
                  </a:cubicBezTo>
                  <a:lnTo>
                    <a:pt x="6906" y="3859"/>
                  </a:lnTo>
                  <a:lnTo>
                    <a:pt x="7740" y="3025"/>
                  </a:lnTo>
                  <a:lnTo>
                    <a:pt x="6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1044;p54">
              <a:extLst>
                <a:ext uri="{FF2B5EF4-FFF2-40B4-BE49-F238E27FC236}">
                  <a16:creationId xmlns:a16="http://schemas.microsoft.com/office/drawing/2014/main" id="{2160090E-12EF-A762-85BA-335257EECF85}"/>
                </a:ext>
              </a:extLst>
            </p:cNvPr>
            <p:cNvSpPr/>
            <p:nvPr/>
          </p:nvSpPr>
          <p:spPr>
            <a:xfrm>
              <a:off x="5585601" y="3188685"/>
              <a:ext cx="145423" cy="164756"/>
            </a:xfrm>
            <a:custGeom>
              <a:avLst/>
              <a:gdLst/>
              <a:ahLst/>
              <a:cxnLst/>
              <a:rect l="l" t="t" r="r" b="b"/>
              <a:pathLst>
                <a:path w="4621" h="4886" extrusionOk="0">
                  <a:moveTo>
                    <a:pt x="3093" y="1"/>
                  </a:moveTo>
                  <a:cubicBezTo>
                    <a:pt x="2879" y="1"/>
                    <a:pt x="2716" y="140"/>
                    <a:pt x="2716" y="360"/>
                  </a:cubicBezTo>
                  <a:lnTo>
                    <a:pt x="2716" y="1384"/>
                  </a:lnTo>
                  <a:lnTo>
                    <a:pt x="2192" y="1956"/>
                  </a:lnTo>
                  <a:lnTo>
                    <a:pt x="2192" y="1646"/>
                  </a:lnTo>
                  <a:cubicBezTo>
                    <a:pt x="2192" y="1456"/>
                    <a:pt x="2073" y="1313"/>
                    <a:pt x="1882" y="1289"/>
                  </a:cubicBezTo>
                  <a:cubicBezTo>
                    <a:pt x="1865" y="1287"/>
                    <a:pt x="1848" y="1287"/>
                    <a:pt x="1831" y="1287"/>
                  </a:cubicBezTo>
                  <a:cubicBezTo>
                    <a:pt x="1621" y="1287"/>
                    <a:pt x="1477" y="1426"/>
                    <a:pt x="1477" y="1646"/>
                  </a:cubicBezTo>
                  <a:lnTo>
                    <a:pt x="1477" y="2694"/>
                  </a:lnTo>
                  <a:lnTo>
                    <a:pt x="1" y="4147"/>
                  </a:lnTo>
                  <a:lnTo>
                    <a:pt x="287" y="4885"/>
                  </a:lnTo>
                  <a:lnTo>
                    <a:pt x="1977" y="3194"/>
                  </a:lnTo>
                  <a:lnTo>
                    <a:pt x="2978" y="3194"/>
                  </a:lnTo>
                  <a:cubicBezTo>
                    <a:pt x="3168" y="3194"/>
                    <a:pt x="3311" y="3075"/>
                    <a:pt x="3335" y="2885"/>
                  </a:cubicBezTo>
                  <a:cubicBezTo>
                    <a:pt x="3382" y="2647"/>
                    <a:pt x="3216" y="2480"/>
                    <a:pt x="2978" y="2480"/>
                  </a:cubicBezTo>
                  <a:lnTo>
                    <a:pt x="2692" y="2480"/>
                  </a:lnTo>
                  <a:lnTo>
                    <a:pt x="3216" y="1956"/>
                  </a:lnTo>
                  <a:lnTo>
                    <a:pt x="4240" y="1956"/>
                  </a:lnTo>
                  <a:cubicBezTo>
                    <a:pt x="4406" y="1956"/>
                    <a:pt x="4573" y="1837"/>
                    <a:pt x="4597" y="1646"/>
                  </a:cubicBezTo>
                  <a:cubicBezTo>
                    <a:pt x="4621" y="1361"/>
                    <a:pt x="4478" y="1170"/>
                    <a:pt x="4240" y="1170"/>
                  </a:cubicBezTo>
                  <a:lnTo>
                    <a:pt x="3430" y="1170"/>
                  </a:lnTo>
                  <a:lnTo>
                    <a:pt x="3430" y="360"/>
                  </a:lnTo>
                  <a:cubicBezTo>
                    <a:pt x="3430" y="194"/>
                    <a:pt x="3311" y="51"/>
                    <a:pt x="3144" y="3"/>
                  </a:cubicBezTo>
                  <a:cubicBezTo>
                    <a:pt x="3127" y="2"/>
                    <a:pt x="3110" y="1"/>
                    <a:pt x="3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8704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AEBA2D-6A07-A560-C252-99EA05267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3BF40F84-1F70-20DF-D0F0-C5E1B9DC4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D</a:t>
            </a:r>
            <a:r>
              <a:rPr lang="it-IT" sz="1600" b="0"/>
              <a:t>e</a:t>
            </a:r>
            <a:r>
              <a:rPr lang="en" sz="1600" b="0"/>
              <a:t>scrzione e analisi del problema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16CF2178-B9AC-D276-B0B0-8A59C76769E2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BE1A31FC-76D6-F7A8-3CDB-E6C6025EDD3F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01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7846C31A-6142-2D65-DADB-A3EEBB70FE6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B2DFD329-8FF9-02F8-AF75-0248BD30D1D9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3166414B-9AE1-92BC-8F2E-26FE8FA0B0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8825" y="847661"/>
            <a:ext cx="6944363" cy="449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L’</a:t>
            </a:r>
            <a:r>
              <a:rPr lang="en" sz="1600" b="1"/>
              <a:t>obiettivo </a:t>
            </a:r>
            <a:r>
              <a:rPr lang="en" sz="1600"/>
              <a:t>quindi è sviluppare un sistema, che renda </a:t>
            </a:r>
            <a:r>
              <a:rPr lang="en" sz="1600" b="1"/>
              <a:t>l’apprendimento</a:t>
            </a:r>
            <a:r>
              <a:rPr lang="en" sz="1600"/>
              <a:t>:</a:t>
            </a:r>
            <a:endParaRPr sz="1600"/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121888B1-0FC1-3F49-1609-C84D6C14944F}"/>
              </a:ext>
            </a:extLst>
          </p:cNvPr>
          <p:cNvGrpSpPr/>
          <p:nvPr/>
        </p:nvGrpSpPr>
        <p:grpSpPr>
          <a:xfrm>
            <a:off x="988560" y="2702370"/>
            <a:ext cx="3250151" cy="811307"/>
            <a:chOff x="988560" y="2567857"/>
            <a:chExt cx="3250151" cy="811307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7B868FB-EC09-8635-37C8-3DF9DC7CD6E2}"/>
                </a:ext>
              </a:extLst>
            </p:cNvPr>
            <p:cNvSpPr/>
            <p:nvPr/>
          </p:nvSpPr>
          <p:spPr>
            <a:xfrm>
              <a:off x="988560" y="2567857"/>
              <a:ext cx="3250151" cy="8113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Google Shape;371;p41">
              <a:extLst>
                <a:ext uri="{FF2B5EF4-FFF2-40B4-BE49-F238E27FC236}">
                  <a16:creationId xmlns:a16="http://schemas.microsoft.com/office/drawing/2014/main" id="{62C63023-BDCB-B35F-5247-EC53C7623AE7}"/>
                </a:ext>
              </a:extLst>
            </p:cNvPr>
            <p:cNvSpPr txBox="1">
              <a:spLocks/>
            </p:cNvSpPr>
            <p:nvPr/>
          </p:nvSpPr>
          <p:spPr>
            <a:xfrm>
              <a:off x="1420857" y="2831759"/>
              <a:ext cx="2385555" cy="2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Decorative"/>
                <a:buNone/>
                <a:defRPr sz="3200" b="1" i="0" u="none" strike="noStrike" cap="none">
                  <a:solidFill>
                    <a:schemeClr val="dk1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9pPr>
            </a:lstStyle>
            <a:p>
              <a:pPr algn="ctr"/>
              <a:r>
                <a:rPr lang="it-IT" sz="2800"/>
                <a:t>Inclusivo</a:t>
              </a: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6E27AA59-8E93-0E7C-C1D9-E19F7E85DEDB}"/>
              </a:ext>
            </a:extLst>
          </p:cNvPr>
          <p:cNvGrpSpPr/>
          <p:nvPr/>
        </p:nvGrpSpPr>
        <p:grpSpPr>
          <a:xfrm>
            <a:off x="5115580" y="1669295"/>
            <a:ext cx="3250151" cy="811307"/>
            <a:chOff x="5115580" y="1534782"/>
            <a:chExt cx="3250151" cy="811307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E22918BE-FA14-A048-D0B1-EB877DC18706}"/>
                </a:ext>
              </a:extLst>
            </p:cNvPr>
            <p:cNvSpPr/>
            <p:nvPr/>
          </p:nvSpPr>
          <p:spPr>
            <a:xfrm>
              <a:off x="5115580" y="1534782"/>
              <a:ext cx="3250151" cy="8113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Google Shape;371;p41">
              <a:extLst>
                <a:ext uri="{FF2B5EF4-FFF2-40B4-BE49-F238E27FC236}">
                  <a16:creationId xmlns:a16="http://schemas.microsoft.com/office/drawing/2014/main" id="{FFDFF4E7-7539-481B-3116-FA29BBDA48EC}"/>
                </a:ext>
              </a:extLst>
            </p:cNvPr>
            <p:cNvSpPr txBox="1">
              <a:spLocks/>
            </p:cNvSpPr>
            <p:nvPr/>
          </p:nvSpPr>
          <p:spPr>
            <a:xfrm>
              <a:off x="5383360" y="1813496"/>
              <a:ext cx="2714590" cy="2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Decorative"/>
                <a:buNone/>
                <a:defRPr sz="3200" b="1" i="0" u="none" strike="noStrike" cap="none">
                  <a:solidFill>
                    <a:schemeClr val="dk1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9pPr>
            </a:lstStyle>
            <a:p>
              <a:pPr algn="ctr"/>
              <a:r>
                <a:rPr lang="it-IT" sz="2800"/>
                <a:t>Stimolante</a:t>
              </a:r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DFCD612B-D624-3449-8407-2C558A7519C8}"/>
              </a:ext>
            </a:extLst>
          </p:cNvPr>
          <p:cNvGrpSpPr/>
          <p:nvPr/>
        </p:nvGrpSpPr>
        <p:grpSpPr>
          <a:xfrm>
            <a:off x="925566" y="1669296"/>
            <a:ext cx="3314016" cy="811307"/>
            <a:chOff x="925566" y="1534783"/>
            <a:chExt cx="3314016" cy="811307"/>
          </a:xfrm>
        </p:grpSpPr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EDC0BCE4-2C2B-182C-B5A2-B2D85AA023DD}"/>
                </a:ext>
              </a:extLst>
            </p:cNvPr>
            <p:cNvSpPr/>
            <p:nvPr/>
          </p:nvSpPr>
          <p:spPr>
            <a:xfrm>
              <a:off x="989431" y="1534783"/>
              <a:ext cx="3250151" cy="8113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Google Shape;371;p41">
              <a:extLst>
                <a:ext uri="{FF2B5EF4-FFF2-40B4-BE49-F238E27FC236}">
                  <a16:creationId xmlns:a16="http://schemas.microsoft.com/office/drawing/2014/main" id="{79E83AE4-E37A-63A4-E010-CD2478888529}"/>
                </a:ext>
              </a:extLst>
            </p:cNvPr>
            <p:cNvSpPr txBox="1">
              <a:spLocks/>
            </p:cNvSpPr>
            <p:nvPr/>
          </p:nvSpPr>
          <p:spPr>
            <a:xfrm>
              <a:off x="925566" y="1801228"/>
              <a:ext cx="3250151" cy="2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Decorative"/>
                <a:buNone/>
                <a:defRPr sz="3200" b="1" i="0" u="none" strike="noStrike" cap="none">
                  <a:solidFill>
                    <a:schemeClr val="dk1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9pPr>
            </a:lstStyle>
            <a:p>
              <a:pPr algn="ctr"/>
              <a:r>
                <a:rPr lang="it-IT" sz="2800"/>
                <a:t>Esperienziale</a:t>
              </a:r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ED47E00B-1342-F195-52F7-AB69014348C3}"/>
              </a:ext>
            </a:extLst>
          </p:cNvPr>
          <p:cNvGrpSpPr/>
          <p:nvPr/>
        </p:nvGrpSpPr>
        <p:grpSpPr>
          <a:xfrm>
            <a:off x="5115580" y="2702369"/>
            <a:ext cx="3250151" cy="811307"/>
            <a:chOff x="5115580" y="2567856"/>
            <a:chExt cx="3250151" cy="811307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FAE4F18D-8BAC-9D89-32E8-11B6FE84B43B}"/>
                </a:ext>
              </a:extLst>
            </p:cNvPr>
            <p:cNvSpPr/>
            <p:nvPr/>
          </p:nvSpPr>
          <p:spPr>
            <a:xfrm>
              <a:off x="5115580" y="2567856"/>
              <a:ext cx="3250151" cy="8113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Google Shape;371;p41">
              <a:extLst>
                <a:ext uri="{FF2B5EF4-FFF2-40B4-BE49-F238E27FC236}">
                  <a16:creationId xmlns:a16="http://schemas.microsoft.com/office/drawing/2014/main" id="{8A4FD14E-BA70-6A03-C4B3-362EE0E0F7DF}"/>
                </a:ext>
              </a:extLst>
            </p:cNvPr>
            <p:cNvSpPr txBox="1">
              <a:spLocks/>
            </p:cNvSpPr>
            <p:nvPr/>
          </p:nvSpPr>
          <p:spPr>
            <a:xfrm>
              <a:off x="5631769" y="2831759"/>
              <a:ext cx="2217772" cy="28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Decorative"/>
                <a:buNone/>
                <a:defRPr sz="3200" b="1" i="0" u="none" strike="noStrike" cap="none">
                  <a:solidFill>
                    <a:schemeClr val="dk1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inzel Medium"/>
                <a:buNone/>
                <a:defRPr sz="3600" b="0" i="0" u="none" strike="noStrike" cap="none">
                  <a:solidFill>
                    <a:schemeClr val="dk1"/>
                  </a:solidFill>
                  <a:latin typeface="Cinzel Medium"/>
                  <a:ea typeface="Cinzel Medium"/>
                  <a:cs typeface="Cinzel Medium"/>
                  <a:sym typeface="Cinzel Medium"/>
                </a:defRPr>
              </a:lvl9pPr>
            </a:lstStyle>
            <a:p>
              <a:pPr algn="ctr"/>
              <a:r>
                <a:rPr lang="it-IT" sz="2800"/>
                <a:t>Empatico</a:t>
              </a:r>
            </a:p>
          </p:txBody>
        </p:sp>
      </p:grpSp>
      <p:grpSp>
        <p:nvGrpSpPr>
          <p:cNvPr id="20" name="Google Shape;1040;p54">
            <a:extLst>
              <a:ext uri="{FF2B5EF4-FFF2-40B4-BE49-F238E27FC236}">
                <a16:creationId xmlns:a16="http://schemas.microsoft.com/office/drawing/2014/main" id="{FE6CE625-CBA5-596D-8311-88668341CAD6}"/>
              </a:ext>
            </a:extLst>
          </p:cNvPr>
          <p:cNvGrpSpPr/>
          <p:nvPr/>
        </p:nvGrpSpPr>
        <p:grpSpPr>
          <a:xfrm>
            <a:off x="8646892" y="287684"/>
            <a:ext cx="355246" cy="377342"/>
            <a:chOff x="5342055" y="3147007"/>
            <a:chExt cx="388969" cy="411181"/>
          </a:xfrm>
        </p:grpSpPr>
        <p:sp>
          <p:nvSpPr>
            <p:cNvPr id="21" name="Google Shape;1041;p54">
              <a:extLst>
                <a:ext uri="{FF2B5EF4-FFF2-40B4-BE49-F238E27FC236}">
                  <a16:creationId xmlns:a16="http://schemas.microsoft.com/office/drawing/2014/main" id="{348197C3-418C-E14A-FEDA-7566954C6E2A}"/>
                </a:ext>
              </a:extLst>
            </p:cNvPr>
            <p:cNvSpPr/>
            <p:nvPr/>
          </p:nvSpPr>
          <p:spPr>
            <a:xfrm>
              <a:off x="5416230" y="3175129"/>
              <a:ext cx="127454" cy="72296"/>
            </a:xfrm>
            <a:custGeom>
              <a:avLst/>
              <a:gdLst/>
              <a:ahLst/>
              <a:cxnLst/>
              <a:rect l="l" t="t" r="r" b="b"/>
              <a:pathLst>
                <a:path w="4050" h="2144" extrusionOk="0">
                  <a:moveTo>
                    <a:pt x="3763" y="0"/>
                  </a:moveTo>
                  <a:lnTo>
                    <a:pt x="1" y="1358"/>
                  </a:lnTo>
                  <a:lnTo>
                    <a:pt x="429" y="2144"/>
                  </a:lnTo>
                  <a:lnTo>
                    <a:pt x="4049" y="810"/>
                  </a:lnTo>
                  <a:lnTo>
                    <a:pt x="3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" name="Google Shape;1042;p54">
              <a:extLst>
                <a:ext uri="{FF2B5EF4-FFF2-40B4-BE49-F238E27FC236}">
                  <a16:creationId xmlns:a16="http://schemas.microsoft.com/office/drawing/2014/main" id="{D272C52A-786F-5DB6-40E2-D229B89DC63A}"/>
                </a:ext>
              </a:extLst>
            </p:cNvPr>
            <p:cNvSpPr/>
            <p:nvPr/>
          </p:nvSpPr>
          <p:spPr>
            <a:xfrm>
              <a:off x="5382526" y="3147007"/>
              <a:ext cx="144668" cy="53042"/>
            </a:xfrm>
            <a:custGeom>
              <a:avLst/>
              <a:gdLst/>
              <a:ahLst/>
              <a:cxnLst/>
              <a:rect l="l" t="t" r="r" b="b"/>
              <a:pathLst>
                <a:path w="4597" h="1573" extrusionOk="0">
                  <a:moveTo>
                    <a:pt x="0" y="1"/>
                  </a:moveTo>
                  <a:lnTo>
                    <a:pt x="786" y="1573"/>
                  </a:lnTo>
                  <a:lnTo>
                    <a:pt x="4596" y="168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" name="Google Shape;1043;p54">
              <a:extLst>
                <a:ext uri="{FF2B5EF4-FFF2-40B4-BE49-F238E27FC236}">
                  <a16:creationId xmlns:a16="http://schemas.microsoft.com/office/drawing/2014/main" id="{0FDF7732-AB55-5BA9-0317-A770FE591B6F}"/>
                </a:ext>
              </a:extLst>
            </p:cNvPr>
            <p:cNvSpPr/>
            <p:nvPr/>
          </p:nvSpPr>
          <p:spPr>
            <a:xfrm>
              <a:off x="5342055" y="3225709"/>
              <a:ext cx="304283" cy="332479"/>
            </a:xfrm>
            <a:custGeom>
              <a:avLst/>
              <a:gdLst/>
              <a:ahLst/>
              <a:cxnLst/>
              <a:rect l="l" t="t" r="r" b="b"/>
              <a:pathLst>
                <a:path w="9669" h="9860" extrusionOk="0">
                  <a:moveTo>
                    <a:pt x="6644" y="1"/>
                  </a:moveTo>
                  <a:lnTo>
                    <a:pt x="3072" y="1310"/>
                  </a:lnTo>
                  <a:lnTo>
                    <a:pt x="4501" y="4168"/>
                  </a:lnTo>
                  <a:lnTo>
                    <a:pt x="3834" y="4883"/>
                  </a:lnTo>
                  <a:lnTo>
                    <a:pt x="5549" y="7669"/>
                  </a:lnTo>
                  <a:lnTo>
                    <a:pt x="4858" y="7907"/>
                  </a:lnTo>
                  <a:lnTo>
                    <a:pt x="3358" y="5430"/>
                  </a:lnTo>
                  <a:lnTo>
                    <a:pt x="2215" y="6740"/>
                  </a:lnTo>
                  <a:lnTo>
                    <a:pt x="4072" y="8169"/>
                  </a:lnTo>
                  <a:lnTo>
                    <a:pt x="3286" y="8455"/>
                  </a:lnTo>
                  <a:lnTo>
                    <a:pt x="1691" y="7264"/>
                  </a:lnTo>
                  <a:lnTo>
                    <a:pt x="1572" y="7383"/>
                  </a:lnTo>
                  <a:lnTo>
                    <a:pt x="619" y="7788"/>
                  </a:lnTo>
                  <a:cubicBezTo>
                    <a:pt x="214" y="7931"/>
                    <a:pt x="0" y="8383"/>
                    <a:pt x="143" y="8788"/>
                  </a:cubicBezTo>
                  <a:cubicBezTo>
                    <a:pt x="273" y="9122"/>
                    <a:pt x="561" y="9311"/>
                    <a:pt x="885" y="9311"/>
                  </a:cubicBezTo>
                  <a:cubicBezTo>
                    <a:pt x="977" y="9311"/>
                    <a:pt x="1072" y="9296"/>
                    <a:pt x="1167" y="9264"/>
                  </a:cubicBezTo>
                  <a:lnTo>
                    <a:pt x="1310" y="9217"/>
                  </a:lnTo>
                  <a:lnTo>
                    <a:pt x="1310" y="9217"/>
                  </a:lnTo>
                  <a:cubicBezTo>
                    <a:pt x="1191" y="9288"/>
                    <a:pt x="1143" y="9479"/>
                    <a:pt x="1191" y="9622"/>
                  </a:cubicBezTo>
                  <a:cubicBezTo>
                    <a:pt x="1262" y="9765"/>
                    <a:pt x="1381" y="9860"/>
                    <a:pt x="1524" y="9860"/>
                  </a:cubicBezTo>
                  <a:cubicBezTo>
                    <a:pt x="1548" y="9860"/>
                    <a:pt x="1619" y="9860"/>
                    <a:pt x="1643" y="9836"/>
                  </a:cubicBezTo>
                  <a:lnTo>
                    <a:pt x="9407" y="7002"/>
                  </a:lnTo>
                  <a:cubicBezTo>
                    <a:pt x="9597" y="6954"/>
                    <a:pt x="9669" y="6740"/>
                    <a:pt x="9621" y="6550"/>
                  </a:cubicBezTo>
                  <a:cubicBezTo>
                    <a:pt x="9566" y="6421"/>
                    <a:pt x="9440" y="6335"/>
                    <a:pt x="9298" y="6335"/>
                  </a:cubicBezTo>
                  <a:cubicBezTo>
                    <a:pt x="9256" y="6335"/>
                    <a:pt x="9212" y="6343"/>
                    <a:pt x="9169" y="6359"/>
                  </a:cubicBezTo>
                  <a:lnTo>
                    <a:pt x="8192" y="6716"/>
                  </a:lnTo>
                  <a:cubicBezTo>
                    <a:pt x="8645" y="6550"/>
                    <a:pt x="8859" y="6073"/>
                    <a:pt x="8692" y="5645"/>
                  </a:cubicBezTo>
                  <a:lnTo>
                    <a:pt x="8026" y="3787"/>
                  </a:lnTo>
                  <a:lnTo>
                    <a:pt x="7097" y="4716"/>
                  </a:lnTo>
                  <a:cubicBezTo>
                    <a:pt x="7025" y="4740"/>
                    <a:pt x="6954" y="4787"/>
                    <a:pt x="6859" y="4787"/>
                  </a:cubicBezTo>
                  <a:cubicBezTo>
                    <a:pt x="6763" y="4787"/>
                    <a:pt x="6668" y="4740"/>
                    <a:pt x="6620" y="4692"/>
                  </a:cubicBezTo>
                  <a:lnTo>
                    <a:pt x="6549" y="4621"/>
                  </a:lnTo>
                  <a:lnTo>
                    <a:pt x="6192" y="4002"/>
                  </a:lnTo>
                  <a:cubicBezTo>
                    <a:pt x="6120" y="3835"/>
                    <a:pt x="6168" y="3620"/>
                    <a:pt x="6311" y="3525"/>
                  </a:cubicBezTo>
                  <a:cubicBezTo>
                    <a:pt x="6371" y="3495"/>
                    <a:pt x="6430" y="3482"/>
                    <a:pt x="6487" y="3482"/>
                  </a:cubicBezTo>
                  <a:cubicBezTo>
                    <a:pt x="6612" y="3482"/>
                    <a:pt x="6722" y="3546"/>
                    <a:pt x="6787" y="3644"/>
                  </a:cubicBezTo>
                  <a:lnTo>
                    <a:pt x="6906" y="3859"/>
                  </a:lnTo>
                  <a:lnTo>
                    <a:pt x="7740" y="3025"/>
                  </a:lnTo>
                  <a:lnTo>
                    <a:pt x="6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" name="Google Shape;1044;p54">
              <a:extLst>
                <a:ext uri="{FF2B5EF4-FFF2-40B4-BE49-F238E27FC236}">
                  <a16:creationId xmlns:a16="http://schemas.microsoft.com/office/drawing/2014/main" id="{EAB2029A-39D7-2FBA-74DE-2C093048CD53}"/>
                </a:ext>
              </a:extLst>
            </p:cNvPr>
            <p:cNvSpPr/>
            <p:nvPr/>
          </p:nvSpPr>
          <p:spPr>
            <a:xfrm>
              <a:off x="5585601" y="3188685"/>
              <a:ext cx="145423" cy="164756"/>
            </a:xfrm>
            <a:custGeom>
              <a:avLst/>
              <a:gdLst/>
              <a:ahLst/>
              <a:cxnLst/>
              <a:rect l="l" t="t" r="r" b="b"/>
              <a:pathLst>
                <a:path w="4621" h="4886" extrusionOk="0">
                  <a:moveTo>
                    <a:pt x="3093" y="1"/>
                  </a:moveTo>
                  <a:cubicBezTo>
                    <a:pt x="2879" y="1"/>
                    <a:pt x="2716" y="140"/>
                    <a:pt x="2716" y="360"/>
                  </a:cubicBezTo>
                  <a:lnTo>
                    <a:pt x="2716" y="1384"/>
                  </a:lnTo>
                  <a:lnTo>
                    <a:pt x="2192" y="1956"/>
                  </a:lnTo>
                  <a:lnTo>
                    <a:pt x="2192" y="1646"/>
                  </a:lnTo>
                  <a:cubicBezTo>
                    <a:pt x="2192" y="1456"/>
                    <a:pt x="2073" y="1313"/>
                    <a:pt x="1882" y="1289"/>
                  </a:cubicBezTo>
                  <a:cubicBezTo>
                    <a:pt x="1865" y="1287"/>
                    <a:pt x="1848" y="1287"/>
                    <a:pt x="1831" y="1287"/>
                  </a:cubicBezTo>
                  <a:cubicBezTo>
                    <a:pt x="1621" y="1287"/>
                    <a:pt x="1477" y="1426"/>
                    <a:pt x="1477" y="1646"/>
                  </a:cubicBezTo>
                  <a:lnTo>
                    <a:pt x="1477" y="2694"/>
                  </a:lnTo>
                  <a:lnTo>
                    <a:pt x="1" y="4147"/>
                  </a:lnTo>
                  <a:lnTo>
                    <a:pt x="287" y="4885"/>
                  </a:lnTo>
                  <a:lnTo>
                    <a:pt x="1977" y="3194"/>
                  </a:lnTo>
                  <a:lnTo>
                    <a:pt x="2978" y="3194"/>
                  </a:lnTo>
                  <a:cubicBezTo>
                    <a:pt x="3168" y="3194"/>
                    <a:pt x="3311" y="3075"/>
                    <a:pt x="3335" y="2885"/>
                  </a:cubicBezTo>
                  <a:cubicBezTo>
                    <a:pt x="3382" y="2647"/>
                    <a:pt x="3216" y="2480"/>
                    <a:pt x="2978" y="2480"/>
                  </a:cubicBezTo>
                  <a:lnTo>
                    <a:pt x="2692" y="2480"/>
                  </a:lnTo>
                  <a:lnTo>
                    <a:pt x="3216" y="1956"/>
                  </a:lnTo>
                  <a:lnTo>
                    <a:pt x="4240" y="1956"/>
                  </a:lnTo>
                  <a:cubicBezTo>
                    <a:pt x="4406" y="1956"/>
                    <a:pt x="4573" y="1837"/>
                    <a:pt x="4597" y="1646"/>
                  </a:cubicBezTo>
                  <a:cubicBezTo>
                    <a:pt x="4621" y="1361"/>
                    <a:pt x="4478" y="1170"/>
                    <a:pt x="4240" y="1170"/>
                  </a:cubicBezTo>
                  <a:lnTo>
                    <a:pt x="3430" y="1170"/>
                  </a:lnTo>
                  <a:lnTo>
                    <a:pt x="3430" y="360"/>
                  </a:lnTo>
                  <a:cubicBezTo>
                    <a:pt x="3430" y="194"/>
                    <a:pt x="3311" y="51"/>
                    <a:pt x="3144" y="3"/>
                  </a:cubicBezTo>
                  <a:cubicBezTo>
                    <a:pt x="3127" y="2"/>
                    <a:pt x="3110" y="1"/>
                    <a:pt x="3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7991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6A06B574-A0F6-9AEA-6633-B7DA484B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>
            <a:extLst>
              <a:ext uri="{FF2B5EF4-FFF2-40B4-BE49-F238E27FC236}">
                <a16:creationId xmlns:a16="http://schemas.microsoft.com/office/drawing/2014/main" id="{3E1E47C0-1A54-F5DF-26AA-0BEE8471DAD6}"/>
              </a:ext>
            </a:extLst>
          </p:cNvPr>
          <p:cNvSpPr/>
          <p:nvPr/>
        </p:nvSpPr>
        <p:spPr>
          <a:xfrm>
            <a:off x="4114400" y="1113040"/>
            <a:ext cx="915200" cy="744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4">
            <a:extLst>
              <a:ext uri="{FF2B5EF4-FFF2-40B4-BE49-F238E27FC236}">
                <a16:creationId xmlns:a16="http://schemas.microsoft.com/office/drawing/2014/main" id="{034C5D04-90BF-78CF-3F79-1FDBF37B9E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8401" y="1943215"/>
            <a:ext cx="3647195" cy="1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err="1"/>
              <a:t>Personas</a:t>
            </a:r>
            <a:r>
              <a:rPr lang="it-IT" sz="3000"/>
              <a:t> e obiettivi di empowerment</a:t>
            </a:r>
            <a:endParaRPr sz="3000"/>
          </a:p>
        </p:txBody>
      </p:sp>
      <p:sp>
        <p:nvSpPr>
          <p:cNvPr id="167" name="Google Shape;167;p34">
            <a:extLst>
              <a:ext uri="{FF2B5EF4-FFF2-40B4-BE49-F238E27FC236}">
                <a16:creationId xmlns:a16="http://schemas.microsoft.com/office/drawing/2014/main" id="{3763E5C8-CF44-5688-7F91-26DE6EC6511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28348" y="1198565"/>
            <a:ext cx="1287300" cy="5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02</a:t>
            </a:r>
            <a:endParaRPr/>
          </a:p>
        </p:txBody>
      </p:sp>
      <p:pic>
        <p:nvPicPr>
          <p:cNvPr id="2" name="Google Shape;174;p35">
            <a:extLst>
              <a:ext uri="{FF2B5EF4-FFF2-40B4-BE49-F238E27FC236}">
                <a16:creationId xmlns:a16="http://schemas.microsoft.com/office/drawing/2014/main" id="{E67868D6-521E-D1CE-83E1-BCC00B49374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 flipH="1">
            <a:off x="0" y="2282283"/>
            <a:ext cx="1821366" cy="2602427"/>
          </a:xfrm>
          <a:prstGeom prst="rect">
            <a:avLst/>
          </a:prstGeom>
          <a:noFill/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8275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DE12DC6B-BCE5-9C1D-912C-30D976EA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97CEAFB8-36BF-44A7-F5F3-F43D073F7A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291" y="819141"/>
            <a:ext cx="7718041" cy="481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500"/>
              <a:t>Per la definizione delle </a:t>
            </a:r>
            <a:r>
              <a:rPr lang="it-IT" sz="1500" b="1" err="1"/>
              <a:t>Personas</a:t>
            </a:r>
            <a:r>
              <a:rPr lang="it-IT" sz="1500"/>
              <a:t> è stato utilizzato un </a:t>
            </a:r>
            <a:r>
              <a:rPr lang="it-IT" sz="1500" b="1"/>
              <a:t>approccio basato su interviste</a:t>
            </a:r>
            <a:r>
              <a:rPr lang="it-IT" sz="1500"/>
              <a:t>.</a:t>
            </a:r>
            <a:endParaRPr sz="1500"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E90A5509-74FF-240F-3CCD-4D8D2EED3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err="1"/>
              <a:t>Personas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0B5A7B63-8687-8CF9-5ACE-CFFF743BABD9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ABFB86FE-8B3D-532B-EF2C-DEC0A4E8C6D5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1428ABAD-2B55-80F8-D513-7C7068F7EBBB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1D8ADA13-0D54-044C-63C7-BB4D1AA3CF82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4" name="Google Shape;172;p35">
            <a:extLst>
              <a:ext uri="{FF2B5EF4-FFF2-40B4-BE49-F238E27FC236}">
                <a16:creationId xmlns:a16="http://schemas.microsoft.com/office/drawing/2014/main" id="{AF70587D-56BD-267B-51EE-10BC4ECFDC6D}"/>
              </a:ext>
            </a:extLst>
          </p:cNvPr>
          <p:cNvSpPr txBox="1">
            <a:spLocks/>
          </p:cNvSpPr>
          <p:nvPr/>
        </p:nvSpPr>
        <p:spPr>
          <a:xfrm>
            <a:off x="9208360" y="1855772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Il </a:t>
            </a:r>
            <a:r>
              <a:rPr lang="it-IT" b="1"/>
              <a:t>metodo</a:t>
            </a:r>
            <a:r>
              <a:rPr lang="it-IT"/>
              <a:t> di insegnamento trasmissivo </a:t>
            </a:r>
            <a:r>
              <a:rPr lang="it-IT" b="1"/>
              <a:t>non stimola </a:t>
            </a:r>
            <a:r>
              <a:rPr lang="it-IT"/>
              <a:t>la </a:t>
            </a:r>
            <a:r>
              <a:rPr lang="it-IT" b="1"/>
              <a:t>curiosità</a:t>
            </a:r>
            <a:r>
              <a:rPr lang="it-IT"/>
              <a:t> e la </a:t>
            </a:r>
            <a:r>
              <a:rPr lang="it-IT" b="1"/>
              <a:t>connessione emotiva</a:t>
            </a:r>
            <a:r>
              <a:rPr lang="it-IT"/>
              <a:t> con gli eventi storici.</a:t>
            </a:r>
          </a:p>
        </p:txBody>
      </p:sp>
      <p:sp>
        <p:nvSpPr>
          <p:cNvPr id="15" name="Google Shape;146;p33">
            <a:extLst>
              <a:ext uri="{FF2B5EF4-FFF2-40B4-BE49-F238E27FC236}">
                <a16:creationId xmlns:a16="http://schemas.microsoft.com/office/drawing/2014/main" id="{058D2219-382E-D909-2A83-E75E8214AC8D}"/>
              </a:ext>
            </a:extLst>
          </p:cNvPr>
          <p:cNvSpPr txBox="1">
            <a:spLocks/>
          </p:cNvSpPr>
          <p:nvPr/>
        </p:nvSpPr>
        <p:spPr>
          <a:xfrm>
            <a:off x="3340116" y="1216574"/>
            <a:ext cx="2326930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Questionari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980219CC-CA0F-1C91-2D29-62C2DAF27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661" y="1551303"/>
            <a:ext cx="3092008" cy="2948810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44911CE-8E84-C8FB-94A2-34E0CD7A36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19936" y="1786303"/>
            <a:ext cx="4456577" cy="1733454"/>
          </a:xfrm>
          <a:prstGeom prst="rect">
            <a:avLst/>
          </a:prstGeom>
        </p:spPr>
      </p:pic>
      <p:sp>
        <p:nvSpPr>
          <p:cNvPr id="20" name="Google Shape;146;p33">
            <a:extLst>
              <a:ext uri="{FF2B5EF4-FFF2-40B4-BE49-F238E27FC236}">
                <a16:creationId xmlns:a16="http://schemas.microsoft.com/office/drawing/2014/main" id="{19F4CF33-4472-D096-8DE1-5DE92622E505}"/>
              </a:ext>
            </a:extLst>
          </p:cNvPr>
          <p:cNvSpPr txBox="1">
            <a:spLocks/>
          </p:cNvSpPr>
          <p:nvPr/>
        </p:nvSpPr>
        <p:spPr>
          <a:xfrm>
            <a:off x="9519936" y="1216573"/>
            <a:ext cx="2825728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Domande aperte</a:t>
            </a:r>
          </a:p>
        </p:txBody>
      </p:sp>
      <p:grpSp>
        <p:nvGrpSpPr>
          <p:cNvPr id="28" name="Google Shape;1095;p54">
            <a:extLst>
              <a:ext uri="{FF2B5EF4-FFF2-40B4-BE49-F238E27FC236}">
                <a16:creationId xmlns:a16="http://schemas.microsoft.com/office/drawing/2014/main" id="{E78FB321-0707-1C69-8A13-D8258CFE2BC9}"/>
              </a:ext>
            </a:extLst>
          </p:cNvPr>
          <p:cNvGrpSpPr/>
          <p:nvPr/>
        </p:nvGrpSpPr>
        <p:grpSpPr>
          <a:xfrm>
            <a:off x="8622167" y="282664"/>
            <a:ext cx="361161" cy="382346"/>
            <a:chOff x="4696763" y="1272782"/>
            <a:chExt cx="386767" cy="412766"/>
          </a:xfrm>
        </p:grpSpPr>
        <p:sp>
          <p:nvSpPr>
            <p:cNvPr id="29" name="Google Shape;1096;p54">
              <a:extLst>
                <a:ext uri="{FF2B5EF4-FFF2-40B4-BE49-F238E27FC236}">
                  <a16:creationId xmlns:a16="http://schemas.microsoft.com/office/drawing/2014/main" id="{75E5CF55-C119-B3C5-E460-AB464DC3C672}"/>
                </a:ext>
              </a:extLst>
            </p:cNvPr>
            <p:cNvSpPr/>
            <p:nvPr/>
          </p:nvSpPr>
          <p:spPr>
            <a:xfrm>
              <a:off x="5003281" y="1585939"/>
              <a:ext cx="80249" cy="99609"/>
            </a:xfrm>
            <a:custGeom>
              <a:avLst/>
              <a:gdLst/>
              <a:ahLst/>
              <a:cxnLst/>
              <a:rect l="l" t="t" r="r" b="b"/>
              <a:pathLst>
                <a:path w="2550" h="2954" extrusionOk="0">
                  <a:moveTo>
                    <a:pt x="25" y="1"/>
                  </a:moveTo>
                  <a:lnTo>
                    <a:pt x="1" y="2954"/>
                  </a:lnTo>
                  <a:lnTo>
                    <a:pt x="2549" y="2954"/>
                  </a:lnTo>
                  <a:lnTo>
                    <a:pt x="1668" y="1692"/>
                  </a:lnTo>
                  <a:cubicBezTo>
                    <a:pt x="1358" y="1191"/>
                    <a:pt x="977" y="739"/>
                    <a:pt x="525" y="382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" name="Google Shape;1097;p54">
              <a:extLst>
                <a:ext uri="{FF2B5EF4-FFF2-40B4-BE49-F238E27FC236}">
                  <a16:creationId xmlns:a16="http://schemas.microsoft.com/office/drawing/2014/main" id="{2AEE8CDC-134A-1AEB-A691-9E050ACD90DC}"/>
                </a:ext>
              </a:extLst>
            </p:cNvPr>
            <p:cNvSpPr/>
            <p:nvPr/>
          </p:nvSpPr>
          <p:spPr>
            <a:xfrm>
              <a:off x="4832430" y="1597202"/>
              <a:ext cx="148413" cy="88346"/>
            </a:xfrm>
            <a:custGeom>
              <a:avLst/>
              <a:gdLst/>
              <a:ahLst/>
              <a:cxnLst/>
              <a:rect l="l" t="t" r="r" b="b"/>
              <a:pathLst>
                <a:path w="4716" h="2620" extrusionOk="0">
                  <a:moveTo>
                    <a:pt x="4715" y="0"/>
                  </a:moveTo>
                  <a:lnTo>
                    <a:pt x="0" y="2620"/>
                  </a:lnTo>
                  <a:lnTo>
                    <a:pt x="4692" y="2620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1098;p54">
              <a:extLst>
                <a:ext uri="{FF2B5EF4-FFF2-40B4-BE49-F238E27FC236}">
                  <a16:creationId xmlns:a16="http://schemas.microsoft.com/office/drawing/2014/main" id="{1645556B-BF03-D536-612D-89FD340FE758}"/>
                </a:ext>
              </a:extLst>
            </p:cNvPr>
            <p:cNvSpPr/>
            <p:nvPr/>
          </p:nvSpPr>
          <p:spPr>
            <a:xfrm>
              <a:off x="4696763" y="1272782"/>
              <a:ext cx="328295" cy="411957"/>
            </a:xfrm>
            <a:custGeom>
              <a:avLst/>
              <a:gdLst/>
              <a:ahLst/>
              <a:cxnLst/>
              <a:rect l="l" t="t" r="r" b="b"/>
              <a:pathLst>
                <a:path w="10432" h="12217" extrusionOk="0">
                  <a:moveTo>
                    <a:pt x="3668" y="4191"/>
                  </a:moveTo>
                  <a:cubicBezTo>
                    <a:pt x="3835" y="4191"/>
                    <a:pt x="4025" y="4358"/>
                    <a:pt x="4025" y="4525"/>
                  </a:cubicBezTo>
                  <a:cubicBezTo>
                    <a:pt x="4049" y="4739"/>
                    <a:pt x="3906" y="4906"/>
                    <a:pt x="3668" y="4906"/>
                  </a:cubicBezTo>
                  <a:lnTo>
                    <a:pt x="3430" y="4906"/>
                  </a:lnTo>
                  <a:cubicBezTo>
                    <a:pt x="3240" y="4906"/>
                    <a:pt x="3073" y="4763"/>
                    <a:pt x="3073" y="4596"/>
                  </a:cubicBezTo>
                  <a:cubicBezTo>
                    <a:pt x="3049" y="4382"/>
                    <a:pt x="3216" y="4191"/>
                    <a:pt x="3430" y="4191"/>
                  </a:cubicBezTo>
                  <a:close/>
                  <a:moveTo>
                    <a:pt x="4811" y="0"/>
                  </a:moveTo>
                  <a:cubicBezTo>
                    <a:pt x="4454" y="0"/>
                    <a:pt x="4144" y="119"/>
                    <a:pt x="3859" y="334"/>
                  </a:cubicBezTo>
                  <a:cubicBezTo>
                    <a:pt x="3702" y="275"/>
                    <a:pt x="3529" y="232"/>
                    <a:pt x="3353" y="232"/>
                  </a:cubicBezTo>
                  <a:cubicBezTo>
                    <a:pt x="3315" y="232"/>
                    <a:pt x="3278" y="234"/>
                    <a:pt x="3240" y="238"/>
                  </a:cubicBezTo>
                  <a:cubicBezTo>
                    <a:pt x="2406" y="262"/>
                    <a:pt x="1763" y="953"/>
                    <a:pt x="1715" y="1786"/>
                  </a:cubicBezTo>
                  <a:cubicBezTo>
                    <a:pt x="1715" y="2191"/>
                    <a:pt x="1930" y="2548"/>
                    <a:pt x="2287" y="2763"/>
                  </a:cubicBezTo>
                  <a:cubicBezTo>
                    <a:pt x="2192" y="3025"/>
                    <a:pt x="2144" y="3358"/>
                    <a:pt x="2144" y="3691"/>
                  </a:cubicBezTo>
                  <a:lnTo>
                    <a:pt x="1596" y="5882"/>
                  </a:lnTo>
                  <a:cubicBezTo>
                    <a:pt x="1573" y="6049"/>
                    <a:pt x="1692" y="6192"/>
                    <a:pt x="1834" y="6192"/>
                  </a:cubicBezTo>
                  <a:lnTo>
                    <a:pt x="2477" y="6192"/>
                  </a:lnTo>
                  <a:lnTo>
                    <a:pt x="2597" y="7621"/>
                  </a:lnTo>
                  <a:cubicBezTo>
                    <a:pt x="2637" y="8131"/>
                    <a:pt x="3064" y="8484"/>
                    <a:pt x="3545" y="8484"/>
                  </a:cubicBezTo>
                  <a:cubicBezTo>
                    <a:pt x="3625" y="8484"/>
                    <a:pt x="3706" y="8475"/>
                    <a:pt x="3787" y="8454"/>
                  </a:cubicBezTo>
                  <a:lnTo>
                    <a:pt x="4978" y="8121"/>
                  </a:lnTo>
                  <a:lnTo>
                    <a:pt x="4978" y="9359"/>
                  </a:lnTo>
                  <a:lnTo>
                    <a:pt x="2739" y="10074"/>
                  </a:lnTo>
                  <a:cubicBezTo>
                    <a:pt x="1906" y="10336"/>
                    <a:pt x="1192" y="10836"/>
                    <a:pt x="644" y="11503"/>
                  </a:cubicBezTo>
                  <a:lnTo>
                    <a:pt x="1" y="12217"/>
                  </a:lnTo>
                  <a:lnTo>
                    <a:pt x="2787" y="12217"/>
                  </a:lnTo>
                  <a:lnTo>
                    <a:pt x="9050" y="8764"/>
                  </a:lnTo>
                  <a:lnTo>
                    <a:pt x="8098" y="8049"/>
                  </a:lnTo>
                  <a:lnTo>
                    <a:pt x="8098" y="6216"/>
                  </a:lnTo>
                  <a:cubicBezTo>
                    <a:pt x="8383" y="6025"/>
                    <a:pt x="8598" y="5668"/>
                    <a:pt x="8598" y="5263"/>
                  </a:cubicBezTo>
                  <a:cubicBezTo>
                    <a:pt x="8598" y="5144"/>
                    <a:pt x="8574" y="5073"/>
                    <a:pt x="8574" y="4954"/>
                  </a:cubicBezTo>
                  <a:lnTo>
                    <a:pt x="8574" y="4906"/>
                  </a:lnTo>
                  <a:cubicBezTo>
                    <a:pt x="8383" y="4858"/>
                    <a:pt x="8193" y="4763"/>
                    <a:pt x="8002" y="4644"/>
                  </a:cubicBezTo>
                  <a:cubicBezTo>
                    <a:pt x="7709" y="4728"/>
                    <a:pt x="7122" y="4867"/>
                    <a:pt x="6531" y="4867"/>
                  </a:cubicBezTo>
                  <a:cubicBezTo>
                    <a:pt x="6450" y="4867"/>
                    <a:pt x="6368" y="4864"/>
                    <a:pt x="6288" y="4858"/>
                  </a:cubicBezTo>
                  <a:cubicBezTo>
                    <a:pt x="5859" y="4787"/>
                    <a:pt x="5407" y="4549"/>
                    <a:pt x="4978" y="4144"/>
                  </a:cubicBezTo>
                  <a:cubicBezTo>
                    <a:pt x="4645" y="3834"/>
                    <a:pt x="4430" y="3549"/>
                    <a:pt x="4430" y="3525"/>
                  </a:cubicBezTo>
                  <a:cubicBezTo>
                    <a:pt x="4383" y="3429"/>
                    <a:pt x="4335" y="3310"/>
                    <a:pt x="4383" y="3191"/>
                  </a:cubicBezTo>
                  <a:cubicBezTo>
                    <a:pt x="4406" y="3072"/>
                    <a:pt x="4502" y="3001"/>
                    <a:pt x="4573" y="2953"/>
                  </a:cubicBezTo>
                  <a:cubicBezTo>
                    <a:pt x="4614" y="2953"/>
                    <a:pt x="5337" y="2691"/>
                    <a:pt x="6098" y="2691"/>
                  </a:cubicBezTo>
                  <a:cubicBezTo>
                    <a:pt x="6225" y="2691"/>
                    <a:pt x="6352" y="2698"/>
                    <a:pt x="6478" y="2715"/>
                  </a:cubicBezTo>
                  <a:cubicBezTo>
                    <a:pt x="6574" y="2715"/>
                    <a:pt x="6645" y="2739"/>
                    <a:pt x="6716" y="2763"/>
                  </a:cubicBezTo>
                  <a:cubicBezTo>
                    <a:pt x="6669" y="2477"/>
                    <a:pt x="6669" y="2263"/>
                    <a:pt x="6669" y="2263"/>
                  </a:cubicBezTo>
                  <a:cubicBezTo>
                    <a:pt x="6669" y="2143"/>
                    <a:pt x="6693" y="2048"/>
                    <a:pt x="6788" y="1977"/>
                  </a:cubicBezTo>
                  <a:cubicBezTo>
                    <a:pt x="6883" y="1905"/>
                    <a:pt x="7002" y="1882"/>
                    <a:pt x="7074" y="1882"/>
                  </a:cubicBezTo>
                  <a:cubicBezTo>
                    <a:pt x="7121" y="1882"/>
                    <a:pt x="8122" y="2096"/>
                    <a:pt x="8836" y="2644"/>
                  </a:cubicBezTo>
                  <a:cubicBezTo>
                    <a:pt x="9241" y="2977"/>
                    <a:pt x="9479" y="3429"/>
                    <a:pt x="9622" y="4025"/>
                  </a:cubicBezTo>
                  <a:cubicBezTo>
                    <a:pt x="9669" y="4287"/>
                    <a:pt x="9741" y="4525"/>
                    <a:pt x="9741" y="4668"/>
                  </a:cubicBezTo>
                  <a:cubicBezTo>
                    <a:pt x="10146" y="4382"/>
                    <a:pt x="10432" y="3906"/>
                    <a:pt x="10432" y="3358"/>
                  </a:cubicBezTo>
                  <a:cubicBezTo>
                    <a:pt x="10432" y="2834"/>
                    <a:pt x="10122" y="2310"/>
                    <a:pt x="9669" y="2024"/>
                  </a:cubicBezTo>
                  <a:cubicBezTo>
                    <a:pt x="9646" y="1477"/>
                    <a:pt x="9312" y="977"/>
                    <a:pt x="8836" y="738"/>
                  </a:cubicBezTo>
                  <a:cubicBezTo>
                    <a:pt x="8625" y="615"/>
                    <a:pt x="8375" y="544"/>
                    <a:pt x="8124" y="544"/>
                  </a:cubicBezTo>
                  <a:cubicBezTo>
                    <a:pt x="8035" y="544"/>
                    <a:pt x="7947" y="553"/>
                    <a:pt x="7860" y="572"/>
                  </a:cubicBezTo>
                  <a:cubicBezTo>
                    <a:pt x="7740" y="405"/>
                    <a:pt x="7598" y="286"/>
                    <a:pt x="7407" y="214"/>
                  </a:cubicBezTo>
                  <a:cubicBezTo>
                    <a:pt x="7179" y="80"/>
                    <a:pt x="6923" y="17"/>
                    <a:pt x="6668" y="17"/>
                  </a:cubicBezTo>
                  <a:cubicBezTo>
                    <a:pt x="6338" y="17"/>
                    <a:pt x="6009" y="122"/>
                    <a:pt x="5740" y="310"/>
                  </a:cubicBezTo>
                  <a:cubicBezTo>
                    <a:pt x="5478" y="119"/>
                    <a:pt x="5145" y="0"/>
                    <a:pt x="4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1099;p54">
              <a:extLst>
                <a:ext uri="{FF2B5EF4-FFF2-40B4-BE49-F238E27FC236}">
                  <a16:creationId xmlns:a16="http://schemas.microsoft.com/office/drawing/2014/main" id="{22CE69B5-718D-6322-0EB7-24BF67C957BC}"/>
                </a:ext>
              </a:extLst>
            </p:cNvPr>
            <p:cNvSpPr/>
            <p:nvPr/>
          </p:nvSpPr>
          <p:spPr>
            <a:xfrm>
              <a:off x="4932095" y="1367535"/>
              <a:ext cx="46513" cy="50614"/>
            </a:xfrm>
            <a:custGeom>
              <a:avLst/>
              <a:gdLst/>
              <a:ahLst/>
              <a:cxnLst/>
              <a:rect l="l" t="t" r="r" b="b"/>
              <a:pathLst>
                <a:path w="1478" h="1501" extrusionOk="0">
                  <a:moveTo>
                    <a:pt x="1" y="0"/>
                  </a:moveTo>
                  <a:lnTo>
                    <a:pt x="1" y="0"/>
                  </a:lnTo>
                  <a:cubicBezTo>
                    <a:pt x="120" y="500"/>
                    <a:pt x="286" y="881"/>
                    <a:pt x="524" y="1024"/>
                  </a:cubicBezTo>
                  <a:cubicBezTo>
                    <a:pt x="834" y="1239"/>
                    <a:pt x="1191" y="1429"/>
                    <a:pt x="1477" y="1501"/>
                  </a:cubicBezTo>
                  <a:cubicBezTo>
                    <a:pt x="1358" y="1024"/>
                    <a:pt x="1191" y="643"/>
                    <a:pt x="953" y="477"/>
                  </a:cubicBezTo>
                  <a:cubicBezTo>
                    <a:pt x="644" y="215"/>
                    <a:pt x="286" y="7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1100;p54">
              <a:extLst>
                <a:ext uri="{FF2B5EF4-FFF2-40B4-BE49-F238E27FC236}">
                  <a16:creationId xmlns:a16="http://schemas.microsoft.com/office/drawing/2014/main" id="{56C9B098-3A0C-4FE9-2E7B-232F123246DC}"/>
                </a:ext>
              </a:extLst>
            </p:cNvPr>
            <p:cNvSpPr/>
            <p:nvPr/>
          </p:nvSpPr>
          <p:spPr>
            <a:xfrm>
              <a:off x="4864655" y="1390161"/>
              <a:ext cx="64482" cy="25020"/>
            </a:xfrm>
            <a:custGeom>
              <a:avLst/>
              <a:gdLst/>
              <a:ahLst/>
              <a:cxnLst/>
              <a:rect l="l" t="t" r="r" b="b"/>
              <a:pathLst>
                <a:path w="2049" h="742" extrusionOk="0">
                  <a:moveTo>
                    <a:pt x="620" y="1"/>
                  </a:moveTo>
                  <a:cubicBezTo>
                    <a:pt x="404" y="1"/>
                    <a:pt x="194" y="26"/>
                    <a:pt x="0" y="68"/>
                  </a:cubicBezTo>
                  <a:cubicBezTo>
                    <a:pt x="334" y="449"/>
                    <a:pt x="691" y="687"/>
                    <a:pt x="977" y="710"/>
                  </a:cubicBezTo>
                  <a:cubicBezTo>
                    <a:pt x="1090" y="733"/>
                    <a:pt x="1205" y="741"/>
                    <a:pt x="1321" y="741"/>
                  </a:cubicBezTo>
                  <a:cubicBezTo>
                    <a:pt x="1571" y="741"/>
                    <a:pt x="1821" y="703"/>
                    <a:pt x="2048" y="687"/>
                  </a:cubicBezTo>
                  <a:cubicBezTo>
                    <a:pt x="1715" y="306"/>
                    <a:pt x="1358" y="68"/>
                    <a:pt x="1096" y="44"/>
                  </a:cubicBezTo>
                  <a:cubicBezTo>
                    <a:pt x="936" y="14"/>
                    <a:pt x="776" y="1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8813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0721E51-0B28-6C39-E0D2-966BCB07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E66E7F34-7D59-5F61-FB2E-E0C12526B5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291" y="819141"/>
            <a:ext cx="7718041" cy="481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sz="1500"/>
              <a:t>Per la definizione delle </a:t>
            </a:r>
            <a:r>
              <a:rPr lang="it-IT" sz="1500" b="1" err="1"/>
              <a:t>Personas</a:t>
            </a:r>
            <a:r>
              <a:rPr lang="it-IT" sz="1500"/>
              <a:t> è stato utilizzato un </a:t>
            </a:r>
            <a:r>
              <a:rPr lang="it-IT" sz="1500" b="1"/>
              <a:t>approccio basato su interviste</a:t>
            </a:r>
            <a:r>
              <a:rPr lang="it-IT" sz="1500"/>
              <a:t>.</a:t>
            </a:r>
            <a:endParaRPr sz="1500"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40461F32-058F-1E39-DB69-6B52E40FC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err="1"/>
              <a:t>Personas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7C221CFE-5FC4-9F30-7F66-4053760F7E4C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681C0BCA-F65B-14C4-0482-3A608C723827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B1A08F02-1F06-B985-B5F8-731A99E4D382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BD1E909F-F4D2-1AFE-F83D-0ECE41A8E792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grpSp>
        <p:nvGrpSpPr>
          <p:cNvPr id="6" name="Google Shape;1095;p54">
            <a:extLst>
              <a:ext uri="{FF2B5EF4-FFF2-40B4-BE49-F238E27FC236}">
                <a16:creationId xmlns:a16="http://schemas.microsoft.com/office/drawing/2014/main" id="{4D5FC824-E26A-1BCF-DB0F-09C389335DA7}"/>
              </a:ext>
            </a:extLst>
          </p:cNvPr>
          <p:cNvGrpSpPr/>
          <p:nvPr/>
        </p:nvGrpSpPr>
        <p:grpSpPr>
          <a:xfrm>
            <a:off x="8622167" y="282664"/>
            <a:ext cx="361161" cy="382346"/>
            <a:chOff x="4696763" y="1272782"/>
            <a:chExt cx="386767" cy="412766"/>
          </a:xfrm>
        </p:grpSpPr>
        <p:sp>
          <p:nvSpPr>
            <p:cNvPr id="7" name="Google Shape;1096;p54">
              <a:extLst>
                <a:ext uri="{FF2B5EF4-FFF2-40B4-BE49-F238E27FC236}">
                  <a16:creationId xmlns:a16="http://schemas.microsoft.com/office/drawing/2014/main" id="{38ED459D-0AED-B1B3-8E0B-83F5252CC473}"/>
                </a:ext>
              </a:extLst>
            </p:cNvPr>
            <p:cNvSpPr/>
            <p:nvPr/>
          </p:nvSpPr>
          <p:spPr>
            <a:xfrm>
              <a:off x="5003281" y="1585939"/>
              <a:ext cx="80249" cy="99609"/>
            </a:xfrm>
            <a:custGeom>
              <a:avLst/>
              <a:gdLst/>
              <a:ahLst/>
              <a:cxnLst/>
              <a:rect l="l" t="t" r="r" b="b"/>
              <a:pathLst>
                <a:path w="2550" h="2954" extrusionOk="0">
                  <a:moveTo>
                    <a:pt x="25" y="1"/>
                  </a:moveTo>
                  <a:lnTo>
                    <a:pt x="1" y="2954"/>
                  </a:lnTo>
                  <a:lnTo>
                    <a:pt x="2549" y="2954"/>
                  </a:lnTo>
                  <a:lnTo>
                    <a:pt x="1668" y="1692"/>
                  </a:lnTo>
                  <a:cubicBezTo>
                    <a:pt x="1358" y="1191"/>
                    <a:pt x="977" y="739"/>
                    <a:pt x="525" y="382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97;p54">
              <a:extLst>
                <a:ext uri="{FF2B5EF4-FFF2-40B4-BE49-F238E27FC236}">
                  <a16:creationId xmlns:a16="http://schemas.microsoft.com/office/drawing/2014/main" id="{6A01A5B3-54B1-1CD4-6196-E3BDB0239A0C}"/>
                </a:ext>
              </a:extLst>
            </p:cNvPr>
            <p:cNvSpPr/>
            <p:nvPr/>
          </p:nvSpPr>
          <p:spPr>
            <a:xfrm>
              <a:off x="4832430" y="1597202"/>
              <a:ext cx="148413" cy="88346"/>
            </a:xfrm>
            <a:custGeom>
              <a:avLst/>
              <a:gdLst/>
              <a:ahLst/>
              <a:cxnLst/>
              <a:rect l="l" t="t" r="r" b="b"/>
              <a:pathLst>
                <a:path w="4716" h="2620" extrusionOk="0">
                  <a:moveTo>
                    <a:pt x="4715" y="0"/>
                  </a:moveTo>
                  <a:lnTo>
                    <a:pt x="0" y="2620"/>
                  </a:lnTo>
                  <a:lnTo>
                    <a:pt x="4692" y="2620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098;p54">
              <a:extLst>
                <a:ext uri="{FF2B5EF4-FFF2-40B4-BE49-F238E27FC236}">
                  <a16:creationId xmlns:a16="http://schemas.microsoft.com/office/drawing/2014/main" id="{F7AEEADA-06C4-6696-3FC7-452AC8B30124}"/>
                </a:ext>
              </a:extLst>
            </p:cNvPr>
            <p:cNvSpPr/>
            <p:nvPr/>
          </p:nvSpPr>
          <p:spPr>
            <a:xfrm>
              <a:off x="4696763" y="1272782"/>
              <a:ext cx="328295" cy="411957"/>
            </a:xfrm>
            <a:custGeom>
              <a:avLst/>
              <a:gdLst/>
              <a:ahLst/>
              <a:cxnLst/>
              <a:rect l="l" t="t" r="r" b="b"/>
              <a:pathLst>
                <a:path w="10432" h="12217" extrusionOk="0">
                  <a:moveTo>
                    <a:pt x="3668" y="4191"/>
                  </a:moveTo>
                  <a:cubicBezTo>
                    <a:pt x="3835" y="4191"/>
                    <a:pt x="4025" y="4358"/>
                    <a:pt x="4025" y="4525"/>
                  </a:cubicBezTo>
                  <a:cubicBezTo>
                    <a:pt x="4049" y="4739"/>
                    <a:pt x="3906" y="4906"/>
                    <a:pt x="3668" y="4906"/>
                  </a:cubicBezTo>
                  <a:lnTo>
                    <a:pt x="3430" y="4906"/>
                  </a:lnTo>
                  <a:cubicBezTo>
                    <a:pt x="3240" y="4906"/>
                    <a:pt x="3073" y="4763"/>
                    <a:pt x="3073" y="4596"/>
                  </a:cubicBezTo>
                  <a:cubicBezTo>
                    <a:pt x="3049" y="4382"/>
                    <a:pt x="3216" y="4191"/>
                    <a:pt x="3430" y="4191"/>
                  </a:cubicBezTo>
                  <a:close/>
                  <a:moveTo>
                    <a:pt x="4811" y="0"/>
                  </a:moveTo>
                  <a:cubicBezTo>
                    <a:pt x="4454" y="0"/>
                    <a:pt x="4144" y="119"/>
                    <a:pt x="3859" y="334"/>
                  </a:cubicBezTo>
                  <a:cubicBezTo>
                    <a:pt x="3702" y="275"/>
                    <a:pt x="3529" y="232"/>
                    <a:pt x="3353" y="232"/>
                  </a:cubicBezTo>
                  <a:cubicBezTo>
                    <a:pt x="3315" y="232"/>
                    <a:pt x="3278" y="234"/>
                    <a:pt x="3240" y="238"/>
                  </a:cubicBezTo>
                  <a:cubicBezTo>
                    <a:pt x="2406" y="262"/>
                    <a:pt x="1763" y="953"/>
                    <a:pt x="1715" y="1786"/>
                  </a:cubicBezTo>
                  <a:cubicBezTo>
                    <a:pt x="1715" y="2191"/>
                    <a:pt x="1930" y="2548"/>
                    <a:pt x="2287" y="2763"/>
                  </a:cubicBezTo>
                  <a:cubicBezTo>
                    <a:pt x="2192" y="3025"/>
                    <a:pt x="2144" y="3358"/>
                    <a:pt x="2144" y="3691"/>
                  </a:cubicBezTo>
                  <a:lnTo>
                    <a:pt x="1596" y="5882"/>
                  </a:lnTo>
                  <a:cubicBezTo>
                    <a:pt x="1573" y="6049"/>
                    <a:pt x="1692" y="6192"/>
                    <a:pt x="1834" y="6192"/>
                  </a:cubicBezTo>
                  <a:lnTo>
                    <a:pt x="2477" y="6192"/>
                  </a:lnTo>
                  <a:lnTo>
                    <a:pt x="2597" y="7621"/>
                  </a:lnTo>
                  <a:cubicBezTo>
                    <a:pt x="2637" y="8131"/>
                    <a:pt x="3064" y="8484"/>
                    <a:pt x="3545" y="8484"/>
                  </a:cubicBezTo>
                  <a:cubicBezTo>
                    <a:pt x="3625" y="8484"/>
                    <a:pt x="3706" y="8475"/>
                    <a:pt x="3787" y="8454"/>
                  </a:cubicBezTo>
                  <a:lnTo>
                    <a:pt x="4978" y="8121"/>
                  </a:lnTo>
                  <a:lnTo>
                    <a:pt x="4978" y="9359"/>
                  </a:lnTo>
                  <a:lnTo>
                    <a:pt x="2739" y="10074"/>
                  </a:lnTo>
                  <a:cubicBezTo>
                    <a:pt x="1906" y="10336"/>
                    <a:pt x="1192" y="10836"/>
                    <a:pt x="644" y="11503"/>
                  </a:cubicBezTo>
                  <a:lnTo>
                    <a:pt x="1" y="12217"/>
                  </a:lnTo>
                  <a:lnTo>
                    <a:pt x="2787" y="12217"/>
                  </a:lnTo>
                  <a:lnTo>
                    <a:pt x="9050" y="8764"/>
                  </a:lnTo>
                  <a:lnTo>
                    <a:pt x="8098" y="8049"/>
                  </a:lnTo>
                  <a:lnTo>
                    <a:pt x="8098" y="6216"/>
                  </a:lnTo>
                  <a:cubicBezTo>
                    <a:pt x="8383" y="6025"/>
                    <a:pt x="8598" y="5668"/>
                    <a:pt x="8598" y="5263"/>
                  </a:cubicBezTo>
                  <a:cubicBezTo>
                    <a:pt x="8598" y="5144"/>
                    <a:pt x="8574" y="5073"/>
                    <a:pt x="8574" y="4954"/>
                  </a:cubicBezTo>
                  <a:lnTo>
                    <a:pt x="8574" y="4906"/>
                  </a:lnTo>
                  <a:cubicBezTo>
                    <a:pt x="8383" y="4858"/>
                    <a:pt x="8193" y="4763"/>
                    <a:pt x="8002" y="4644"/>
                  </a:cubicBezTo>
                  <a:cubicBezTo>
                    <a:pt x="7709" y="4728"/>
                    <a:pt x="7122" y="4867"/>
                    <a:pt x="6531" y="4867"/>
                  </a:cubicBezTo>
                  <a:cubicBezTo>
                    <a:pt x="6450" y="4867"/>
                    <a:pt x="6368" y="4864"/>
                    <a:pt x="6288" y="4858"/>
                  </a:cubicBezTo>
                  <a:cubicBezTo>
                    <a:pt x="5859" y="4787"/>
                    <a:pt x="5407" y="4549"/>
                    <a:pt x="4978" y="4144"/>
                  </a:cubicBezTo>
                  <a:cubicBezTo>
                    <a:pt x="4645" y="3834"/>
                    <a:pt x="4430" y="3549"/>
                    <a:pt x="4430" y="3525"/>
                  </a:cubicBezTo>
                  <a:cubicBezTo>
                    <a:pt x="4383" y="3429"/>
                    <a:pt x="4335" y="3310"/>
                    <a:pt x="4383" y="3191"/>
                  </a:cubicBezTo>
                  <a:cubicBezTo>
                    <a:pt x="4406" y="3072"/>
                    <a:pt x="4502" y="3001"/>
                    <a:pt x="4573" y="2953"/>
                  </a:cubicBezTo>
                  <a:cubicBezTo>
                    <a:pt x="4614" y="2953"/>
                    <a:pt x="5337" y="2691"/>
                    <a:pt x="6098" y="2691"/>
                  </a:cubicBezTo>
                  <a:cubicBezTo>
                    <a:pt x="6225" y="2691"/>
                    <a:pt x="6352" y="2698"/>
                    <a:pt x="6478" y="2715"/>
                  </a:cubicBezTo>
                  <a:cubicBezTo>
                    <a:pt x="6574" y="2715"/>
                    <a:pt x="6645" y="2739"/>
                    <a:pt x="6716" y="2763"/>
                  </a:cubicBezTo>
                  <a:cubicBezTo>
                    <a:pt x="6669" y="2477"/>
                    <a:pt x="6669" y="2263"/>
                    <a:pt x="6669" y="2263"/>
                  </a:cubicBezTo>
                  <a:cubicBezTo>
                    <a:pt x="6669" y="2143"/>
                    <a:pt x="6693" y="2048"/>
                    <a:pt x="6788" y="1977"/>
                  </a:cubicBezTo>
                  <a:cubicBezTo>
                    <a:pt x="6883" y="1905"/>
                    <a:pt x="7002" y="1882"/>
                    <a:pt x="7074" y="1882"/>
                  </a:cubicBezTo>
                  <a:cubicBezTo>
                    <a:pt x="7121" y="1882"/>
                    <a:pt x="8122" y="2096"/>
                    <a:pt x="8836" y="2644"/>
                  </a:cubicBezTo>
                  <a:cubicBezTo>
                    <a:pt x="9241" y="2977"/>
                    <a:pt x="9479" y="3429"/>
                    <a:pt x="9622" y="4025"/>
                  </a:cubicBezTo>
                  <a:cubicBezTo>
                    <a:pt x="9669" y="4287"/>
                    <a:pt x="9741" y="4525"/>
                    <a:pt x="9741" y="4668"/>
                  </a:cubicBezTo>
                  <a:cubicBezTo>
                    <a:pt x="10146" y="4382"/>
                    <a:pt x="10432" y="3906"/>
                    <a:pt x="10432" y="3358"/>
                  </a:cubicBezTo>
                  <a:cubicBezTo>
                    <a:pt x="10432" y="2834"/>
                    <a:pt x="10122" y="2310"/>
                    <a:pt x="9669" y="2024"/>
                  </a:cubicBezTo>
                  <a:cubicBezTo>
                    <a:pt x="9646" y="1477"/>
                    <a:pt x="9312" y="977"/>
                    <a:pt x="8836" y="738"/>
                  </a:cubicBezTo>
                  <a:cubicBezTo>
                    <a:pt x="8625" y="615"/>
                    <a:pt x="8375" y="544"/>
                    <a:pt x="8124" y="544"/>
                  </a:cubicBezTo>
                  <a:cubicBezTo>
                    <a:pt x="8035" y="544"/>
                    <a:pt x="7947" y="553"/>
                    <a:pt x="7860" y="572"/>
                  </a:cubicBezTo>
                  <a:cubicBezTo>
                    <a:pt x="7740" y="405"/>
                    <a:pt x="7598" y="286"/>
                    <a:pt x="7407" y="214"/>
                  </a:cubicBezTo>
                  <a:cubicBezTo>
                    <a:pt x="7179" y="80"/>
                    <a:pt x="6923" y="17"/>
                    <a:pt x="6668" y="17"/>
                  </a:cubicBezTo>
                  <a:cubicBezTo>
                    <a:pt x="6338" y="17"/>
                    <a:pt x="6009" y="122"/>
                    <a:pt x="5740" y="310"/>
                  </a:cubicBezTo>
                  <a:cubicBezTo>
                    <a:pt x="5478" y="119"/>
                    <a:pt x="5145" y="0"/>
                    <a:pt x="4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99;p54">
              <a:extLst>
                <a:ext uri="{FF2B5EF4-FFF2-40B4-BE49-F238E27FC236}">
                  <a16:creationId xmlns:a16="http://schemas.microsoft.com/office/drawing/2014/main" id="{8F207942-C766-80D9-554F-ACE0EFE8DBA6}"/>
                </a:ext>
              </a:extLst>
            </p:cNvPr>
            <p:cNvSpPr/>
            <p:nvPr/>
          </p:nvSpPr>
          <p:spPr>
            <a:xfrm>
              <a:off x="4932095" y="1367535"/>
              <a:ext cx="46513" cy="50614"/>
            </a:xfrm>
            <a:custGeom>
              <a:avLst/>
              <a:gdLst/>
              <a:ahLst/>
              <a:cxnLst/>
              <a:rect l="l" t="t" r="r" b="b"/>
              <a:pathLst>
                <a:path w="1478" h="1501" extrusionOk="0">
                  <a:moveTo>
                    <a:pt x="1" y="0"/>
                  </a:moveTo>
                  <a:lnTo>
                    <a:pt x="1" y="0"/>
                  </a:lnTo>
                  <a:cubicBezTo>
                    <a:pt x="120" y="500"/>
                    <a:pt x="286" y="881"/>
                    <a:pt x="524" y="1024"/>
                  </a:cubicBezTo>
                  <a:cubicBezTo>
                    <a:pt x="834" y="1239"/>
                    <a:pt x="1191" y="1429"/>
                    <a:pt x="1477" y="1501"/>
                  </a:cubicBezTo>
                  <a:cubicBezTo>
                    <a:pt x="1358" y="1024"/>
                    <a:pt x="1191" y="643"/>
                    <a:pt x="953" y="477"/>
                  </a:cubicBezTo>
                  <a:cubicBezTo>
                    <a:pt x="644" y="215"/>
                    <a:pt x="286" y="7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100;p54">
              <a:extLst>
                <a:ext uri="{FF2B5EF4-FFF2-40B4-BE49-F238E27FC236}">
                  <a16:creationId xmlns:a16="http://schemas.microsoft.com/office/drawing/2014/main" id="{6D368232-225E-D24E-92E4-4CB489D67042}"/>
                </a:ext>
              </a:extLst>
            </p:cNvPr>
            <p:cNvSpPr/>
            <p:nvPr/>
          </p:nvSpPr>
          <p:spPr>
            <a:xfrm>
              <a:off x="4864655" y="1390161"/>
              <a:ext cx="64482" cy="25020"/>
            </a:xfrm>
            <a:custGeom>
              <a:avLst/>
              <a:gdLst/>
              <a:ahLst/>
              <a:cxnLst/>
              <a:rect l="l" t="t" r="r" b="b"/>
              <a:pathLst>
                <a:path w="2049" h="742" extrusionOk="0">
                  <a:moveTo>
                    <a:pt x="620" y="1"/>
                  </a:moveTo>
                  <a:cubicBezTo>
                    <a:pt x="404" y="1"/>
                    <a:pt x="194" y="26"/>
                    <a:pt x="0" y="68"/>
                  </a:cubicBezTo>
                  <a:cubicBezTo>
                    <a:pt x="334" y="449"/>
                    <a:pt x="691" y="687"/>
                    <a:pt x="977" y="710"/>
                  </a:cubicBezTo>
                  <a:cubicBezTo>
                    <a:pt x="1090" y="733"/>
                    <a:pt x="1205" y="741"/>
                    <a:pt x="1321" y="741"/>
                  </a:cubicBezTo>
                  <a:cubicBezTo>
                    <a:pt x="1571" y="741"/>
                    <a:pt x="1821" y="703"/>
                    <a:pt x="2048" y="687"/>
                  </a:cubicBezTo>
                  <a:cubicBezTo>
                    <a:pt x="1715" y="306"/>
                    <a:pt x="1358" y="68"/>
                    <a:pt x="1096" y="44"/>
                  </a:cubicBezTo>
                  <a:cubicBezTo>
                    <a:pt x="936" y="14"/>
                    <a:pt x="776" y="1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5" name="Google Shape;146;p33">
            <a:extLst>
              <a:ext uri="{FF2B5EF4-FFF2-40B4-BE49-F238E27FC236}">
                <a16:creationId xmlns:a16="http://schemas.microsoft.com/office/drawing/2014/main" id="{A1DC30B0-3D0A-9DEA-DDEE-0EFE176F8EC0}"/>
              </a:ext>
            </a:extLst>
          </p:cNvPr>
          <p:cNvSpPr txBox="1">
            <a:spLocks/>
          </p:cNvSpPr>
          <p:nvPr/>
        </p:nvSpPr>
        <p:spPr>
          <a:xfrm>
            <a:off x="-2908284" y="1216574"/>
            <a:ext cx="2326930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Questionari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2CB142FD-9E16-1189-709B-8E6B1804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23739" y="1551303"/>
            <a:ext cx="3092008" cy="2948810"/>
          </a:xfrm>
          <a:prstGeom prst="rect">
            <a:avLst/>
          </a:prstGeom>
        </p:spPr>
      </p:pic>
      <p:sp>
        <p:nvSpPr>
          <p:cNvPr id="20" name="Google Shape;146;p33">
            <a:extLst>
              <a:ext uri="{FF2B5EF4-FFF2-40B4-BE49-F238E27FC236}">
                <a16:creationId xmlns:a16="http://schemas.microsoft.com/office/drawing/2014/main" id="{FD558F04-B495-A271-D2AD-1C936D44E199}"/>
              </a:ext>
            </a:extLst>
          </p:cNvPr>
          <p:cNvSpPr txBox="1">
            <a:spLocks/>
          </p:cNvSpPr>
          <p:nvPr/>
        </p:nvSpPr>
        <p:spPr>
          <a:xfrm>
            <a:off x="3156447" y="1216574"/>
            <a:ext cx="2825728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Domande aperte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840B0B5-F486-E1C5-E739-4EC6C941CB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41022" y="1816548"/>
            <a:ext cx="4456577" cy="173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18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B0BCB993-F6BC-4A44-F707-7F6772F5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B6DD460D-338E-8445-5CEF-74EB27C7C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err="1"/>
              <a:t>Personas</a:t>
            </a:r>
            <a:r>
              <a:rPr lang="it-IT" sz="1600" b="0"/>
              <a:t> – Persona 1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20C98834-8534-983C-BAD5-AD45A9DD924B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F61973CD-44DD-7CFB-B472-7934C397CFE1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86976E93-FF39-A8E1-C533-68505F0E40A3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9D4DD107-EBA0-8450-74B4-6F37DC7C9D3A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grpSp>
        <p:nvGrpSpPr>
          <p:cNvPr id="6" name="Google Shape;1095;p54">
            <a:extLst>
              <a:ext uri="{FF2B5EF4-FFF2-40B4-BE49-F238E27FC236}">
                <a16:creationId xmlns:a16="http://schemas.microsoft.com/office/drawing/2014/main" id="{C4897FD9-A97B-392A-4454-C6CC66399F10}"/>
              </a:ext>
            </a:extLst>
          </p:cNvPr>
          <p:cNvGrpSpPr/>
          <p:nvPr/>
        </p:nvGrpSpPr>
        <p:grpSpPr>
          <a:xfrm>
            <a:off x="8622167" y="282664"/>
            <a:ext cx="361161" cy="382346"/>
            <a:chOff x="4696763" y="1272782"/>
            <a:chExt cx="386767" cy="412766"/>
          </a:xfrm>
        </p:grpSpPr>
        <p:sp>
          <p:nvSpPr>
            <p:cNvPr id="7" name="Google Shape;1096;p54">
              <a:extLst>
                <a:ext uri="{FF2B5EF4-FFF2-40B4-BE49-F238E27FC236}">
                  <a16:creationId xmlns:a16="http://schemas.microsoft.com/office/drawing/2014/main" id="{BFC13939-A4E9-C534-0BC8-369CC255FECE}"/>
                </a:ext>
              </a:extLst>
            </p:cNvPr>
            <p:cNvSpPr/>
            <p:nvPr/>
          </p:nvSpPr>
          <p:spPr>
            <a:xfrm>
              <a:off x="5003281" y="1585939"/>
              <a:ext cx="80249" cy="99609"/>
            </a:xfrm>
            <a:custGeom>
              <a:avLst/>
              <a:gdLst/>
              <a:ahLst/>
              <a:cxnLst/>
              <a:rect l="l" t="t" r="r" b="b"/>
              <a:pathLst>
                <a:path w="2550" h="2954" extrusionOk="0">
                  <a:moveTo>
                    <a:pt x="25" y="1"/>
                  </a:moveTo>
                  <a:lnTo>
                    <a:pt x="1" y="2954"/>
                  </a:lnTo>
                  <a:lnTo>
                    <a:pt x="2549" y="2954"/>
                  </a:lnTo>
                  <a:lnTo>
                    <a:pt x="1668" y="1692"/>
                  </a:lnTo>
                  <a:cubicBezTo>
                    <a:pt x="1358" y="1191"/>
                    <a:pt x="977" y="739"/>
                    <a:pt x="525" y="382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97;p54">
              <a:extLst>
                <a:ext uri="{FF2B5EF4-FFF2-40B4-BE49-F238E27FC236}">
                  <a16:creationId xmlns:a16="http://schemas.microsoft.com/office/drawing/2014/main" id="{60E1C8D9-FA32-F658-1688-87F57CCFB949}"/>
                </a:ext>
              </a:extLst>
            </p:cNvPr>
            <p:cNvSpPr/>
            <p:nvPr/>
          </p:nvSpPr>
          <p:spPr>
            <a:xfrm>
              <a:off x="4832430" y="1597202"/>
              <a:ext cx="148413" cy="88346"/>
            </a:xfrm>
            <a:custGeom>
              <a:avLst/>
              <a:gdLst/>
              <a:ahLst/>
              <a:cxnLst/>
              <a:rect l="l" t="t" r="r" b="b"/>
              <a:pathLst>
                <a:path w="4716" h="2620" extrusionOk="0">
                  <a:moveTo>
                    <a:pt x="4715" y="0"/>
                  </a:moveTo>
                  <a:lnTo>
                    <a:pt x="0" y="2620"/>
                  </a:lnTo>
                  <a:lnTo>
                    <a:pt x="4692" y="2620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098;p54">
              <a:extLst>
                <a:ext uri="{FF2B5EF4-FFF2-40B4-BE49-F238E27FC236}">
                  <a16:creationId xmlns:a16="http://schemas.microsoft.com/office/drawing/2014/main" id="{8A73C161-D41C-763D-00BC-4738755510FF}"/>
                </a:ext>
              </a:extLst>
            </p:cNvPr>
            <p:cNvSpPr/>
            <p:nvPr/>
          </p:nvSpPr>
          <p:spPr>
            <a:xfrm>
              <a:off x="4696763" y="1272782"/>
              <a:ext cx="328295" cy="411957"/>
            </a:xfrm>
            <a:custGeom>
              <a:avLst/>
              <a:gdLst/>
              <a:ahLst/>
              <a:cxnLst/>
              <a:rect l="l" t="t" r="r" b="b"/>
              <a:pathLst>
                <a:path w="10432" h="12217" extrusionOk="0">
                  <a:moveTo>
                    <a:pt x="3668" y="4191"/>
                  </a:moveTo>
                  <a:cubicBezTo>
                    <a:pt x="3835" y="4191"/>
                    <a:pt x="4025" y="4358"/>
                    <a:pt x="4025" y="4525"/>
                  </a:cubicBezTo>
                  <a:cubicBezTo>
                    <a:pt x="4049" y="4739"/>
                    <a:pt x="3906" y="4906"/>
                    <a:pt x="3668" y="4906"/>
                  </a:cubicBezTo>
                  <a:lnTo>
                    <a:pt x="3430" y="4906"/>
                  </a:lnTo>
                  <a:cubicBezTo>
                    <a:pt x="3240" y="4906"/>
                    <a:pt x="3073" y="4763"/>
                    <a:pt x="3073" y="4596"/>
                  </a:cubicBezTo>
                  <a:cubicBezTo>
                    <a:pt x="3049" y="4382"/>
                    <a:pt x="3216" y="4191"/>
                    <a:pt x="3430" y="4191"/>
                  </a:cubicBezTo>
                  <a:close/>
                  <a:moveTo>
                    <a:pt x="4811" y="0"/>
                  </a:moveTo>
                  <a:cubicBezTo>
                    <a:pt x="4454" y="0"/>
                    <a:pt x="4144" y="119"/>
                    <a:pt x="3859" y="334"/>
                  </a:cubicBezTo>
                  <a:cubicBezTo>
                    <a:pt x="3702" y="275"/>
                    <a:pt x="3529" y="232"/>
                    <a:pt x="3353" y="232"/>
                  </a:cubicBezTo>
                  <a:cubicBezTo>
                    <a:pt x="3315" y="232"/>
                    <a:pt x="3278" y="234"/>
                    <a:pt x="3240" y="238"/>
                  </a:cubicBezTo>
                  <a:cubicBezTo>
                    <a:pt x="2406" y="262"/>
                    <a:pt x="1763" y="953"/>
                    <a:pt x="1715" y="1786"/>
                  </a:cubicBezTo>
                  <a:cubicBezTo>
                    <a:pt x="1715" y="2191"/>
                    <a:pt x="1930" y="2548"/>
                    <a:pt x="2287" y="2763"/>
                  </a:cubicBezTo>
                  <a:cubicBezTo>
                    <a:pt x="2192" y="3025"/>
                    <a:pt x="2144" y="3358"/>
                    <a:pt x="2144" y="3691"/>
                  </a:cubicBezTo>
                  <a:lnTo>
                    <a:pt x="1596" y="5882"/>
                  </a:lnTo>
                  <a:cubicBezTo>
                    <a:pt x="1573" y="6049"/>
                    <a:pt x="1692" y="6192"/>
                    <a:pt x="1834" y="6192"/>
                  </a:cubicBezTo>
                  <a:lnTo>
                    <a:pt x="2477" y="6192"/>
                  </a:lnTo>
                  <a:lnTo>
                    <a:pt x="2597" y="7621"/>
                  </a:lnTo>
                  <a:cubicBezTo>
                    <a:pt x="2637" y="8131"/>
                    <a:pt x="3064" y="8484"/>
                    <a:pt x="3545" y="8484"/>
                  </a:cubicBezTo>
                  <a:cubicBezTo>
                    <a:pt x="3625" y="8484"/>
                    <a:pt x="3706" y="8475"/>
                    <a:pt x="3787" y="8454"/>
                  </a:cubicBezTo>
                  <a:lnTo>
                    <a:pt x="4978" y="8121"/>
                  </a:lnTo>
                  <a:lnTo>
                    <a:pt x="4978" y="9359"/>
                  </a:lnTo>
                  <a:lnTo>
                    <a:pt x="2739" y="10074"/>
                  </a:lnTo>
                  <a:cubicBezTo>
                    <a:pt x="1906" y="10336"/>
                    <a:pt x="1192" y="10836"/>
                    <a:pt x="644" y="11503"/>
                  </a:cubicBezTo>
                  <a:lnTo>
                    <a:pt x="1" y="12217"/>
                  </a:lnTo>
                  <a:lnTo>
                    <a:pt x="2787" y="12217"/>
                  </a:lnTo>
                  <a:lnTo>
                    <a:pt x="9050" y="8764"/>
                  </a:lnTo>
                  <a:lnTo>
                    <a:pt x="8098" y="8049"/>
                  </a:lnTo>
                  <a:lnTo>
                    <a:pt x="8098" y="6216"/>
                  </a:lnTo>
                  <a:cubicBezTo>
                    <a:pt x="8383" y="6025"/>
                    <a:pt x="8598" y="5668"/>
                    <a:pt x="8598" y="5263"/>
                  </a:cubicBezTo>
                  <a:cubicBezTo>
                    <a:pt x="8598" y="5144"/>
                    <a:pt x="8574" y="5073"/>
                    <a:pt x="8574" y="4954"/>
                  </a:cubicBezTo>
                  <a:lnTo>
                    <a:pt x="8574" y="4906"/>
                  </a:lnTo>
                  <a:cubicBezTo>
                    <a:pt x="8383" y="4858"/>
                    <a:pt x="8193" y="4763"/>
                    <a:pt x="8002" y="4644"/>
                  </a:cubicBezTo>
                  <a:cubicBezTo>
                    <a:pt x="7709" y="4728"/>
                    <a:pt x="7122" y="4867"/>
                    <a:pt x="6531" y="4867"/>
                  </a:cubicBezTo>
                  <a:cubicBezTo>
                    <a:pt x="6450" y="4867"/>
                    <a:pt x="6368" y="4864"/>
                    <a:pt x="6288" y="4858"/>
                  </a:cubicBezTo>
                  <a:cubicBezTo>
                    <a:pt x="5859" y="4787"/>
                    <a:pt x="5407" y="4549"/>
                    <a:pt x="4978" y="4144"/>
                  </a:cubicBezTo>
                  <a:cubicBezTo>
                    <a:pt x="4645" y="3834"/>
                    <a:pt x="4430" y="3549"/>
                    <a:pt x="4430" y="3525"/>
                  </a:cubicBezTo>
                  <a:cubicBezTo>
                    <a:pt x="4383" y="3429"/>
                    <a:pt x="4335" y="3310"/>
                    <a:pt x="4383" y="3191"/>
                  </a:cubicBezTo>
                  <a:cubicBezTo>
                    <a:pt x="4406" y="3072"/>
                    <a:pt x="4502" y="3001"/>
                    <a:pt x="4573" y="2953"/>
                  </a:cubicBezTo>
                  <a:cubicBezTo>
                    <a:pt x="4614" y="2953"/>
                    <a:pt x="5337" y="2691"/>
                    <a:pt x="6098" y="2691"/>
                  </a:cubicBezTo>
                  <a:cubicBezTo>
                    <a:pt x="6225" y="2691"/>
                    <a:pt x="6352" y="2698"/>
                    <a:pt x="6478" y="2715"/>
                  </a:cubicBezTo>
                  <a:cubicBezTo>
                    <a:pt x="6574" y="2715"/>
                    <a:pt x="6645" y="2739"/>
                    <a:pt x="6716" y="2763"/>
                  </a:cubicBezTo>
                  <a:cubicBezTo>
                    <a:pt x="6669" y="2477"/>
                    <a:pt x="6669" y="2263"/>
                    <a:pt x="6669" y="2263"/>
                  </a:cubicBezTo>
                  <a:cubicBezTo>
                    <a:pt x="6669" y="2143"/>
                    <a:pt x="6693" y="2048"/>
                    <a:pt x="6788" y="1977"/>
                  </a:cubicBezTo>
                  <a:cubicBezTo>
                    <a:pt x="6883" y="1905"/>
                    <a:pt x="7002" y="1882"/>
                    <a:pt x="7074" y="1882"/>
                  </a:cubicBezTo>
                  <a:cubicBezTo>
                    <a:pt x="7121" y="1882"/>
                    <a:pt x="8122" y="2096"/>
                    <a:pt x="8836" y="2644"/>
                  </a:cubicBezTo>
                  <a:cubicBezTo>
                    <a:pt x="9241" y="2977"/>
                    <a:pt x="9479" y="3429"/>
                    <a:pt x="9622" y="4025"/>
                  </a:cubicBezTo>
                  <a:cubicBezTo>
                    <a:pt x="9669" y="4287"/>
                    <a:pt x="9741" y="4525"/>
                    <a:pt x="9741" y="4668"/>
                  </a:cubicBezTo>
                  <a:cubicBezTo>
                    <a:pt x="10146" y="4382"/>
                    <a:pt x="10432" y="3906"/>
                    <a:pt x="10432" y="3358"/>
                  </a:cubicBezTo>
                  <a:cubicBezTo>
                    <a:pt x="10432" y="2834"/>
                    <a:pt x="10122" y="2310"/>
                    <a:pt x="9669" y="2024"/>
                  </a:cubicBezTo>
                  <a:cubicBezTo>
                    <a:pt x="9646" y="1477"/>
                    <a:pt x="9312" y="977"/>
                    <a:pt x="8836" y="738"/>
                  </a:cubicBezTo>
                  <a:cubicBezTo>
                    <a:pt x="8625" y="615"/>
                    <a:pt x="8375" y="544"/>
                    <a:pt x="8124" y="544"/>
                  </a:cubicBezTo>
                  <a:cubicBezTo>
                    <a:pt x="8035" y="544"/>
                    <a:pt x="7947" y="553"/>
                    <a:pt x="7860" y="572"/>
                  </a:cubicBezTo>
                  <a:cubicBezTo>
                    <a:pt x="7740" y="405"/>
                    <a:pt x="7598" y="286"/>
                    <a:pt x="7407" y="214"/>
                  </a:cubicBezTo>
                  <a:cubicBezTo>
                    <a:pt x="7179" y="80"/>
                    <a:pt x="6923" y="17"/>
                    <a:pt x="6668" y="17"/>
                  </a:cubicBezTo>
                  <a:cubicBezTo>
                    <a:pt x="6338" y="17"/>
                    <a:pt x="6009" y="122"/>
                    <a:pt x="5740" y="310"/>
                  </a:cubicBezTo>
                  <a:cubicBezTo>
                    <a:pt x="5478" y="119"/>
                    <a:pt x="5145" y="0"/>
                    <a:pt x="4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99;p54">
              <a:extLst>
                <a:ext uri="{FF2B5EF4-FFF2-40B4-BE49-F238E27FC236}">
                  <a16:creationId xmlns:a16="http://schemas.microsoft.com/office/drawing/2014/main" id="{9E0CB6FB-33EA-2EAC-E565-D2F4074A2860}"/>
                </a:ext>
              </a:extLst>
            </p:cNvPr>
            <p:cNvSpPr/>
            <p:nvPr/>
          </p:nvSpPr>
          <p:spPr>
            <a:xfrm>
              <a:off x="4932095" y="1367535"/>
              <a:ext cx="46513" cy="50614"/>
            </a:xfrm>
            <a:custGeom>
              <a:avLst/>
              <a:gdLst/>
              <a:ahLst/>
              <a:cxnLst/>
              <a:rect l="l" t="t" r="r" b="b"/>
              <a:pathLst>
                <a:path w="1478" h="1501" extrusionOk="0">
                  <a:moveTo>
                    <a:pt x="1" y="0"/>
                  </a:moveTo>
                  <a:lnTo>
                    <a:pt x="1" y="0"/>
                  </a:lnTo>
                  <a:cubicBezTo>
                    <a:pt x="120" y="500"/>
                    <a:pt x="286" y="881"/>
                    <a:pt x="524" y="1024"/>
                  </a:cubicBezTo>
                  <a:cubicBezTo>
                    <a:pt x="834" y="1239"/>
                    <a:pt x="1191" y="1429"/>
                    <a:pt x="1477" y="1501"/>
                  </a:cubicBezTo>
                  <a:cubicBezTo>
                    <a:pt x="1358" y="1024"/>
                    <a:pt x="1191" y="643"/>
                    <a:pt x="953" y="477"/>
                  </a:cubicBezTo>
                  <a:cubicBezTo>
                    <a:pt x="644" y="215"/>
                    <a:pt x="286" y="7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100;p54">
              <a:extLst>
                <a:ext uri="{FF2B5EF4-FFF2-40B4-BE49-F238E27FC236}">
                  <a16:creationId xmlns:a16="http://schemas.microsoft.com/office/drawing/2014/main" id="{5AB9A3AB-38AB-393F-F536-93F201F651B7}"/>
                </a:ext>
              </a:extLst>
            </p:cNvPr>
            <p:cNvSpPr/>
            <p:nvPr/>
          </p:nvSpPr>
          <p:spPr>
            <a:xfrm>
              <a:off x="4864655" y="1390161"/>
              <a:ext cx="64482" cy="25020"/>
            </a:xfrm>
            <a:custGeom>
              <a:avLst/>
              <a:gdLst/>
              <a:ahLst/>
              <a:cxnLst/>
              <a:rect l="l" t="t" r="r" b="b"/>
              <a:pathLst>
                <a:path w="2049" h="742" extrusionOk="0">
                  <a:moveTo>
                    <a:pt x="620" y="1"/>
                  </a:moveTo>
                  <a:cubicBezTo>
                    <a:pt x="404" y="1"/>
                    <a:pt x="194" y="26"/>
                    <a:pt x="0" y="68"/>
                  </a:cubicBezTo>
                  <a:cubicBezTo>
                    <a:pt x="334" y="449"/>
                    <a:pt x="691" y="687"/>
                    <a:pt x="977" y="710"/>
                  </a:cubicBezTo>
                  <a:cubicBezTo>
                    <a:pt x="1090" y="733"/>
                    <a:pt x="1205" y="741"/>
                    <a:pt x="1321" y="741"/>
                  </a:cubicBezTo>
                  <a:cubicBezTo>
                    <a:pt x="1571" y="741"/>
                    <a:pt x="1821" y="703"/>
                    <a:pt x="2048" y="687"/>
                  </a:cubicBezTo>
                  <a:cubicBezTo>
                    <a:pt x="1715" y="306"/>
                    <a:pt x="1358" y="68"/>
                    <a:pt x="1096" y="44"/>
                  </a:cubicBezTo>
                  <a:cubicBezTo>
                    <a:pt x="936" y="14"/>
                    <a:pt x="776" y="1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4" name="Immagine 13" descr="Immagine che contiene Viso umano, persona, vestiti, sorriso&#10;&#10;Il contenuto generato dall'IA potrebbe non essere corretto.">
            <a:extLst>
              <a:ext uri="{FF2B5EF4-FFF2-40B4-BE49-F238E27FC236}">
                <a16:creationId xmlns:a16="http://schemas.microsoft.com/office/drawing/2014/main" id="{65057574-E322-7882-8649-CB9A1C10BB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205" y="618876"/>
            <a:ext cx="2209800" cy="1473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Google Shape;146;p33">
            <a:extLst>
              <a:ext uri="{FF2B5EF4-FFF2-40B4-BE49-F238E27FC236}">
                <a16:creationId xmlns:a16="http://schemas.microsoft.com/office/drawing/2014/main" id="{25E69269-608D-491E-13F0-3BBF9F10F440}"/>
              </a:ext>
            </a:extLst>
          </p:cNvPr>
          <p:cNvSpPr txBox="1">
            <a:spLocks/>
          </p:cNvSpPr>
          <p:nvPr/>
        </p:nvSpPr>
        <p:spPr>
          <a:xfrm>
            <a:off x="1037687" y="664261"/>
            <a:ext cx="3207211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Dustin Henderson</a:t>
            </a:r>
          </a:p>
        </p:txBody>
      </p:sp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43FC6729-D27D-7B40-048C-B5DBEE588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78329"/>
              </p:ext>
            </p:extLst>
          </p:nvPr>
        </p:nvGraphicFramePr>
        <p:xfrm>
          <a:off x="1037687" y="1196653"/>
          <a:ext cx="4274580" cy="3084076"/>
        </p:xfrm>
        <a:graphic>
          <a:graphicData uri="http://schemas.openxmlformats.org/drawingml/2006/table">
            <a:tbl>
              <a:tblPr firstRow="1" firstCol="1" bandRow="1">
                <a:tableStyleId>{E405E053-5A46-4216-B2A0-0326EE7E59D0}</a:tableStyleId>
              </a:tblPr>
              <a:tblGrid>
                <a:gridCol w="2129543">
                  <a:extLst>
                    <a:ext uri="{9D8B030D-6E8A-4147-A177-3AD203B41FA5}">
                      <a16:colId xmlns:a16="http://schemas.microsoft.com/office/drawing/2014/main" val="3017179543"/>
                    </a:ext>
                  </a:extLst>
                </a:gridCol>
                <a:gridCol w="2145037">
                  <a:extLst>
                    <a:ext uri="{9D8B030D-6E8A-4147-A177-3AD203B41FA5}">
                      <a16:colId xmlns:a16="http://schemas.microsoft.com/office/drawing/2014/main" val="3818285919"/>
                    </a:ext>
                  </a:extLst>
                </a:gridCol>
              </a:tblGrid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Età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12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153665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Ruolo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Studente-scuola secondaria di 1°grado 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427292"/>
                  </a:ext>
                </a:extLst>
              </a:tr>
              <a:tr h="540931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Conoscenza ed esperienze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Buona conoscenza di tecnologia, curioso e proattivo nell’apprendere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077719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Motivazione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Molto alta se stimolato intellettualmente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59495"/>
                  </a:ext>
                </a:extLst>
              </a:tr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Stile cognitivo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Analitico, riflessivo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74051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Uso tecnologia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Usa computer, radio e strumenti digitali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7645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Contesto d’uso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Scuola media, casa, contesto collaborativo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03103"/>
                  </a:ext>
                </a:extLst>
              </a:tr>
              <a:tr h="186578">
                <a:tc gridSpan="2">
                  <a:txBody>
                    <a:bodyPr/>
                    <a:lstStyle/>
                    <a:p>
                      <a:pPr indent="-635" algn="ctr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Obiettivi personali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solidFill>
                      <a:srgbClr val="E7D5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1436"/>
                  </a:ext>
                </a:extLst>
              </a:tr>
              <a:tr h="540931">
                <a:tc gridSpan="2">
                  <a:txBody>
                    <a:bodyPr/>
                    <a:lstStyle/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Capire i concetti storici in modo profondo e interattivo. 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Migliorare in autonomia.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331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C068B767-9DE0-2328-7CD5-2AA51ED6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08C978FE-F5DA-DA38-4716-CEFC668555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err="1"/>
              <a:t>Personas</a:t>
            </a:r>
            <a:r>
              <a:rPr lang="it-IT" sz="1600" b="0"/>
              <a:t> – Persona 2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3FBE98F8-87B0-496A-E4BF-BECD9DF47869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68A12BEC-11C8-6AC9-280E-A350107DFB6D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5A4DFB9C-6331-8D82-0989-281A1814F6BD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E76237D9-FA50-9770-628C-F706A9CA5CCB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grpSp>
        <p:nvGrpSpPr>
          <p:cNvPr id="6" name="Google Shape;1095;p54">
            <a:extLst>
              <a:ext uri="{FF2B5EF4-FFF2-40B4-BE49-F238E27FC236}">
                <a16:creationId xmlns:a16="http://schemas.microsoft.com/office/drawing/2014/main" id="{66D7B0AB-00CA-E3EE-C1CE-299D80FCD5C7}"/>
              </a:ext>
            </a:extLst>
          </p:cNvPr>
          <p:cNvGrpSpPr/>
          <p:nvPr/>
        </p:nvGrpSpPr>
        <p:grpSpPr>
          <a:xfrm>
            <a:off x="8622167" y="282664"/>
            <a:ext cx="361161" cy="382346"/>
            <a:chOff x="4696763" y="1272782"/>
            <a:chExt cx="386767" cy="412766"/>
          </a:xfrm>
        </p:grpSpPr>
        <p:sp>
          <p:nvSpPr>
            <p:cNvPr id="7" name="Google Shape;1096;p54">
              <a:extLst>
                <a:ext uri="{FF2B5EF4-FFF2-40B4-BE49-F238E27FC236}">
                  <a16:creationId xmlns:a16="http://schemas.microsoft.com/office/drawing/2014/main" id="{51A56FD6-1828-87E9-D588-F055E71ABAA8}"/>
                </a:ext>
              </a:extLst>
            </p:cNvPr>
            <p:cNvSpPr/>
            <p:nvPr/>
          </p:nvSpPr>
          <p:spPr>
            <a:xfrm>
              <a:off x="5003281" y="1585939"/>
              <a:ext cx="80249" cy="99609"/>
            </a:xfrm>
            <a:custGeom>
              <a:avLst/>
              <a:gdLst/>
              <a:ahLst/>
              <a:cxnLst/>
              <a:rect l="l" t="t" r="r" b="b"/>
              <a:pathLst>
                <a:path w="2550" h="2954" extrusionOk="0">
                  <a:moveTo>
                    <a:pt x="25" y="1"/>
                  </a:moveTo>
                  <a:lnTo>
                    <a:pt x="1" y="2954"/>
                  </a:lnTo>
                  <a:lnTo>
                    <a:pt x="2549" y="2954"/>
                  </a:lnTo>
                  <a:lnTo>
                    <a:pt x="1668" y="1692"/>
                  </a:lnTo>
                  <a:cubicBezTo>
                    <a:pt x="1358" y="1191"/>
                    <a:pt x="977" y="739"/>
                    <a:pt x="525" y="382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97;p54">
              <a:extLst>
                <a:ext uri="{FF2B5EF4-FFF2-40B4-BE49-F238E27FC236}">
                  <a16:creationId xmlns:a16="http://schemas.microsoft.com/office/drawing/2014/main" id="{4427F618-0B08-1004-A016-EF6057E7AEBD}"/>
                </a:ext>
              </a:extLst>
            </p:cNvPr>
            <p:cNvSpPr/>
            <p:nvPr/>
          </p:nvSpPr>
          <p:spPr>
            <a:xfrm>
              <a:off x="4832430" y="1597202"/>
              <a:ext cx="148413" cy="88346"/>
            </a:xfrm>
            <a:custGeom>
              <a:avLst/>
              <a:gdLst/>
              <a:ahLst/>
              <a:cxnLst/>
              <a:rect l="l" t="t" r="r" b="b"/>
              <a:pathLst>
                <a:path w="4716" h="2620" extrusionOk="0">
                  <a:moveTo>
                    <a:pt x="4715" y="0"/>
                  </a:moveTo>
                  <a:lnTo>
                    <a:pt x="0" y="2620"/>
                  </a:lnTo>
                  <a:lnTo>
                    <a:pt x="4692" y="2620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098;p54">
              <a:extLst>
                <a:ext uri="{FF2B5EF4-FFF2-40B4-BE49-F238E27FC236}">
                  <a16:creationId xmlns:a16="http://schemas.microsoft.com/office/drawing/2014/main" id="{6D51A5CB-52E2-95F5-7A20-A1C48EF2C5A0}"/>
                </a:ext>
              </a:extLst>
            </p:cNvPr>
            <p:cNvSpPr/>
            <p:nvPr/>
          </p:nvSpPr>
          <p:spPr>
            <a:xfrm>
              <a:off x="4696763" y="1272782"/>
              <a:ext cx="328295" cy="411957"/>
            </a:xfrm>
            <a:custGeom>
              <a:avLst/>
              <a:gdLst/>
              <a:ahLst/>
              <a:cxnLst/>
              <a:rect l="l" t="t" r="r" b="b"/>
              <a:pathLst>
                <a:path w="10432" h="12217" extrusionOk="0">
                  <a:moveTo>
                    <a:pt x="3668" y="4191"/>
                  </a:moveTo>
                  <a:cubicBezTo>
                    <a:pt x="3835" y="4191"/>
                    <a:pt x="4025" y="4358"/>
                    <a:pt x="4025" y="4525"/>
                  </a:cubicBezTo>
                  <a:cubicBezTo>
                    <a:pt x="4049" y="4739"/>
                    <a:pt x="3906" y="4906"/>
                    <a:pt x="3668" y="4906"/>
                  </a:cubicBezTo>
                  <a:lnTo>
                    <a:pt x="3430" y="4906"/>
                  </a:lnTo>
                  <a:cubicBezTo>
                    <a:pt x="3240" y="4906"/>
                    <a:pt x="3073" y="4763"/>
                    <a:pt x="3073" y="4596"/>
                  </a:cubicBezTo>
                  <a:cubicBezTo>
                    <a:pt x="3049" y="4382"/>
                    <a:pt x="3216" y="4191"/>
                    <a:pt x="3430" y="4191"/>
                  </a:cubicBezTo>
                  <a:close/>
                  <a:moveTo>
                    <a:pt x="4811" y="0"/>
                  </a:moveTo>
                  <a:cubicBezTo>
                    <a:pt x="4454" y="0"/>
                    <a:pt x="4144" y="119"/>
                    <a:pt x="3859" y="334"/>
                  </a:cubicBezTo>
                  <a:cubicBezTo>
                    <a:pt x="3702" y="275"/>
                    <a:pt x="3529" y="232"/>
                    <a:pt x="3353" y="232"/>
                  </a:cubicBezTo>
                  <a:cubicBezTo>
                    <a:pt x="3315" y="232"/>
                    <a:pt x="3278" y="234"/>
                    <a:pt x="3240" y="238"/>
                  </a:cubicBezTo>
                  <a:cubicBezTo>
                    <a:pt x="2406" y="262"/>
                    <a:pt x="1763" y="953"/>
                    <a:pt x="1715" y="1786"/>
                  </a:cubicBezTo>
                  <a:cubicBezTo>
                    <a:pt x="1715" y="2191"/>
                    <a:pt x="1930" y="2548"/>
                    <a:pt x="2287" y="2763"/>
                  </a:cubicBezTo>
                  <a:cubicBezTo>
                    <a:pt x="2192" y="3025"/>
                    <a:pt x="2144" y="3358"/>
                    <a:pt x="2144" y="3691"/>
                  </a:cubicBezTo>
                  <a:lnTo>
                    <a:pt x="1596" y="5882"/>
                  </a:lnTo>
                  <a:cubicBezTo>
                    <a:pt x="1573" y="6049"/>
                    <a:pt x="1692" y="6192"/>
                    <a:pt x="1834" y="6192"/>
                  </a:cubicBezTo>
                  <a:lnTo>
                    <a:pt x="2477" y="6192"/>
                  </a:lnTo>
                  <a:lnTo>
                    <a:pt x="2597" y="7621"/>
                  </a:lnTo>
                  <a:cubicBezTo>
                    <a:pt x="2637" y="8131"/>
                    <a:pt x="3064" y="8484"/>
                    <a:pt x="3545" y="8484"/>
                  </a:cubicBezTo>
                  <a:cubicBezTo>
                    <a:pt x="3625" y="8484"/>
                    <a:pt x="3706" y="8475"/>
                    <a:pt x="3787" y="8454"/>
                  </a:cubicBezTo>
                  <a:lnTo>
                    <a:pt x="4978" y="8121"/>
                  </a:lnTo>
                  <a:lnTo>
                    <a:pt x="4978" y="9359"/>
                  </a:lnTo>
                  <a:lnTo>
                    <a:pt x="2739" y="10074"/>
                  </a:lnTo>
                  <a:cubicBezTo>
                    <a:pt x="1906" y="10336"/>
                    <a:pt x="1192" y="10836"/>
                    <a:pt x="644" y="11503"/>
                  </a:cubicBezTo>
                  <a:lnTo>
                    <a:pt x="1" y="12217"/>
                  </a:lnTo>
                  <a:lnTo>
                    <a:pt x="2787" y="12217"/>
                  </a:lnTo>
                  <a:lnTo>
                    <a:pt x="9050" y="8764"/>
                  </a:lnTo>
                  <a:lnTo>
                    <a:pt x="8098" y="8049"/>
                  </a:lnTo>
                  <a:lnTo>
                    <a:pt x="8098" y="6216"/>
                  </a:lnTo>
                  <a:cubicBezTo>
                    <a:pt x="8383" y="6025"/>
                    <a:pt x="8598" y="5668"/>
                    <a:pt x="8598" y="5263"/>
                  </a:cubicBezTo>
                  <a:cubicBezTo>
                    <a:pt x="8598" y="5144"/>
                    <a:pt x="8574" y="5073"/>
                    <a:pt x="8574" y="4954"/>
                  </a:cubicBezTo>
                  <a:lnTo>
                    <a:pt x="8574" y="4906"/>
                  </a:lnTo>
                  <a:cubicBezTo>
                    <a:pt x="8383" y="4858"/>
                    <a:pt x="8193" y="4763"/>
                    <a:pt x="8002" y="4644"/>
                  </a:cubicBezTo>
                  <a:cubicBezTo>
                    <a:pt x="7709" y="4728"/>
                    <a:pt x="7122" y="4867"/>
                    <a:pt x="6531" y="4867"/>
                  </a:cubicBezTo>
                  <a:cubicBezTo>
                    <a:pt x="6450" y="4867"/>
                    <a:pt x="6368" y="4864"/>
                    <a:pt x="6288" y="4858"/>
                  </a:cubicBezTo>
                  <a:cubicBezTo>
                    <a:pt x="5859" y="4787"/>
                    <a:pt x="5407" y="4549"/>
                    <a:pt x="4978" y="4144"/>
                  </a:cubicBezTo>
                  <a:cubicBezTo>
                    <a:pt x="4645" y="3834"/>
                    <a:pt x="4430" y="3549"/>
                    <a:pt x="4430" y="3525"/>
                  </a:cubicBezTo>
                  <a:cubicBezTo>
                    <a:pt x="4383" y="3429"/>
                    <a:pt x="4335" y="3310"/>
                    <a:pt x="4383" y="3191"/>
                  </a:cubicBezTo>
                  <a:cubicBezTo>
                    <a:pt x="4406" y="3072"/>
                    <a:pt x="4502" y="3001"/>
                    <a:pt x="4573" y="2953"/>
                  </a:cubicBezTo>
                  <a:cubicBezTo>
                    <a:pt x="4614" y="2953"/>
                    <a:pt x="5337" y="2691"/>
                    <a:pt x="6098" y="2691"/>
                  </a:cubicBezTo>
                  <a:cubicBezTo>
                    <a:pt x="6225" y="2691"/>
                    <a:pt x="6352" y="2698"/>
                    <a:pt x="6478" y="2715"/>
                  </a:cubicBezTo>
                  <a:cubicBezTo>
                    <a:pt x="6574" y="2715"/>
                    <a:pt x="6645" y="2739"/>
                    <a:pt x="6716" y="2763"/>
                  </a:cubicBezTo>
                  <a:cubicBezTo>
                    <a:pt x="6669" y="2477"/>
                    <a:pt x="6669" y="2263"/>
                    <a:pt x="6669" y="2263"/>
                  </a:cubicBezTo>
                  <a:cubicBezTo>
                    <a:pt x="6669" y="2143"/>
                    <a:pt x="6693" y="2048"/>
                    <a:pt x="6788" y="1977"/>
                  </a:cubicBezTo>
                  <a:cubicBezTo>
                    <a:pt x="6883" y="1905"/>
                    <a:pt x="7002" y="1882"/>
                    <a:pt x="7074" y="1882"/>
                  </a:cubicBezTo>
                  <a:cubicBezTo>
                    <a:pt x="7121" y="1882"/>
                    <a:pt x="8122" y="2096"/>
                    <a:pt x="8836" y="2644"/>
                  </a:cubicBezTo>
                  <a:cubicBezTo>
                    <a:pt x="9241" y="2977"/>
                    <a:pt x="9479" y="3429"/>
                    <a:pt x="9622" y="4025"/>
                  </a:cubicBezTo>
                  <a:cubicBezTo>
                    <a:pt x="9669" y="4287"/>
                    <a:pt x="9741" y="4525"/>
                    <a:pt x="9741" y="4668"/>
                  </a:cubicBezTo>
                  <a:cubicBezTo>
                    <a:pt x="10146" y="4382"/>
                    <a:pt x="10432" y="3906"/>
                    <a:pt x="10432" y="3358"/>
                  </a:cubicBezTo>
                  <a:cubicBezTo>
                    <a:pt x="10432" y="2834"/>
                    <a:pt x="10122" y="2310"/>
                    <a:pt x="9669" y="2024"/>
                  </a:cubicBezTo>
                  <a:cubicBezTo>
                    <a:pt x="9646" y="1477"/>
                    <a:pt x="9312" y="977"/>
                    <a:pt x="8836" y="738"/>
                  </a:cubicBezTo>
                  <a:cubicBezTo>
                    <a:pt x="8625" y="615"/>
                    <a:pt x="8375" y="544"/>
                    <a:pt x="8124" y="544"/>
                  </a:cubicBezTo>
                  <a:cubicBezTo>
                    <a:pt x="8035" y="544"/>
                    <a:pt x="7947" y="553"/>
                    <a:pt x="7860" y="572"/>
                  </a:cubicBezTo>
                  <a:cubicBezTo>
                    <a:pt x="7740" y="405"/>
                    <a:pt x="7598" y="286"/>
                    <a:pt x="7407" y="214"/>
                  </a:cubicBezTo>
                  <a:cubicBezTo>
                    <a:pt x="7179" y="80"/>
                    <a:pt x="6923" y="17"/>
                    <a:pt x="6668" y="17"/>
                  </a:cubicBezTo>
                  <a:cubicBezTo>
                    <a:pt x="6338" y="17"/>
                    <a:pt x="6009" y="122"/>
                    <a:pt x="5740" y="310"/>
                  </a:cubicBezTo>
                  <a:cubicBezTo>
                    <a:pt x="5478" y="119"/>
                    <a:pt x="5145" y="0"/>
                    <a:pt x="4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99;p54">
              <a:extLst>
                <a:ext uri="{FF2B5EF4-FFF2-40B4-BE49-F238E27FC236}">
                  <a16:creationId xmlns:a16="http://schemas.microsoft.com/office/drawing/2014/main" id="{3861B496-E146-0E97-F78B-F5FF4AFCB66D}"/>
                </a:ext>
              </a:extLst>
            </p:cNvPr>
            <p:cNvSpPr/>
            <p:nvPr/>
          </p:nvSpPr>
          <p:spPr>
            <a:xfrm>
              <a:off x="4932095" y="1367535"/>
              <a:ext cx="46513" cy="50614"/>
            </a:xfrm>
            <a:custGeom>
              <a:avLst/>
              <a:gdLst/>
              <a:ahLst/>
              <a:cxnLst/>
              <a:rect l="l" t="t" r="r" b="b"/>
              <a:pathLst>
                <a:path w="1478" h="1501" extrusionOk="0">
                  <a:moveTo>
                    <a:pt x="1" y="0"/>
                  </a:moveTo>
                  <a:lnTo>
                    <a:pt x="1" y="0"/>
                  </a:lnTo>
                  <a:cubicBezTo>
                    <a:pt x="120" y="500"/>
                    <a:pt x="286" y="881"/>
                    <a:pt x="524" y="1024"/>
                  </a:cubicBezTo>
                  <a:cubicBezTo>
                    <a:pt x="834" y="1239"/>
                    <a:pt x="1191" y="1429"/>
                    <a:pt x="1477" y="1501"/>
                  </a:cubicBezTo>
                  <a:cubicBezTo>
                    <a:pt x="1358" y="1024"/>
                    <a:pt x="1191" y="643"/>
                    <a:pt x="953" y="477"/>
                  </a:cubicBezTo>
                  <a:cubicBezTo>
                    <a:pt x="644" y="215"/>
                    <a:pt x="286" y="7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100;p54">
              <a:extLst>
                <a:ext uri="{FF2B5EF4-FFF2-40B4-BE49-F238E27FC236}">
                  <a16:creationId xmlns:a16="http://schemas.microsoft.com/office/drawing/2014/main" id="{ACF0795B-68C6-1C21-7BCA-FEE492B23E15}"/>
                </a:ext>
              </a:extLst>
            </p:cNvPr>
            <p:cNvSpPr/>
            <p:nvPr/>
          </p:nvSpPr>
          <p:spPr>
            <a:xfrm>
              <a:off x="4864655" y="1390161"/>
              <a:ext cx="64482" cy="25020"/>
            </a:xfrm>
            <a:custGeom>
              <a:avLst/>
              <a:gdLst/>
              <a:ahLst/>
              <a:cxnLst/>
              <a:rect l="l" t="t" r="r" b="b"/>
              <a:pathLst>
                <a:path w="2049" h="742" extrusionOk="0">
                  <a:moveTo>
                    <a:pt x="620" y="1"/>
                  </a:moveTo>
                  <a:cubicBezTo>
                    <a:pt x="404" y="1"/>
                    <a:pt x="194" y="26"/>
                    <a:pt x="0" y="68"/>
                  </a:cubicBezTo>
                  <a:cubicBezTo>
                    <a:pt x="334" y="449"/>
                    <a:pt x="691" y="687"/>
                    <a:pt x="977" y="710"/>
                  </a:cubicBezTo>
                  <a:cubicBezTo>
                    <a:pt x="1090" y="733"/>
                    <a:pt x="1205" y="741"/>
                    <a:pt x="1321" y="741"/>
                  </a:cubicBezTo>
                  <a:cubicBezTo>
                    <a:pt x="1571" y="741"/>
                    <a:pt x="1821" y="703"/>
                    <a:pt x="2048" y="687"/>
                  </a:cubicBezTo>
                  <a:cubicBezTo>
                    <a:pt x="1715" y="306"/>
                    <a:pt x="1358" y="68"/>
                    <a:pt x="1096" y="44"/>
                  </a:cubicBezTo>
                  <a:cubicBezTo>
                    <a:pt x="936" y="14"/>
                    <a:pt x="776" y="1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4" name="Immagine 13">
            <a:extLst>
              <a:ext uri="{FF2B5EF4-FFF2-40B4-BE49-F238E27FC236}">
                <a16:creationId xmlns:a16="http://schemas.microsoft.com/office/drawing/2014/main" id="{ACD7930E-A6C3-ED49-B681-3C025F3D2C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8205" y="689657"/>
            <a:ext cx="2209800" cy="13316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Google Shape;146;p33">
            <a:extLst>
              <a:ext uri="{FF2B5EF4-FFF2-40B4-BE49-F238E27FC236}">
                <a16:creationId xmlns:a16="http://schemas.microsoft.com/office/drawing/2014/main" id="{7100D145-29D6-6B70-B119-D239EFCFE74E}"/>
              </a:ext>
            </a:extLst>
          </p:cNvPr>
          <p:cNvSpPr txBox="1">
            <a:spLocks/>
          </p:cNvSpPr>
          <p:nvPr/>
        </p:nvSpPr>
        <p:spPr>
          <a:xfrm>
            <a:off x="1083957" y="696010"/>
            <a:ext cx="1241503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Undici</a:t>
            </a:r>
          </a:p>
        </p:txBody>
      </p:sp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827D4CD5-343A-20DE-A027-2C23728B8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807064"/>
              </p:ext>
            </p:extLst>
          </p:nvPr>
        </p:nvGraphicFramePr>
        <p:xfrm>
          <a:off x="1037687" y="1196653"/>
          <a:ext cx="4274580" cy="2944167"/>
        </p:xfrm>
        <a:graphic>
          <a:graphicData uri="http://schemas.openxmlformats.org/drawingml/2006/table">
            <a:tbl>
              <a:tblPr firstRow="1" firstCol="1" bandRow="1">
                <a:tableStyleId>{E405E053-5A46-4216-B2A0-0326EE7E59D0}</a:tableStyleId>
              </a:tblPr>
              <a:tblGrid>
                <a:gridCol w="2129543">
                  <a:extLst>
                    <a:ext uri="{9D8B030D-6E8A-4147-A177-3AD203B41FA5}">
                      <a16:colId xmlns:a16="http://schemas.microsoft.com/office/drawing/2014/main" val="3017179543"/>
                    </a:ext>
                  </a:extLst>
                </a:gridCol>
                <a:gridCol w="2145037">
                  <a:extLst>
                    <a:ext uri="{9D8B030D-6E8A-4147-A177-3AD203B41FA5}">
                      <a16:colId xmlns:a16="http://schemas.microsoft.com/office/drawing/2014/main" val="3818285919"/>
                    </a:ext>
                  </a:extLst>
                </a:gridCol>
              </a:tblGrid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Età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153665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Ruolo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Studentessa-scuola secondaria di 1°grado </a:t>
                      </a:r>
                      <a:endParaRPr lang="it-IT" sz="1200" b="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427292"/>
                  </a:ext>
                </a:extLst>
              </a:tr>
              <a:tr h="540931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Conoscenza ed esperienze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Apprende bene tramite immagini e contatto diretto</a:t>
                      </a:r>
                      <a:endParaRPr lang="it-IT" sz="1200" b="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077719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Motivazione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Alta se coinvolta emotivamente</a:t>
                      </a:r>
                      <a:endParaRPr lang="it-IT" sz="1200" b="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59495"/>
                  </a:ext>
                </a:extLst>
              </a:tr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Stile cognitivo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Visivo, verbale</a:t>
                      </a:r>
                      <a:endParaRPr lang="it-IT" sz="1200" b="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74051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Uso tecnologia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Uso guidato della tecnologia dai compagni</a:t>
                      </a:r>
                      <a:endParaRPr lang="it-IT" sz="1200" b="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7645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Contesto d’uso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Recupero educativo e relazionale</a:t>
                      </a:r>
                      <a:endParaRPr lang="it-IT" sz="1200" b="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03103"/>
                  </a:ext>
                </a:extLst>
              </a:tr>
              <a:tr h="186578">
                <a:tc gridSpan="2">
                  <a:txBody>
                    <a:bodyPr/>
                    <a:lstStyle/>
                    <a:p>
                      <a:pPr indent="-635" algn="ctr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Obiettivi personali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solidFill>
                      <a:srgbClr val="E7D5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1436"/>
                  </a:ext>
                </a:extLst>
              </a:tr>
              <a:tr h="401022">
                <a:tc gridSpan="2">
                  <a:txBody>
                    <a:bodyPr/>
                    <a:lstStyle/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Apprendere in modo visuale e semplice. </a:t>
                      </a:r>
                    </a:p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Sentirsi inclusa e capace.</a:t>
                      </a: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866255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23A172EF-D6CE-928E-481E-FF8D9609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C1AD4B6C-D002-D2BF-41D6-780C81C94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err="1"/>
              <a:t>Personas</a:t>
            </a:r>
            <a:r>
              <a:rPr lang="it-IT" sz="1600" b="0"/>
              <a:t> – Persona 3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B69E20C6-3348-5BC5-C65B-61E89DEE5013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0F5C63F4-E485-062E-2E5D-188603BA8438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5E17BBE8-F050-6987-9D7E-16B683A88BC7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138B433B-8B96-4098-C0CE-65FEAE0ABACB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grpSp>
        <p:nvGrpSpPr>
          <p:cNvPr id="6" name="Google Shape;1095;p54">
            <a:extLst>
              <a:ext uri="{FF2B5EF4-FFF2-40B4-BE49-F238E27FC236}">
                <a16:creationId xmlns:a16="http://schemas.microsoft.com/office/drawing/2014/main" id="{FD3114B8-661B-4942-1FCB-866F00C55A88}"/>
              </a:ext>
            </a:extLst>
          </p:cNvPr>
          <p:cNvGrpSpPr/>
          <p:nvPr/>
        </p:nvGrpSpPr>
        <p:grpSpPr>
          <a:xfrm>
            <a:off x="8622167" y="282664"/>
            <a:ext cx="361161" cy="382346"/>
            <a:chOff x="4696763" y="1272782"/>
            <a:chExt cx="386767" cy="412766"/>
          </a:xfrm>
        </p:grpSpPr>
        <p:sp>
          <p:nvSpPr>
            <p:cNvPr id="7" name="Google Shape;1096;p54">
              <a:extLst>
                <a:ext uri="{FF2B5EF4-FFF2-40B4-BE49-F238E27FC236}">
                  <a16:creationId xmlns:a16="http://schemas.microsoft.com/office/drawing/2014/main" id="{543E0B6D-2C2A-3474-9FF4-53E08E339B97}"/>
                </a:ext>
              </a:extLst>
            </p:cNvPr>
            <p:cNvSpPr/>
            <p:nvPr/>
          </p:nvSpPr>
          <p:spPr>
            <a:xfrm>
              <a:off x="5003281" y="1585939"/>
              <a:ext cx="80249" cy="99609"/>
            </a:xfrm>
            <a:custGeom>
              <a:avLst/>
              <a:gdLst/>
              <a:ahLst/>
              <a:cxnLst/>
              <a:rect l="l" t="t" r="r" b="b"/>
              <a:pathLst>
                <a:path w="2550" h="2954" extrusionOk="0">
                  <a:moveTo>
                    <a:pt x="25" y="1"/>
                  </a:moveTo>
                  <a:lnTo>
                    <a:pt x="1" y="2954"/>
                  </a:lnTo>
                  <a:lnTo>
                    <a:pt x="2549" y="2954"/>
                  </a:lnTo>
                  <a:lnTo>
                    <a:pt x="1668" y="1692"/>
                  </a:lnTo>
                  <a:cubicBezTo>
                    <a:pt x="1358" y="1191"/>
                    <a:pt x="977" y="739"/>
                    <a:pt x="525" y="382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97;p54">
              <a:extLst>
                <a:ext uri="{FF2B5EF4-FFF2-40B4-BE49-F238E27FC236}">
                  <a16:creationId xmlns:a16="http://schemas.microsoft.com/office/drawing/2014/main" id="{106DE7E7-CB16-6389-AAA3-49D1C63AFB03}"/>
                </a:ext>
              </a:extLst>
            </p:cNvPr>
            <p:cNvSpPr/>
            <p:nvPr/>
          </p:nvSpPr>
          <p:spPr>
            <a:xfrm>
              <a:off x="4832430" y="1597202"/>
              <a:ext cx="148413" cy="88346"/>
            </a:xfrm>
            <a:custGeom>
              <a:avLst/>
              <a:gdLst/>
              <a:ahLst/>
              <a:cxnLst/>
              <a:rect l="l" t="t" r="r" b="b"/>
              <a:pathLst>
                <a:path w="4716" h="2620" extrusionOk="0">
                  <a:moveTo>
                    <a:pt x="4715" y="0"/>
                  </a:moveTo>
                  <a:lnTo>
                    <a:pt x="0" y="2620"/>
                  </a:lnTo>
                  <a:lnTo>
                    <a:pt x="4692" y="2620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098;p54">
              <a:extLst>
                <a:ext uri="{FF2B5EF4-FFF2-40B4-BE49-F238E27FC236}">
                  <a16:creationId xmlns:a16="http://schemas.microsoft.com/office/drawing/2014/main" id="{674FE23D-C636-0F71-D46D-BA25A6F10D4D}"/>
                </a:ext>
              </a:extLst>
            </p:cNvPr>
            <p:cNvSpPr/>
            <p:nvPr/>
          </p:nvSpPr>
          <p:spPr>
            <a:xfrm>
              <a:off x="4696763" y="1272782"/>
              <a:ext cx="328295" cy="411957"/>
            </a:xfrm>
            <a:custGeom>
              <a:avLst/>
              <a:gdLst/>
              <a:ahLst/>
              <a:cxnLst/>
              <a:rect l="l" t="t" r="r" b="b"/>
              <a:pathLst>
                <a:path w="10432" h="12217" extrusionOk="0">
                  <a:moveTo>
                    <a:pt x="3668" y="4191"/>
                  </a:moveTo>
                  <a:cubicBezTo>
                    <a:pt x="3835" y="4191"/>
                    <a:pt x="4025" y="4358"/>
                    <a:pt x="4025" y="4525"/>
                  </a:cubicBezTo>
                  <a:cubicBezTo>
                    <a:pt x="4049" y="4739"/>
                    <a:pt x="3906" y="4906"/>
                    <a:pt x="3668" y="4906"/>
                  </a:cubicBezTo>
                  <a:lnTo>
                    <a:pt x="3430" y="4906"/>
                  </a:lnTo>
                  <a:cubicBezTo>
                    <a:pt x="3240" y="4906"/>
                    <a:pt x="3073" y="4763"/>
                    <a:pt x="3073" y="4596"/>
                  </a:cubicBezTo>
                  <a:cubicBezTo>
                    <a:pt x="3049" y="4382"/>
                    <a:pt x="3216" y="4191"/>
                    <a:pt x="3430" y="4191"/>
                  </a:cubicBezTo>
                  <a:close/>
                  <a:moveTo>
                    <a:pt x="4811" y="0"/>
                  </a:moveTo>
                  <a:cubicBezTo>
                    <a:pt x="4454" y="0"/>
                    <a:pt x="4144" y="119"/>
                    <a:pt x="3859" y="334"/>
                  </a:cubicBezTo>
                  <a:cubicBezTo>
                    <a:pt x="3702" y="275"/>
                    <a:pt x="3529" y="232"/>
                    <a:pt x="3353" y="232"/>
                  </a:cubicBezTo>
                  <a:cubicBezTo>
                    <a:pt x="3315" y="232"/>
                    <a:pt x="3278" y="234"/>
                    <a:pt x="3240" y="238"/>
                  </a:cubicBezTo>
                  <a:cubicBezTo>
                    <a:pt x="2406" y="262"/>
                    <a:pt x="1763" y="953"/>
                    <a:pt x="1715" y="1786"/>
                  </a:cubicBezTo>
                  <a:cubicBezTo>
                    <a:pt x="1715" y="2191"/>
                    <a:pt x="1930" y="2548"/>
                    <a:pt x="2287" y="2763"/>
                  </a:cubicBezTo>
                  <a:cubicBezTo>
                    <a:pt x="2192" y="3025"/>
                    <a:pt x="2144" y="3358"/>
                    <a:pt x="2144" y="3691"/>
                  </a:cubicBezTo>
                  <a:lnTo>
                    <a:pt x="1596" y="5882"/>
                  </a:lnTo>
                  <a:cubicBezTo>
                    <a:pt x="1573" y="6049"/>
                    <a:pt x="1692" y="6192"/>
                    <a:pt x="1834" y="6192"/>
                  </a:cubicBezTo>
                  <a:lnTo>
                    <a:pt x="2477" y="6192"/>
                  </a:lnTo>
                  <a:lnTo>
                    <a:pt x="2597" y="7621"/>
                  </a:lnTo>
                  <a:cubicBezTo>
                    <a:pt x="2637" y="8131"/>
                    <a:pt x="3064" y="8484"/>
                    <a:pt x="3545" y="8484"/>
                  </a:cubicBezTo>
                  <a:cubicBezTo>
                    <a:pt x="3625" y="8484"/>
                    <a:pt x="3706" y="8475"/>
                    <a:pt x="3787" y="8454"/>
                  </a:cubicBezTo>
                  <a:lnTo>
                    <a:pt x="4978" y="8121"/>
                  </a:lnTo>
                  <a:lnTo>
                    <a:pt x="4978" y="9359"/>
                  </a:lnTo>
                  <a:lnTo>
                    <a:pt x="2739" y="10074"/>
                  </a:lnTo>
                  <a:cubicBezTo>
                    <a:pt x="1906" y="10336"/>
                    <a:pt x="1192" y="10836"/>
                    <a:pt x="644" y="11503"/>
                  </a:cubicBezTo>
                  <a:lnTo>
                    <a:pt x="1" y="12217"/>
                  </a:lnTo>
                  <a:lnTo>
                    <a:pt x="2787" y="12217"/>
                  </a:lnTo>
                  <a:lnTo>
                    <a:pt x="9050" y="8764"/>
                  </a:lnTo>
                  <a:lnTo>
                    <a:pt x="8098" y="8049"/>
                  </a:lnTo>
                  <a:lnTo>
                    <a:pt x="8098" y="6216"/>
                  </a:lnTo>
                  <a:cubicBezTo>
                    <a:pt x="8383" y="6025"/>
                    <a:pt x="8598" y="5668"/>
                    <a:pt x="8598" y="5263"/>
                  </a:cubicBezTo>
                  <a:cubicBezTo>
                    <a:pt x="8598" y="5144"/>
                    <a:pt x="8574" y="5073"/>
                    <a:pt x="8574" y="4954"/>
                  </a:cubicBezTo>
                  <a:lnTo>
                    <a:pt x="8574" y="4906"/>
                  </a:lnTo>
                  <a:cubicBezTo>
                    <a:pt x="8383" y="4858"/>
                    <a:pt x="8193" y="4763"/>
                    <a:pt x="8002" y="4644"/>
                  </a:cubicBezTo>
                  <a:cubicBezTo>
                    <a:pt x="7709" y="4728"/>
                    <a:pt x="7122" y="4867"/>
                    <a:pt x="6531" y="4867"/>
                  </a:cubicBezTo>
                  <a:cubicBezTo>
                    <a:pt x="6450" y="4867"/>
                    <a:pt x="6368" y="4864"/>
                    <a:pt x="6288" y="4858"/>
                  </a:cubicBezTo>
                  <a:cubicBezTo>
                    <a:pt x="5859" y="4787"/>
                    <a:pt x="5407" y="4549"/>
                    <a:pt x="4978" y="4144"/>
                  </a:cubicBezTo>
                  <a:cubicBezTo>
                    <a:pt x="4645" y="3834"/>
                    <a:pt x="4430" y="3549"/>
                    <a:pt x="4430" y="3525"/>
                  </a:cubicBezTo>
                  <a:cubicBezTo>
                    <a:pt x="4383" y="3429"/>
                    <a:pt x="4335" y="3310"/>
                    <a:pt x="4383" y="3191"/>
                  </a:cubicBezTo>
                  <a:cubicBezTo>
                    <a:pt x="4406" y="3072"/>
                    <a:pt x="4502" y="3001"/>
                    <a:pt x="4573" y="2953"/>
                  </a:cubicBezTo>
                  <a:cubicBezTo>
                    <a:pt x="4614" y="2953"/>
                    <a:pt x="5337" y="2691"/>
                    <a:pt x="6098" y="2691"/>
                  </a:cubicBezTo>
                  <a:cubicBezTo>
                    <a:pt x="6225" y="2691"/>
                    <a:pt x="6352" y="2698"/>
                    <a:pt x="6478" y="2715"/>
                  </a:cubicBezTo>
                  <a:cubicBezTo>
                    <a:pt x="6574" y="2715"/>
                    <a:pt x="6645" y="2739"/>
                    <a:pt x="6716" y="2763"/>
                  </a:cubicBezTo>
                  <a:cubicBezTo>
                    <a:pt x="6669" y="2477"/>
                    <a:pt x="6669" y="2263"/>
                    <a:pt x="6669" y="2263"/>
                  </a:cubicBezTo>
                  <a:cubicBezTo>
                    <a:pt x="6669" y="2143"/>
                    <a:pt x="6693" y="2048"/>
                    <a:pt x="6788" y="1977"/>
                  </a:cubicBezTo>
                  <a:cubicBezTo>
                    <a:pt x="6883" y="1905"/>
                    <a:pt x="7002" y="1882"/>
                    <a:pt x="7074" y="1882"/>
                  </a:cubicBezTo>
                  <a:cubicBezTo>
                    <a:pt x="7121" y="1882"/>
                    <a:pt x="8122" y="2096"/>
                    <a:pt x="8836" y="2644"/>
                  </a:cubicBezTo>
                  <a:cubicBezTo>
                    <a:pt x="9241" y="2977"/>
                    <a:pt x="9479" y="3429"/>
                    <a:pt x="9622" y="4025"/>
                  </a:cubicBezTo>
                  <a:cubicBezTo>
                    <a:pt x="9669" y="4287"/>
                    <a:pt x="9741" y="4525"/>
                    <a:pt x="9741" y="4668"/>
                  </a:cubicBezTo>
                  <a:cubicBezTo>
                    <a:pt x="10146" y="4382"/>
                    <a:pt x="10432" y="3906"/>
                    <a:pt x="10432" y="3358"/>
                  </a:cubicBezTo>
                  <a:cubicBezTo>
                    <a:pt x="10432" y="2834"/>
                    <a:pt x="10122" y="2310"/>
                    <a:pt x="9669" y="2024"/>
                  </a:cubicBezTo>
                  <a:cubicBezTo>
                    <a:pt x="9646" y="1477"/>
                    <a:pt x="9312" y="977"/>
                    <a:pt x="8836" y="738"/>
                  </a:cubicBezTo>
                  <a:cubicBezTo>
                    <a:pt x="8625" y="615"/>
                    <a:pt x="8375" y="544"/>
                    <a:pt x="8124" y="544"/>
                  </a:cubicBezTo>
                  <a:cubicBezTo>
                    <a:pt x="8035" y="544"/>
                    <a:pt x="7947" y="553"/>
                    <a:pt x="7860" y="572"/>
                  </a:cubicBezTo>
                  <a:cubicBezTo>
                    <a:pt x="7740" y="405"/>
                    <a:pt x="7598" y="286"/>
                    <a:pt x="7407" y="214"/>
                  </a:cubicBezTo>
                  <a:cubicBezTo>
                    <a:pt x="7179" y="80"/>
                    <a:pt x="6923" y="17"/>
                    <a:pt x="6668" y="17"/>
                  </a:cubicBezTo>
                  <a:cubicBezTo>
                    <a:pt x="6338" y="17"/>
                    <a:pt x="6009" y="122"/>
                    <a:pt x="5740" y="310"/>
                  </a:cubicBezTo>
                  <a:cubicBezTo>
                    <a:pt x="5478" y="119"/>
                    <a:pt x="5145" y="0"/>
                    <a:pt x="4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99;p54">
              <a:extLst>
                <a:ext uri="{FF2B5EF4-FFF2-40B4-BE49-F238E27FC236}">
                  <a16:creationId xmlns:a16="http://schemas.microsoft.com/office/drawing/2014/main" id="{37F5567B-C265-AAE7-23C8-6208C836550A}"/>
                </a:ext>
              </a:extLst>
            </p:cNvPr>
            <p:cNvSpPr/>
            <p:nvPr/>
          </p:nvSpPr>
          <p:spPr>
            <a:xfrm>
              <a:off x="4932095" y="1367535"/>
              <a:ext cx="46513" cy="50614"/>
            </a:xfrm>
            <a:custGeom>
              <a:avLst/>
              <a:gdLst/>
              <a:ahLst/>
              <a:cxnLst/>
              <a:rect l="l" t="t" r="r" b="b"/>
              <a:pathLst>
                <a:path w="1478" h="1501" extrusionOk="0">
                  <a:moveTo>
                    <a:pt x="1" y="0"/>
                  </a:moveTo>
                  <a:lnTo>
                    <a:pt x="1" y="0"/>
                  </a:lnTo>
                  <a:cubicBezTo>
                    <a:pt x="120" y="500"/>
                    <a:pt x="286" y="881"/>
                    <a:pt x="524" y="1024"/>
                  </a:cubicBezTo>
                  <a:cubicBezTo>
                    <a:pt x="834" y="1239"/>
                    <a:pt x="1191" y="1429"/>
                    <a:pt x="1477" y="1501"/>
                  </a:cubicBezTo>
                  <a:cubicBezTo>
                    <a:pt x="1358" y="1024"/>
                    <a:pt x="1191" y="643"/>
                    <a:pt x="953" y="477"/>
                  </a:cubicBezTo>
                  <a:cubicBezTo>
                    <a:pt x="644" y="215"/>
                    <a:pt x="286" y="7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100;p54">
              <a:extLst>
                <a:ext uri="{FF2B5EF4-FFF2-40B4-BE49-F238E27FC236}">
                  <a16:creationId xmlns:a16="http://schemas.microsoft.com/office/drawing/2014/main" id="{D11F468E-46A0-6727-625A-239F66892649}"/>
                </a:ext>
              </a:extLst>
            </p:cNvPr>
            <p:cNvSpPr/>
            <p:nvPr/>
          </p:nvSpPr>
          <p:spPr>
            <a:xfrm>
              <a:off x="4864655" y="1390161"/>
              <a:ext cx="64482" cy="25020"/>
            </a:xfrm>
            <a:custGeom>
              <a:avLst/>
              <a:gdLst/>
              <a:ahLst/>
              <a:cxnLst/>
              <a:rect l="l" t="t" r="r" b="b"/>
              <a:pathLst>
                <a:path w="2049" h="742" extrusionOk="0">
                  <a:moveTo>
                    <a:pt x="620" y="1"/>
                  </a:moveTo>
                  <a:cubicBezTo>
                    <a:pt x="404" y="1"/>
                    <a:pt x="194" y="26"/>
                    <a:pt x="0" y="68"/>
                  </a:cubicBezTo>
                  <a:cubicBezTo>
                    <a:pt x="334" y="449"/>
                    <a:pt x="691" y="687"/>
                    <a:pt x="977" y="710"/>
                  </a:cubicBezTo>
                  <a:cubicBezTo>
                    <a:pt x="1090" y="733"/>
                    <a:pt x="1205" y="741"/>
                    <a:pt x="1321" y="741"/>
                  </a:cubicBezTo>
                  <a:cubicBezTo>
                    <a:pt x="1571" y="741"/>
                    <a:pt x="1821" y="703"/>
                    <a:pt x="2048" y="687"/>
                  </a:cubicBezTo>
                  <a:cubicBezTo>
                    <a:pt x="1715" y="306"/>
                    <a:pt x="1358" y="68"/>
                    <a:pt x="1096" y="44"/>
                  </a:cubicBezTo>
                  <a:cubicBezTo>
                    <a:pt x="936" y="14"/>
                    <a:pt x="776" y="1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4" name="Immagine 13">
            <a:extLst>
              <a:ext uri="{FF2B5EF4-FFF2-40B4-BE49-F238E27FC236}">
                <a16:creationId xmlns:a16="http://schemas.microsoft.com/office/drawing/2014/main" id="{C99DB541-3B65-1B66-9B73-2C593C15DD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78240" y="780422"/>
            <a:ext cx="2442023" cy="12174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Google Shape;146;p33">
            <a:extLst>
              <a:ext uri="{FF2B5EF4-FFF2-40B4-BE49-F238E27FC236}">
                <a16:creationId xmlns:a16="http://schemas.microsoft.com/office/drawing/2014/main" id="{06638DFD-3772-EF95-0A08-82B6AF478C50}"/>
              </a:ext>
            </a:extLst>
          </p:cNvPr>
          <p:cNvSpPr txBox="1">
            <a:spLocks/>
          </p:cNvSpPr>
          <p:nvPr/>
        </p:nvSpPr>
        <p:spPr>
          <a:xfrm>
            <a:off x="1083957" y="696010"/>
            <a:ext cx="3317058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Mr. Clarke Johnson</a:t>
            </a:r>
          </a:p>
        </p:txBody>
      </p:sp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55F651AC-1D77-7A43-DE55-B0EFF925E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576003"/>
              </p:ext>
            </p:extLst>
          </p:nvPr>
        </p:nvGraphicFramePr>
        <p:xfrm>
          <a:off x="1037687" y="1196653"/>
          <a:ext cx="4274580" cy="3084076"/>
        </p:xfrm>
        <a:graphic>
          <a:graphicData uri="http://schemas.openxmlformats.org/drawingml/2006/table">
            <a:tbl>
              <a:tblPr firstRow="1" firstCol="1" bandRow="1">
                <a:tableStyleId>{E405E053-5A46-4216-B2A0-0326EE7E59D0}</a:tableStyleId>
              </a:tblPr>
              <a:tblGrid>
                <a:gridCol w="2129543">
                  <a:extLst>
                    <a:ext uri="{9D8B030D-6E8A-4147-A177-3AD203B41FA5}">
                      <a16:colId xmlns:a16="http://schemas.microsoft.com/office/drawing/2014/main" val="3017179543"/>
                    </a:ext>
                  </a:extLst>
                </a:gridCol>
                <a:gridCol w="2145037">
                  <a:extLst>
                    <a:ext uri="{9D8B030D-6E8A-4147-A177-3AD203B41FA5}">
                      <a16:colId xmlns:a16="http://schemas.microsoft.com/office/drawing/2014/main" val="3818285919"/>
                    </a:ext>
                  </a:extLst>
                </a:gridCol>
              </a:tblGrid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Età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153665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Ruolo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Insegnante di storia 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427292"/>
                  </a:ext>
                </a:extLst>
              </a:tr>
              <a:tr h="540931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Conoscenza ed esperienze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Grande esperienza didattica e buon uso delle tecnologie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077719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Motivazione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Alta, orientata all’innovazione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59495"/>
                  </a:ext>
                </a:extLst>
              </a:tr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Stile cognitivo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Analitico, riflessivo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74051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Uso tecnologia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Esperto in didattica digitale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7645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Contesto d’uso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Classe scolastica eterogenea</a:t>
                      </a:r>
                      <a:endParaRPr lang="it-IT" sz="1200" b="0" kern="5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03103"/>
                  </a:ext>
                </a:extLst>
              </a:tr>
              <a:tr h="186578">
                <a:tc gridSpan="2">
                  <a:txBody>
                    <a:bodyPr/>
                    <a:lstStyle/>
                    <a:p>
                      <a:pPr indent="-635" algn="ctr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Obiettivi personali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solidFill>
                      <a:srgbClr val="E7D5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1436"/>
                  </a:ext>
                </a:extLst>
              </a:tr>
              <a:tr h="540931">
                <a:tc gridSpan="2">
                  <a:txBody>
                    <a:bodyPr/>
                    <a:lstStyle/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Rendere le lezioni più coinvolgenti. </a:t>
                      </a:r>
                    </a:p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Usare la tecnologia per aumentare la partecipazione e l’inclusività.</a:t>
                      </a: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07689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F964AE71-E146-871A-3111-A084AD4F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7A655EFE-83D4-30AA-89EC-12967C38DF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err="1"/>
              <a:t>Personas</a:t>
            </a:r>
            <a:r>
              <a:rPr lang="it-IT" sz="1600" b="0"/>
              <a:t> – Persona 4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97ECBCD5-D7A9-F3FE-360C-083B5CB8B33E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8FDCA6D7-915A-10E4-E0BA-9C003E52F9F6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A7A1330F-7353-BC3E-1D11-83763E96EDD3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EEAA6C70-2790-4661-E873-9DB5A086D7E5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grpSp>
        <p:nvGrpSpPr>
          <p:cNvPr id="6" name="Google Shape;1095;p54">
            <a:extLst>
              <a:ext uri="{FF2B5EF4-FFF2-40B4-BE49-F238E27FC236}">
                <a16:creationId xmlns:a16="http://schemas.microsoft.com/office/drawing/2014/main" id="{E1662F3B-BBE0-DAE9-60C4-DBAF624D9624}"/>
              </a:ext>
            </a:extLst>
          </p:cNvPr>
          <p:cNvGrpSpPr/>
          <p:nvPr/>
        </p:nvGrpSpPr>
        <p:grpSpPr>
          <a:xfrm>
            <a:off x="8622167" y="282664"/>
            <a:ext cx="361161" cy="382346"/>
            <a:chOff x="4696763" y="1272782"/>
            <a:chExt cx="386767" cy="412766"/>
          </a:xfrm>
        </p:grpSpPr>
        <p:sp>
          <p:nvSpPr>
            <p:cNvPr id="7" name="Google Shape;1096;p54">
              <a:extLst>
                <a:ext uri="{FF2B5EF4-FFF2-40B4-BE49-F238E27FC236}">
                  <a16:creationId xmlns:a16="http://schemas.microsoft.com/office/drawing/2014/main" id="{6B25A04B-7783-5C82-BED0-4D281A4BCBEF}"/>
                </a:ext>
              </a:extLst>
            </p:cNvPr>
            <p:cNvSpPr/>
            <p:nvPr/>
          </p:nvSpPr>
          <p:spPr>
            <a:xfrm>
              <a:off x="5003281" y="1585939"/>
              <a:ext cx="80249" cy="99609"/>
            </a:xfrm>
            <a:custGeom>
              <a:avLst/>
              <a:gdLst/>
              <a:ahLst/>
              <a:cxnLst/>
              <a:rect l="l" t="t" r="r" b="b"/>
              <a:pathLst>
                <a:path w="2550" h="2954" extrusionOk="0">
                  <a:moveTo>
                    <a:pt x="25" y="1"/>
                  </a:moveTo>
                  <a:lnTo>
                    <a:pt x="1" y="2954"/>
                  </a:lnTo>
                  <a:lnTo>
                    <a:pt x="2549" y="2954"/>
                  </a:lnTo>
                  <a:lnTo>
                    <a:pt x="1668" y="1692"/>
                  </a:lnTo>
                  <a:cubicBezTo>
                    <a:pt x="1358" y="1191"/>
                    <a:pt x="977" y="739"/>
                    <a:pt x="525" y="382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097;p54">
              <a:extLst>
                <a:ext uri="{FF2B5EF4-FFF2-40B4-BE49-F238E27FC236}">
                  <a16:creationId xmlns:a16="http://schemas.microsoft.com/office/drawing/2014/main" id="{EC55E408-4E5A-CDE5-DDBA-2661533E3C4F}"/>
                </a:ext>
              </a:extLst>
            </p:cNvPr>
            <p:cNvSpPr/>
            <p:nvPr/>
          </p:nvSpPr>
          <p:spPr>
            <a:xfrm>
              <a:off x="4832430" y="1597202"/>
              <a:ext cx="148413" cy="88346"/>
            </a:xfrm>
            <a:custGeom>
              <a:avLst/>
              <a:gdLst/>
              <a:ahLst/>
              <a:cxnLst/>
              <a:rect l="l" t="t" r="r" b="b"/>
              <a:pathLst>
                <a:path w="4716" h="2620" extrusionOk="0">
                  <a:moveTo>
                    <a:pt x="4715" y="0"/>
                  </a:moveTo>
                  <a:lnTo>
                    <a:pt x="0" y="2620"/>
                  </a:lnTo>
                  <a:lnTo>
                    <a:pt x="4692" y="2620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098;p54">
              <a:extLst>
                <a:ext uri="{FF2B5EF4-FFF2-40B4-BE49-F238E27FC236}">
                  <a16:creationId xmlns:a16="http://schemas.microsoft.com/office/drawing/2014/main" id="{50E0A5DF-20A8-C409-1BB0-AD831FB1B8C8}"/>
                </a:ext>
              </a:extLst>
            </p:cNvPr>
            <p:cNvSpPr/>
            <p:nvPr/>
          </p:nvSpPr>
          <p:spPr>
            <a:xfrm>
              <a:off x="4696763" y="1272782"/>
              <a:ext cx="328295" cy="411957"/>
            </a:xfrm>
            <a:custGeom>
              <a:avLst/>
              <a:gdLst/>
              <a:ahLst/>
              <a:cxnLst/>
              <a:rect l="l" t="t" r="r" b="b"/>
              <a:pathLst>
                <a:path w="10432" h="12217" extrusionOk="0">
                  <a:moveTo>
                    <a:pt x="3668" y="4191"/>
                  </a:moveTo>
                  <a:cubicBezTo>
                    <a:pt x="3835" y="4191"/>
                    <a:pt x="4025" y="4358"/>
                    <a:pt x="4025" y="4525"/>
                  </a:cubicBezTo>
                  <a:cubicBezTo>
                    <a:pt x="4049" y="4739"/>
                    <a:pt x="3906" y="4906"/>
                    <a:pt x="3668" y="4906"/>
                  </a:cubicBezTo>
                  <a:lnTo>
                    <a:pt x="3430" y="4906"/>
                  </a:lnTo>
                  <a:cubicBezTo>
                    <a:pt x="3240" y="4906"/>
                    <a:pt x="3073" y="4763"/>
                    <a:pt x="3073" y="4596"/>
                  </a:cubicBezTo>
                  <a:cubicBezTo>
                    <a:pt x="3049" y="4382"/>
                    <a:pt x="3216" y="4191"/>
                    <a:pt x="3430" y="4191"/>
                  </a:cubicBezTo>
                  <a:close/>
                  <a:moveTo>
                    <a:pt x="4811" y="0"/>
                  </a:moveTo>
                  <a:cubicBezTo>
                    <a:pt x="4454" y="0"/>
                    <a:pt x="4144" y="119"/>
                    <a:pt x="3859" y="334"/>
                  </a:cubicBezTo>
                  <a:cubicBezTo>
                    <a:pt x="3702" y="275"/>
                    <a:pt x="3529" y="232"/>
                    <a:pt x="3353" y="232"/>
                  </a:cubicBezTo>
                  <a:cubicBezTo>
                    <a:pt x="3315" y="232"/>
                    <a:pt x="3278" y="234"/>
                    <a:pt x="3240" y="238"/>
                  </a:cubicBezTo>
                  <a:cubicBezTo>
                    <a:pt x="2406" y="262"/>
                    <a:pt x="1763" y="953"/>
                    <a:pt x="1715" y="1786"/>
                  </a:cubicBezTo>
                  <a:cubicBezTo>
                    <a:pt x="1715" y="2191"/>
                    <a:pt x="1930" y="2548"/>
                    <a:pt x="2287" y="2763"/>
                  </a:cubicBezTo>
                  <a:cubicBezTo>
                    <a:pt x="2192" y="3025"/>
                    <a:pt x="2144" y="3358"/>
                    <a:pt x="2144" y="3691"/>
                  </a:cubicBezTo>
                  <a:lnTo>
                    <a:pt x="1596" y="5882"/>
                  </a:lnTo>
                  <a:cubicBezTo>
                    <a:pt x="1573" y="6049"/>
                    <a:pt x="1692" y="6192"/>
                    <a:pt x="1834" y="6192"/>
                  </a:cubicBezTo>
                  <a:lnTo>
                    <a:pt x="2477" y="6192"/>
                  </a:lnTo>
                  <a:lnTo>
                    <a:pt x="2597" y="7621"/>
                  </a:lnTo>
                  <a:cubicBezTo>
                    <a:pt x="2637" y="8131"/>
                    <a:pt x="3064" y="8484"/>
                    <a:pt x="3545" y="8484"/>
                  </a:cubicBezTo>
                  <a:cubicBezTo>
                    <a:pt x="3625" y="8484"/>
                    <a:pt x="3706" y="8475"/>
                    <a:pt x="3787" y="8454"/>
                  </a:cubicBezTo>
                  <a:lnTo>
                    <a:pt x="4978" y="8121"/>
                  </a:lnTo>
                  <a:lnTo>
                    <a:pt x="4978" y="9359"/>
                  </a:lnTo>
                  <a:lnTo>
                    <a:pt x="2739" y="10074"/>
                  </a:lnTo>
                  <a:cubicBezTo>
                    <a:pt x="1906" y="10336"/>
                    <a:pt x="1192" y="10836"/>
                    <a:pt x="644" y="11503"/>
                  </a:cubicBezTo>
                  <a:lnTo>
                    <a:pt x="1" y="12217"/>
                  </a:lnTo>
                  <a:lnTo>
                    <a:pt x="2787" y="12217"/>
                  </a:lnTo>
                  <a:lnTo>
                    <a:pt x="9050" y="8764"/>
                  </a:lnTo>
                  <a:lnTo>
                    <a:pt x="8098" y="8049"/>
                  </a:lnTo>
                  <a:lnTo>
                    <a:pt x="8098" y="6216"/>
                  </a:lnTo>
                  <a:cubicBezTo>
                    <a:pt x="8383" y="6025"/>
                    <a:pt x="8598" y="5668"/>
                    <a:pt x="8598" y="5263"/>
                  </a:cubicBezTo>
                  <a:cubicBezTo>
                    <a:pt x="8598" y="5144"/>
                    <a:pt x="8574" y="5073"/>
                    <a:pt x="8574" y="4954"/>
                  </a:cubicBezTo>
                  <a:lnTo>
                    <a:pt x="8574" y="4906"/>
                  </a:lnTo>
                  <a:cubicBezTo>
                    <a:pt x="8383" y="4858"/>
                    <a:pt x="8193" y="4763"/>
                    <a:pt x="8002" y="4644"/>
                  </a:cubicBezTo>
                  <a:cubicBezTo>
                    <a:pt x="7709" y="4728"/>
                    <a:pt x="7122" y="4867"/>
                    <a:pt x="6531" y="4867"/>
                  </a:cubicBezTo>
                  <a:cubicBezTo>
                    <a:pt x="6450" y="4867"/>
                    <a:pt x="6368" y="4864"/>
                    <a:pt x="6288" y="4858"/>
                  </a:cubicBezTo>
                  <a:cubicBezTo>
                    <a:pt x="5859" y="4787"/>
                    <a:pt x="5407" y="4549"/>
                    <a:pt x="4978" y="4144"/>
                  </a:cubicBezTo>
                  <a:cubicBezTo>
                    <a:pt x="4645" y="3834"/>
                    <a:pt x="4430" y="3549"/>
                    <a:pt x="4430" y="3525"/>
                  </a:cubicBezTo>
                  <a:cubicBezTo>
                    <a:pt x="4383" y="3429"/>
                    <a:pt x="4335" y="3310"/>
                    <a:pt x="4383" y="3191"/>
                  </a:cubicBezTo>
                  <a:cubicBezTo>
                    <a:pt x="4406" y="3072"/>
                    <a:pt x="4502" y="3001"/>
                    <a:pt x="4573" y="2953"/>
                  </a:cubicBezTo>
                  <a:cubicBezTo>
                    <a:pt x="4614" y="2953"/>
                    <a:pt x="5337" y="2691"/>
                    <a:pt x="6098" y="2691"/>
                  </a:cubicBezTo>
                  <a:cubicBezTo>
                    <a:pt x="6225" y="2691"/>
                    <a:pt x="6352" y="2698"/>
                    <a:pt x="6478" y="2715"/>
                  </a:cubicBezTo>
                  <a:cubicBezTo>
                    <a:pt x="6574" y="2715"/>
                    <a:pt x="6645" y="2739"/>
                    <a:pt x="6716" y="2763"/>
                  </a:cubicBezTo>
                  <a:cubicBezTo>
                    <a:pt x="6669" y="2477"/>
                    <a:pt x="6669" y="2263"/>
                    <a:pt x="6669" y="2263"/>
                  </a:cubicBezTo>
                  <a:cubicBezTo>
                    <a:pt x="6669" y="2143"/>
                    <a:pt x="6693" y="2048"/>
                    <a:pt x="6788" y="1977"/>
                  </a:cubicBezTo>
                  <a:cubicBezTo>
                    <a:pt x="6883" y="1905"/>
                    <a:pt x="7002" y="1882"/>
                    <a:pt x="7074" y="1882"/>
                  </a:cubicBezTo>
                  <a:cubicBezTo>
                    <a:pt x="7121" y="1882"/>
                    <a:pt x="8122" y="2096"/>
                    <a:pt x="8836" y="2644"/>
                  </a:cubicBezTo>
                  <a:cubicBezTo>
                    <a:pt x="9241" y="2977"/>
                    <a:pt x="9479" y="3429"/>
                    <a:pt x="9622" y="4025"/>
                  </a:cubicBezTo>
                  <a:cubicBezTo>
                    <a:pt x="9669" y="4287"/>
                    <a:pt x="9741" y="4525"/>
                    <a:pt x="9741" y="4668"/>
                  </a:cubicBezTo>
                  <a:cubicBezTo>
                    <a:pt x="10146" y="4382"/>
                    <a:pt x="10432" y="3906"/>
                    <a:pt x="10432" y="3358"/>
                  </a:cubicBezTo>
                  <a:cubicBezTo>
                    <a:pt x="10432" y="2834"/>
                    <a:pt x="10122" y="2310"/>
                    <a:pt x="9669" y="2024"/>
                  </a:cubicBezTo>
                  <a:cubicBezTo>
                    <a:pt x="9646" y="1477"/>
                    <a:pt x="9312" y="977"/>
                    <a:pt x="8836" y="738"/>
                  </a:cubicBezTo>
                  <a:cubicBezTo>
                    <a:pt x="8625" y="615"/>
                    <a:pt x="8375" y="544"/>
                    <a:pt x="8124" y="544"/>
                  </a:cubicBezTo>
                  <a:cubicBezTo>
                    <a:pt x="8035" y="544"/>
                    <a:pt x="7947" y="553"/>
                    <a:pt x="7860" y="572"/>
                  </a:cubicBezTo>
                  <a:cubicBezTo>
                    <a:pt x="7740" y="405"/>
                    <a:pt x="7598" y="286"/>
                    <a:pt x="7407" y="214"/>
                  </a:cubicBezTo>
                  <a:cubicBezTo>
                    <a:pt x="7179" y="80"/>
                    <a:pt x="6923" y="17"/>
                    <a:pt x="6668" y="17"/>
                  </a:cubicBezTo>
                  <a:cubicBezTo>
                    <a:pt x="6338" y="17"/>
                    <a:pt x="6009" y="122"/>
                    <a:pt x="5740" y="310"/>
                  </a:cubicBezTo>
                  <a:cubicBezTo>
                    <a:pt x="5478" y="119"/>
                    <a:pt x="5145" y="0"/>
                    <a:pt x="4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099;p54">
              <a:extLst>
                <a:ext uri="{FF2B5EF4-FFF2-40B4-BE49-F238E27FC236}">
                  <a16:creationId xmlns:a16="http://schemas.microsoft.com/office/drawing/2014/main" id="{8B389D13-5721-5C29-F203-3F491AE96397}"/>
                </a:ext>
              </a:extLst>
            </p:cNvPr>
            <p:cNvSpPr/>
            <p:nvPr/>
          </p:nvSpPr>
          <p:spPr>
            <a:xfrm>
              <a:off x="4932095" y="1367535"/>
              <a:ext cx="46513" cy="50614"/>
            </a:xfrm>
            <a:custGeom>
              <a:avLst/>
              <a:gdLst/>
              <a:ahLst/>
              <a:cxnLst/>
              <a:rect l="l" t="t" r="r" b="b"/>
              <a:pathLst>
                <a:path w="1478" h="1501" extrusionOk="0">
                  <a:moveTo>
                    <a:pt x="1" y="0"/>
                  </a:moveTo>
                  <a:lnTo>
                    <a:pt x="1" y="0"/>
                  </a:lnTo>
                  <a:cubicBezTo>
                    <a:pt x="120" y="500"/>
                    <a:pt x="286" y="881"/>
                    <a:pt x="524" y="1024"/>
                  </a:cubicBezTo>
                  <a:cubicBezTo>
                    <a:pt x="834" y="1239"/>
                    <a:pt x="1191" y="1429"/>
                    <a:pt x="1477" y="1501"/>
                  </a:cubicBezTo>
                  <a:cubicBezTo>
                    <a:pt x="1358" y="1024"/>
                    <a:pt x="1191" y="643"/>
                    <a:pt x="953" y="477"/>
                  </a:cubicBezTo>
                  <a:cubicBezTo>
                    <a:pt x="644" y="215"/>
                    <a:pt x="286" y="7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100;p54">
              <a:extLst>
                <a:ext uri="{FF2B5EF4-FFF2-40B4-BE49-F238E27FC236}">
                  <a16:creationId xmlns:a16="http://schemas.microsoft.com/office/drawing/2014/main" id="{4AD4A39F-A2E5-11E0-598A-116C06E566D5}"/>
                </a:ext>
              </a:extLst>
            </p:cNvPr>
            <p:cNvSpPr/>
            <p:nvPr/>
          </p:nvSpPr>
          <p:spPr>
            <a:xfrm>
              <a:off x="4864655" y="1390161"/>
              <a:ext cx="64482" cy="25020"/>
            </a:xfrm>
            <a:custGeom>
              <a:avLst/>
              <a:gdLst/>
              <a:ahLst/>
              <a:cxnLst/>
              <a:rect l="l" t="t" r="r" b="b"/>
              <a:pathLst>
                <a:path w="2049" h="742" extrusionOk="0">
                  <a:moveTo>
                    <a:pt x="620" y="1"/>
                  </a:moveTo>
                  <a:cubicBezTo>
                    <a:pt x="404" y="1"/>
                    <a:pt x="194" y="26"/>
                    <a:pt x="0" y="68"/>
                  </a:cubicBezTo>
                  <a:cubicBezTo>
                    <a:pt x="334" y="449"/>
                    <a:pt x="691" y="687"/>
                    <a:pt x="977" y="710"/>
                  </a:cubicBezTo>
                  <a:cubicBezTo>
                    <a:pt x="1090" y="733"/>
                    <a:pt x="1205" y="741"/>
                    <a:pt x="1321" y="741"/>
                  </a:cubicBezTo>
                  <a:cubicBezTo>
                    <a:pt x="1571" y="741"/>
                    <a:pt x="1821" y="703"/>
                    <a:pt x="2048" y="687"/>
                  </a:cubicBezTo>
                  <a:cubicBezTo>
                    <a:pt x="1715" y="306"/>
                    <a:pt x="1358" y="68"/>
                    <a:pt x="1096" y="44"/>
                  </a:cubicBezTo>
                  <a:cubicBezTo>
                    <a:pt x="936" y="14"/>
                    <a:pt x="776" y="1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4" name="Immagine 13">
            <a:extLst>
              <a:ext uri="{FF2B5EF4-FFF2-40B4-BE49-F238E27FC236}">
                <a16:creationId xmlns:a16="http://schemas.microsoft.com/office/drawing/2014/main" id="{691709BD-34D2-8AAB-E4B4-755CD1416D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65" t="5891" r="10196" b="7732"/>
          <a:stretch>
            <a:fillRect/>
          </a:stretch>
        </p:blipFill>
        <p:spPr>
          <a:xfrm>
            <a:off x="6059101" y="696010"/>
            <a:ext cx="1903550" cy="1534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Google Shape;146;p33">
            <a:extLst>
              <a:ext uri="{FF2B5EF4-FFF2-40B4-BE49-F238E27FC236}">
                <a16:creationId xmlns:a16="http://schemas.microsoft.com/office/drawing/2014/main" id="{F0483615-F8C7-655C-C271-51A8CCEBE244}"/>
              </a:ext>
            </a:extLst>
          </p:cNvPr>
          <p:cNvSpPr txBox="1">
            <a:spLocks/>
          </p:cNvSpPr>
          <p:nvPr/>
        </p:nvSpPr>
        <p:spPr>
          <a:xfrm>
            <a:off x="1084637" y="696010"/>
            <a:ext cx="3011581" cy="297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pPr algn="ctr"/>
            <a:r>
              <a:rPr lang="it-IT" sz="2000"/>
              <a:t>Steve Harrington</a:t>
            </a:r>
          </a:p>
        </p:txBody>
      </p:sp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5071991F-9BB9-C1DA-FAA2-26290702C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625246"/>
              </p:ext>
            </p:extLst>
          </p:nvPr>
        </p:nvGraphicFramePr>
        <p:xfrm>
          <a:off x="1031336" y="1178024"/>
          <a:ext cx="4274580" cy="3260337"/>
        </p:xfrm>
        <a:graphic>
          <a:graphicData uri="http://schemas.openxmlformats.org/drawingml/2006/table">
            <a:tbl>
              <a:tblPr firstRow="1" firstCol="1" bandRow="1">
                <a:tableStyleId>{E405E053-5A46-4216-B2A0-0326EE7E59D0}</a:tableStyleId>
              </a:tblPr>
              <a:tblGrid>
                <a:gridCol w="2129543">
                  <a:extLst>
                    <a:ext uri="{9D8B030D-6E8A-4147-A177-3AD203B41FA5}">
                      <a16:colId xmlns:a16="http://schemas.microsoft.com/office/drawing/2014/main" val="3017179543"/>
                    </a:ext>
                  </a:extLst>
                </a:gridCol>
                <a:gridCol w="2145037">
                  <a:extLst>
                    <a:ext uri="{9D8B030D-6E8A-4147-A177-3AD203B41FA5}">
                      <a16:colId xmlns:a16="http://schemas.microsoft.com/office/drawing/2014/main" val="3818285919"/>
                    </a:ext>
                  </a:extLst>
                </a:gridCol>
              </a:tblGrid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Età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153665"/>
                  </a:ext>
                </a:extLst>
              </a:tr>
              <a:tr h="252281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Ruolo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Studente scuola superiore </a:t>
                      </a: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427292"/>
                  </a:ext>
                </a:extLst>
              </a:tr>
              <a:tr h="540931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Conoscenza ed esperienze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Uso abituale di smartphone e computer, conosce tool digitali scolastici e sociali</a:t>
                      </a: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077719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Motivazione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Alta se i contenuti sono stimolanti, concreti e connessi alla sua realtà</a:t>
                      </a: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659495"/>
                  </a:ext>
                </a:extLst>
              </a:tr>
              <a:tr h="186578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Stile cognitivo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Visivo, riflessivo ma selettivo.</a:t>
                      </a: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574051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Uso tecnologia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Smartphone, PC, social media, piattaforme di apprendimento, videogiochi</a:t>
                      </a:r>
                    </a:p>
                  </a:txBody>
                  <a:tcPr marL="68580" marR="68580" marT="0" marB="0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7645"/>
                  </a:ext>
                </a:extLst>
              </a:tr>
              <a:tr h="360620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Contesto d’uso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100" b="0" kern="5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Scuola superiore, casa (autonomo)</a:t>
                      </a:r>
                    </a:p>
                  </a:txBody>
                  <a:tcPr marL="68580" marR="68580" marT="0" marB="0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03103"/>
                  </a:ext>
                </a:extLst>
              </a:tr>
              <a:tr h="186578">
                <a:tc gridSpan="2">
                  <a:txBody>
                    <a:bodyPr/>
                    <a:lstStyle/>
                    <a:p>
                      <a:pPr indent="-635" algn="ctr">
                        <a:buNone/>
                      </a:pPr>
                      <a:r>
                        <a:rPr lang="it-IT" sz="1100" b="1" kern="50">
                          <a:effectLst/>
                          <a:latin typeface="Montserrat" panose="00000500000000000000" pitchFamily="2" charset="0"/>
                        </a:rPr>
                        <a:t>Obiettivi personali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39" marR="68539" marT="0" marB="0" anchor="ctr">
                    <a:solidFill>
                      <a:srgbClr val="E7D5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1436"/>
                  </a:ext>
                </a:extLst>
              </a:tr>
              <a:tr h="540931">
                <a:tc gridSpan="2">
                  <a:txBody>
                    <a:bodyPr/>
                    <a:lstStyle/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Capire la storia attraverso esempi concreti e attuali</a:t>
                      </a:r>
                    </a:p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Ripassare in modo rapido ma efficace</a:t>
                      </a:r>
                    </a:p>
                    <a:p>
                      <a:pPr marL="34290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it-IT" sz="1100" kern="50">
                          <a:effectLst/>
                          <a:latin typeface="Montserrat" panose="00000500000000000000" pitchFamily="2" charset="0"/>
                        </a:rPr>
                        <a:t>Sentirsi preparato e partecipe, senza annoiarsi</a:t>
                      </a:r>
                    </a:p>
                  </a:txBody>
                  <a:tcPr marL="68539" marR="68539" marT="0" marB="0">
                    <a:solidFill>
                      <a:srgbClr val="FBEF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5460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4851341-0304-DFED-D0DB-67F591B7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FDFDF08E-0FF2-423A-EBED-254EBDAEF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Task individuati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21303EE9-8D5D-9879-6706-365ED07799B5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9370B9A7-DB54-4A9C-EE3B-774DD180395A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F6B7197A-4353-BFC7-B123-0267E58953AE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05E924AF-E1E4-8ED4-09E6-F2D272D91A43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AA73C1B3-5A71-8845-0BC1-6A77830AA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351" y="787167"/>
            <a:ext cx="71456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T1 Selezionare un periodo storico (</a:t>
            </a:r>
            <a:r>
              <a:rPr kumimoji="0" lang="it-IT" altLang="it-IT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Priorità:Alta</a:t>
            </a: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Permettere allo studente di scegliere in autonomia il periodo storico che desidera esplorare all’interno della piattaforma.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T2 Avviare una conversazione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Alta):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Iniziare la conversazione con il personaggio virtuale significativo per il periodo storico scelto.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T3 Condurre una conversazione con un personaggio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Alta):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Consentire agli studenti di dialogare con personaggi storici virtuali per apprendere concetti ed eventi in modo esperienziale e coinvolgente.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T4 Partecipare a quiz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Media):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Verificare l’apprendimento attraverso quiz.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T5 Salvare o rivedere una conversazione utile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Media):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Salvare un log della conversazione, con tutte le domande fatte e le risposte ricevute, così da poterle rileggere.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T6 Condividere una conversazione con compagni o insegnanti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Media):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Condividere le conversazioni che sono state salvate.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</p:txBody>
      </p:sp>
      <p:sp>
        <p:nvSpPr>
          <p:cNvPr id="17" name="Google Shape;1094;p54">
            <a:extLst>
              <a:ext uri="{FF2B5EF4-FFF2-40B4-BE49-F238E27FC236}">
                <a16:creationId xmlns:a16="http://schemas.microsoft.com/office/drawing/2014/main" id="{5CDFECCB-ECF7-F130-2C4D-AD9DC1100A0E}"/>
              </a:ext>
            </a:extLst>
          </p:cNvPr>
          <p:cNvSpPr/>
          <p:nvPr/>
        </p:nvSpPr>
        <p:spPr>
          <a:xfrm>
            <a:off x="8611148" y="285397"/>
            <a:ext cx="352343" cy="379613"/>
          </a:xfrm>
          <a:custGeom>
            <a:avLst/>
            <a:gdLst/>
            <a:ahLst/>
            <a:cxnLst/>
            <a:rect l="l" t="t" r="r" b="b"/>
            <a:pathLst>
              <a:path w="12265" h="12218" extrusionOk="0">
                <a:moveTo>
                  <a:pt x="7890" y="0"/>
                </a:moveTo>
                <a:cubicBezTo>
                  <a:pt x="7696" y="0"/>
                  <a:pt x="7502" y="16"/>
                  <a:pt x="7311" y="48"/>
                </a:cubicBezTo>
                <a:cubicBezTo>
                  <a:pt x="7192" y="72"/>
                  <a:pt x="6978" y="96"/>
                  <a:pt x="6978" y="96"/>
                </a:cubicBezTo>
                <a:cubicBezTo>
                  <a:pt x="10836" y="1096"/>
                  <a:pt x="11169" y="4358"/>
                  <a:pt x="9907" y="5787"/>
                </a:cubicBezTo>
                <a:cubicBezTo>
                  <a:pt x="9341" y="6439"/>
                  <a:pt x="8718" y="6667"/>
                  <a:pt x="8118" y="6667"/>
                </a:cubicBezTo>
                <a:cubicBezTo>
                  <a:pt x="7204" y="6667"/>
                  <a:pt x="6343" y="6137"/>
                  <a:pt x="5811" y="5763"/>
                </a:cubicBezTo>
                <a:cubicBezTo>
                  <a:pt x="5726" y="5700"/>
                  <a:pt x="5628" y="5670"/>
                  <a:pt x="5530" y="5670"/>
                </a:cubicBezTo>
                <a:cubicBezTo>
                  <a:pt x="5407" y="5670"/>
                  <a:pt x="5285" y="5718"/>
                  <a:pt x="5192" y="5811"/>
                </a:cubicBezTo>
                <a:lnTo>
                  <a:pt x="4120" y="6906"/>
                </a:lnTo>
                <a:cubicBezTo>
                  <a:pt x="3929" y="7049"/>
                  <a:pt x="3929" y="7311"/>
                  <a:pt x="4049" y="7502"/>
                </a:cubicBezTo>
                <a:lnTo>
                  <a:pt x="3406" y="8145"/>
                </a:lnTo>
                <a:cubicBezTo>
                  <a:pt x="3286" y="8121"/>
                  <a:pt x="3167" y="8097"/>
                  <a:pt x="3048" y="8097"/>
                </a:cubicBezTo>
                <a:cubicBezTo>
                  <a:pt x="2739" y="8097"/>
                  <a:pt x="2477" y="8192"/>
                  <a:pt x="2262" y="8407"/>
                </a:cubicBezTo>
                <a:lnTo>
                  <a:pt x="333" y="10360"/>
                </a:lnTo>
                <a:cubicBezTo>
                  <a:pt x="119" y="10550"/>
                  <a:pt x="0" y="10836"/>
                  <a:pt x="0" y="11122"/>
                </a:cubicBezTo>
                <a:cubicBezTo>
                  <a:pt x="0" y="11431"/>
                  <a:pt x="119" y="11693"/>
                  <a:pt x="333" y="11907"/>
                </a:cubicBezTo>
                <a:cubicBezTo>
                  <a:pt x="548" y="12098"/>
                  <a:pt x="810" y="12217"/>
                  <a:pt x="1096" y="12217"/>
                </a:cubicBezTo>
                <a:cubicBezTo>
                  <a:pt x="1381" y="12217"/>
                  <a:pt x="1667" y="12098"/>
                  <a:pt x="1881" y="11907"/>
                </a:cubicBezTo>
                <a:lnTo>
                  <a:pt x="3810" y="9955"/>
                </a:lnTo>
                <a:cubicBezTo>
                  <a:pt x="4120" y="9669"/>
                  <a:pt x="4191" y="9216"/>
                  <a:pt x="4072" y="8835"/>
                </a:cubicBezTo>
                <a:lnTo>
                  <a:pt x="4739" y="8169"/>
                </a:lnTo>
                <a:cubicBezTo>
                  <a:pt x="4811" y="8220"/>
                  <a:pt x="4897" y="8245"/>
                  <a:pt x="4986" y="8245"/>
                </a:cubicBezTo>
                <a:cubicBezTo>
                  <a:pt x="5103" y="8245"/>
                  <a:pt x="5226" y="8202"/>
                  <a:pt x="5335" y="8121"/>
                </a:cubicBezTo>
                <a:lnTo>
                  <a:pt x="5573" y="7883"/>
                </a:lnTo>
                <a:cubicBezTo>
                  <a:pt x="6177" y="8302"/>
                  <a:pt x="7100" y="8675"/>
                  <a:pt x="8093" y="8675"/>
                </a:cubicBezTo>
                <a:cubicBezTo>
                  <a:pt x="8509" y="8675"/>
                  <a:pt x="8937" y="8609"/>
                  <a:pt x="9359" y="8454"/>
                </a:cubicBezTo>
                <a:cubicBezTo>
                  <a:pt x="11336" y="7669"/>
                  <a:pt x="12265" y="5906"/>
                  <a:pt x="12265" y="4120"/>
                </a:cubicBezTo>
                <a:cubicBezTo>
                  <a:pt x="12243" y="1831"/>
                  <a:pt x="10005" y="0"/>
                  <a:pt x="78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6C1ECF-DF62-CC2C-2446-EA8D32F90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353" y="5170623"/>
            <a:ext cx="678234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T7 Ricevere feedback e premi virtuali (Priorità: Bassa)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Ricompensare gli studenti con badge o premi (es. “Ora sei un romano!”) al completamento di missioni o interazioni significative.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T8 Visualizzare le domande assegnate dall’insegnante 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Visualizzare le domande che l’insegnante ha chiesto di porre ad un personaggio all’interno di un periodo storico.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T9 Creazione di una classe virtuale 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Consentire la creazione di classi virtuali per organizzare gli studenti.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T10 Assegnare domande alla classe(Priorità: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Assegnare delle domande da porre per approfondire o anticipare degli argomenti storici.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T11 Partecipare ad una classe virtuale 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Consentire a studenti e insegnanti di entrare in un’aula virtuale strutturata.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T12 Seguire lo studio del figlio(Priorità: Bassa)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Consentire ai genitori di poter seguire lo studio e l’andamento dei propri figli.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30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5D674DC9-E0F1-AAD5-63AA-1AEC351F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488952D-B19A-B8A8-1296-5A13261F7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353" y="787599"/>
            <a:ext cx="678234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T7 Ricevere feedback e premi virtuali (Priorità: Bassa)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Ricompensare gli studenti con badge o premi (es. “Ora sei un romano!”) al completamento di missioni o interazioni significative.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T8 Visualizzare le domande assegnate dall’insegnante 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Visualizzare le domande che l’insegnante ha chiesto di porre ad un personaggio all’interno di un periodo storico.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T9 Creazione di una classe virtuale 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Consentire la creazione di classi virtuali per organizzare gli studenti.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T10 Assegnare domande alla classe(Priorità: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Assegnare delle domande da porre per approfondire o anticipare degli argomenti storici.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T11 Partecipare ad una classe virtuale (Priorità: Alta)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Consentire a studenti e insegnanti di entrare in un’aula virtuale strutturata.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T12 Seguire lo studio del figlio(Priorità: Bassa)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i="1">
                <a:solidFill>
                  <a:schemeClr val="tx1"/>
                </a:solidFill>
                <a:latin typeface="Quicksand Medium" panose="020B0604020202020204" charset="0"/>
              </a:rPr>
              <a:t>Consentire ai genitori di poter seguire lo studio e l’andamento dei propri figli.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1A737D54-C203-8F7A-4797-554F678C6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Task individuati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E19D5EC4-D221-8EDC-750E-711DBB8CC387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B98573AD-B23E-55FA-6336-6B4CA94AFDB9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E2EC88F5-3CE0-D1C4-FDFD-6414A0C5E3BD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9F610547-DA78-DDA1-2612-E84251B0E85E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C5C23D8E-9942-E3AF-F9CF-26F069499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351" y="-3876273"/>
            <a:ext cx="71456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T1 Selezionare un periodo storico (</a:t>
            </a:r>
            <a:r>
              <a:rPr kumimoji="0" lang="it-IT" altLang="it-IT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Priorità:Alta</a:t>
            </a: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Permettere allo studente di scegliere in autonomia il periodo storico che desidera esplorare all’interno della piattaforma.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T2 Avviare una conversazione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Alta):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Iniziare la conversazione con il personaggio virtuale significativo per il periodo storico scelto.</a:t>
            </a:r>
            <a:endParaRPr lang="it-IT" altLang="it-IT">
              <a:solidFill>
                <a:schemeClr val="tx1"/>
              </a:solidFill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T3 Condurre una conversazione con un personaggio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Alta):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Consentire agli studenti di dialogare con personaggi storici virtuali per apprendere concetti ed eventi in modo esperienziale e coinvolgente.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T4 Partecipare a quiz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Media):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Verificare l’apprendimento attraverso quiz.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T5 Salvare o rivedere una conversazione utile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Media):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Salvare un log della conversazione, con tutte le domande fatte e le risposte ricevute, così da poterle rileggere.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it-IT" altLang="it-IT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T6 Condividere una conversazione con compagni o insegnanti </a:t>
            </a:r>
            <a:r>
              <a:rPr lang="it-IT" altLang="it-IT" b="1">
                <a:solidFill>
                  <a:schemeClr val="tx1"/>
                </a:solidFill>
                <a:latin typeface="Quicksand Medium" panose="020B0604020202020204" charset="0"/>
              </a:rPr>
              <a:t>(Priorità: Media):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it-IT" altLang="it-IT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Quicksand Medium" panose="020B0604020202020204" charset="0"/>
              </a:rPr>
              <a:t>Condividere le conversazioni che sono state salvate.</a:t>
            </a:r>
            <a:endParaRPr kumimoji="0" lang="it-IT" altLang="it-I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Quicksand Medium" panose="020B0604020202020204" charset="0"/>
            </a:endParaRPr>
          </a:p>
        </p:txBody>
      </p:sp>
      <p:sp>
        <p:nvSpPr>
          <p:cNvPr id="17" name="Google Shape;1094;p54">
            <a:extLst>
              <a:ext uri="{FF2B5EF4-FFF2-40B4-BE49-F238E27FC236}">
                <a16:creationId xmlns:a16="http://schemas.microsoft.com/office/drawing/2014/main" id="{95838502-12DB-BD84-75E7-A3FC69A2A6A1}"/>
              </a:ext>
            </a:extLst>
          </p:cNvPr>
          <p:cNvSpPr/>
          <p:nvPr/>
        </p:nvSpPr>
        <p:spPr>
          <a:xfrm>
            <a:off x="8611148" y="285397"/>
            <a:ext cx="352343" cy="379613"/>
          </a:xfrm>
          <a:custGeom>
            <a:avLst/>
            <a:gdLst/>
            <a:ahLst/>
            <a:cxnLst/>
            <a:rect l="l" t="t" r="r" b="b"/>
            <a:pathLst>
              <a:path w="12265" h="12218" extrusionOk="0">
                <a:moveTo>
                  <a:pt x="7890" y="0"/>
                </a:moveTo>
                <a:cubicBezTo>
                  <a:pt x="7696" y="0"/>
                  <a:pt x="7502" y="16"/>
                  <a:pt x="7311" y="48"/>
                </a:cubicBezTo>
                <a:cubicBezTo>
                  <a:pt x="7192" y="72"/>
                  <a:pt x="6978" y="96"/>
                  <a:pt x="6978" y="96"/>
                </a:cubicBezTo>
                <a:cubicBezTo>
                  <a:pt x="10836" y="1096"/>
                  <a:pt x="11169" y="4358"/>
                  <a:pt x="9907" y="5787"/>
                </a:cubicBezTo>
                <a:cubicBezTo>
                  <a:pt x="9341" y="6439"/>
                  <a:pt x="8718" y="6667"/>
                  <a:pt x="8118" y="6667"/>
                </a:cubicBezTo>
                <a:cubicBezTo>
                  <a:pt x="7204" y="6667"/>
                  <a:pt x="6343" y="6137"/>
                  <a:pt x="5811" y="5763"/>
                </a:cubicBezTo>
                <a:cubicBezTo>
                  <a:pt x="5726" y="5700"/>
                  <a:pt x="5628" y="5670"/>
                  <a:pt x="5530" y="5670"/>
                </a:cubicBezTo>
                <a:cubicBezTo>
                  <a:pt x="5407" y="5670"/>
                  <a:pt x="5285" y="5718"/>
                  <a:pt x="5192" y="5811"/>
                </a:cubicBezTo>
                <a:lnTo>
                  <a:pt x="4120" y="6906"/>
                </a:lnTo>
                <a:cubicBezTo>
                  <a:pt x="3929" y="7049"/>
                  <a:pt x="3929" y="7311"/>
                  <a:pt x="4049" y="7502"/>
                </a:cubicBezTo>
                <a:lnTo>
                  <a:pt x="3406" y="8145"/>
                </a:lnTo>
                <a:cubicBezTo>
                  <a:pt x="3286" y="8121"/>
                  <a:pt x="3167" y="8097"/>
                  <a:pt x="3048" y="8097"/>
                </a:cubicBezTo>
                <a:cubicBezTo>
                  <a:pt x="2739" y="8097"/>
                  <a:pt x="2477" y="8192"/>
                  <a:pt x="2262" y="8407"/>
                </a:cubicBezTo>
                <a:lnTo>
                  <a:pt x="333" y="10360"/>
                </a:lnTo>
                <a:cubicBezTo>
                  <a:pt x="119" y="10550"/>
                  <a:pt x="0" y="10836"/>
                  <a:pt x="0" y="11122"/>
                </a:cubicBezTo>
                <a:cubicBezTo>
                  <a:pt x="0" y="11431"/>
                  <a:pt x="119" y="11693"/>
                  <a:pt x="333" y="11907"/>
                </a:cubicBezTo>
                <a:cubicBezTo>
                  <a:pt x="548" y="12098"/>
                  <a:pt x="810" y="12217"/>
                  <a:pt x="1096" y="12217"/>
                </a:cubicBezTo>
                <a:cubicBezTo>
                  <a:pt x="1381" y="12217"/>
                  <a:pt x="1667" y="12098"/>
                  <a:pt x="1881" y="11907"/>
                </a:cubicBezTo>
                <a:lnTo>
                  <a:pt x="3810" y="9955"/>
                </a:lnTo>
                <a:cubicBezTo>
                  <a:pt x="4120" y="9669"/>
                  <a:pt x="4191" y="9216"/>
                  <a:pt x="4072" y="8835"/>
                </a:cubicBezTo>
                <a:lnTo>
                  <a:pt x="4739" y="8169"/>
                </a:lnTo>
                <a:cubicBezTo>
                  <a:pt x="4811" y="8220"/>
                  <a:pt x="4897" y="8245"/>
                  <a:pt x="4986" y="8245"/>
                </a:cubicBezTo>
                <a:cubicBezTo>
                  <a:pt x="5103" y="8245"/>
                  <a:pt x="5226" y="8202"/>
                  <a:pt x="5335" y="8121"/>
                </a:cubicBezTo>
                <a:lnTo>
                  <a:pt x="5573" y="7883"/>
                </a:lnTo>
                <a:cubicBezTo>
                  <a:pt x="6177" y="8302"/>
                  <a:pt x="7100" y="8675"/>
                  <a:pt x="8093" y="8675"/>
                </a:cubicBezTo>
                <a:cubicBezTo>
                  <a:pt x="8509" y="8675"/>
                  <a:pt x="8937" y="8609"/>
                  <a:pt x="9359" y="8454"/>
                </a:cubicBezTo>
                <a:cubicBezTo>
                  <a:pt x="11336" y="7669"/>
                  <a:pt x="12265" y="5906"/>
                  <a:pt x="12265" y="4120"/>
                </a:cubicBezTo>
                <a:cubicBezTo>
                  <a:pt x="12243" y="1831"/>
                  <a:pt x="10005" y="0"/>
                  <a:pt x="78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646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2722E58A-F374-B217-F4BF-66DBF7AC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C1C071E7-4230-E054-0AC9-91337780A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Task individuati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B2424EEF-DA3B-6541-2DC0-094052634056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FF0248B9-F08F-3543-DAB8-D8C94355BA99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46123D2B-B473-225E-B758-FFD915C968AE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DA609335-8330-39F3-23D9-40E03C7463FB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0662A43-61F6-F155-A84D-21CCA31DB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68655"/>
              </p:ext>
            </p:extLst>
          </p:nvPr>
        </p:nvGraphicFramePr>
        <p:xfrm>
          <a:off x="1559383" y="887050"/>
          <a:ext cx="6283642" cy="3356834"/>
        </p:xfrm>
        <a:graphic>
          <a:graphicData uri="http://schemas.openxmlformats.org/drawingml/2006/table">
            <a:tbl>
              <a:tblPr firstRow="1" firstCol="1" bandRow="1">
                <a:tableStyleId>{E405E053-5A46-4216-B2A0-0326EE7E59D0}</a:tableStyleId>
              </a:tblPr>
              <a:tblGrid>
                <a:gridCol w="3141494">
                  <a:extLst>
                    <a:ext uri="{9D8B030D-6E8A-4147-A177-3AD203B41FA5}">
                      <a16:colId xmlns:a16="http://schemas.microsoft.com/office/drawing/2014/main" val="272982656"/>
                    </a:ext>
                  </a:extLst>
                </a:gridCol>
                <a:gridCol w="3142148">
                  <a:extLst>
                    <a:ext uri="{9D8B030D-6E8A-4147-A177-3AD203B41FA5}">
                      <a16:colId xmlns:a16="http://schemas.microsoft.com/office/drawing/2014/main" val="2284202139"/>
                    </a:ext>
                  </a:extLst>
                </a:gridCol>
              </a:tblGrid>
              <a:tr h="180016">
                <a:tc>
                  <a:txBody>
                    <a:bodyPr/>
                    <a:lstStyle/>
                    <a:p>
                      <a:pPr indent="-635" algn="ctr">
                        <a:buNone/>
                      </a:pPr>
                      <a:r>
                        <a:rPr lang="it-IT" sz="1200" b="1" kern="50">
                          <a:effectLst/>
                        </a:rPr>
                        <a:t>Task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8D76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>
                        <a:buNone/>
                      </a:pPr>
                      <a:r>
                        <a:rPr lang="it-IT" sz="1200" b="1" kern="50">
                          <a:effectLst/>
                        </a:rPr>
                        <a:t>Persona</a:t>
                      </a:r>
                      <a:endParaRPr lang="it-IT" sz="1200" b="1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8D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032272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T1 - Selezionare un periodo storico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Dustin Henderson, Undici, Steve Harrington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315550"/>
                  </a:ext>
                </a:extLst>
              </a:tr>
              <a:tr h="180016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T2 - Avviare una conversazione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63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it-IT" sz="1200" b="0" i="0" u="none" strike="noStrike" kern="5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Dustin Henderson, Undici, Steve Harrington</a:t>
                      </a:r>
                      <a:endParaRPr kumimoji="0" lang="it-IT" sz="1200" b="0" i="0" u="none" strike="noStrike" kern="5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571745"/>
                  </a:ext>
                </a:extLst>
              </a:tr>
              <a:tr h="360032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T3 - Condurre una conversazione con un personaggio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63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it-IT" sz="1200" b="0" i="0" u="none" strike="noStrike" kern="5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Dustin Henderson, Undici, Steve Harrington</a:t>
                      </a:r>
                      <a:endParaRPr kumimoji="0" lang="it-IT" sz="1200" b="0" i="0" u="none" strike="noStrike" kern="5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449297"/>
                  </a:ext>
                </a:extLst>
              </a:tr>
              <a:tr h="180016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T4 - Partecipare a quiz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Dustin Henderson, Undici, Steve Harrington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33548"/>
                  </a:ext>
                </a:extLst>
              </a:tr>
              <a:tr h="360032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T5 – Salvare, rivedere una conversazione utile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Dustin Henderson, Undici, Steve Harrington, Mr. Clarke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022176"/>
                  </a:ext>
                </a:extLst>
              </a:tr>
              <a:tr h="360032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T6 - Condividere una conversazione con compagni o insegnanti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Dustin Henderson, Undici, Steve Harrington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969176"/>
                  </a:ext>
                </a:extLst>
              </a:tr>
              <a:tr h="259295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T7 - Ricevere feedback e premi virtuali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Dustin Henderson, Undici, Steve Harrington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645091"/>
                  </a:ext>
                </a:extLst>
              </a:tr>
              <a:tr h="360032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T8 - Visualizzare le domande assegnate dall’insegnante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Dustin Henderson, Undici, Steve Harrington, Mr. Clarke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88189"/>
                  </a:ext>
                </a:extLst>
              </a:tr>
              <a:tr h="180016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T9 - Creazione di una classe virtuale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Mr. Clarke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636648"/>
                  </a:ext>
                </a:extLst>
              </a:tr>
              <a:tr h="180016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T10 - Assegnare domande alla classe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Mr. Clarke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232988"/>
                  </a:ext>
                </a:extLst>
              </a:tr>
              <a:tr h="251747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T11 – Partecipare ad una classe virtuale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Dustin Henderson, Undici, Steve Harrington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816777"/>
                  </a:ext>
                </a:extLst>
              </a:tr>
              <a:tr h="180016"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T12 – Seguire lo studio del figlio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indent="-635">
                        <a:buNone/>
                      </a:pPr>
                      <a:r>
                        <a:rPr lang="it-IT" sz="1200" kern="50">
                          <a:effectLst/>
                        </a:rPr>
                        <a:t>Joyce Byers(Genitore)</a:t>
                      </a:r>
                      <a:endParaRPr lang="it-IT" sz="1200" kern="50"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 anchor="ctr"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641062"/>
                  </a:ext>
                </a:extLst>
              </a:tr>
            </a:tbl>
          </a:graphicData>
        </a:graphic>
      </p:graphicFrame>
      <p:sp>
        <p:nvSpPr>
          <p:cNvPr id="5" name="Google Shape;1094;p54">
            <a:extLst>
              <a:ext uri="{FF2B5EF4-FFF2-40B4-BE49-F238E27FC236}">
                <a16:creationId xmlns:a16="http://schemas.microsoft.com/office/drawing/2014/main" id="{E263D18E-1D6A-D55A-47D5-80D16CDC927E}"/>
              </a:ext>
            </a:extLst>
          </p:cNvPr>
          <p:cNvSpPr/>
          <p:nvPr/>
        </p:nvSpPr>
        <p:spPr>
          <a:xfrm>
            <a:off x="8611148" y="285397"/>
            <a:ext cx="352343" cy="379613"/>
          </a:xfrm>
          <a:custGeom>
            <a:avLst/>
            <a:gdLst/>
            <a:ahLst/>
            <a:cxnLst/>
            <a:rect l="l" t="t" r="r" b="b"/>
            <a:pathLst>
              <a:path w="12265" h="12218" extrusionOk="0">
                <a:moveTo>
                  <a:pt x="7890" y="0"/>
                </a:moveTo>
                <a:cubicBezTo>
                  <a:pt x="7696" y="0"/>
                  <a:pt x="7502" y="16"/>
                  <a:pt x="7311" y="48"/>
                </a:cubicBezTo>
                <a:cubicBezTo>
                  <a:pt x="7192" y="72"/>
                  <a:pt x="6978" y="96"/>
                  <a:pt x="6978" y="96"/>
                </a:cubicBezTo>
                <a:cubicBezTo>
                  <a:pt x="10836" y="1096"/>
                  <a:pt x="11169" y="4358"/>
                  <a:pt x="9907" y="5787"/>
                </a:cubicBezTo>
                <a:cubicBezTo>
                  <a:pt x="9341" y="6439"/>
                  <a:pt x="8718" y="6667"/>
                  <a:pt x="8118" y="6667"/>
                </a:cubicBezTo>
                <a:cubicBezTo>
                  <a:pt x="7204" y="6667"/>
                  <a:pt x="6343" y="6137"/>
                  <a:pt x="5811" y="5763"/>
                </a:cubicBezTo>
                <a:cubicBezTo>
                  <a:pt x="5726" y="5700"/>
                  <a:pt x="5628" y="5670"/>
                  <a:pt x="5530" y="5670"/>
                </a:cubicBezTo>
                <a:cubicBezTo>
                  <a:pt x="5407" y="5670"/>
                  <a:pt x="5285" y="5718"/>
                  <a:pt x="5192" y="5811"/>
                </a:cubicBezTo>
                <a:lnTo>
                  <a:pt x="4120" y="6906"/>
                </a:lnTo>
                <a:cubicBezTo>
                  <a:pt x="3929" y="7049"/>
                  <a:pt x="3929" y="7311"/>
                  <a:pt x="4049" y="7502"/>
                </a:cubicBezTo>
                <a:lnTo>
                  <a:pt x="3406" y="8145"/>
                </a:lnTo>
                <a:cubicBezTo>
                  <a:pt x="3286" y="8121"/>
                  <a:pt x="3167" y="8097"/>
                  <a:pt x="3048" y="8097"/>
                </a:cubicBezTo>
                <a:cubicBezTo>
                  <a:pt x="2739" y="8097"/>
                  <a:pt x="2477" y="8192"/>
                  <a:pt x="2262" y="8407"/>
                </a:cubicBezTo>
                <a:lnTo>
                  <a:pt x="333" y="10360"/>
                </a:lnTo>
                <a:cubicBezTo>
                  <a:pt x="119" y="10550"/>
                  <a:pt x="0" y="10836"/>
                  <a:pt x="0" y="11122"/>
                </a:cubicBezTo>
                <a:cubicBezTo>
                  <a:pt x="0" y="11431"/>
                  <a:pt x="119" y="11693"/>
                  <a:pt x="333" y="11907"/>
                </a:cubicBezTo>
                <a:cubicBezTo>
                  <a:pt x="548" y="12098"/>
                  <a:pt x="810" y="12217"/>
                  <a:pt x="1096" y="12217"/>
                </a:cubicBezTo>
                <a:cubicBezTo>
                  <a:pt x="1381" y="12217"/>
                  <a:pt x="1667" y="12098"/>
                  <a:pt x="1881" y="11907"/>
                </a:cubicBezTo>
                <a:lnTo>
                  <a:pt x="3810" y="9955"/>
                </a:lnTo>
                <a:cubicBezTo>
                  <a:pt x="4120" y="9669"/>
                  <a:pt x="4191" y="9216"/>
                  <a:pt x="4072" y="8835"/>
                </a:cubicBezTo>
                <a:lnTo>
                  <a:pt x="4739" y="8169"/>
                </a:lnTo>
                <a:cubicBezTo>
                  <a:pt x="4811" y="8220"/>
                  <a:pt x="4897" y="8245"/>
                  <a:pt x="4986" y="8245"/>
                </a:cubicBezTo>
                <a:cubicBezTo>
                  <a:pt x="5103" y="8245"/>
                  <a:pt x="5226" y="8202"/>
                  <a:pt x="5335" y="8121"/>
                </a:cubicBezTo>
                <a:lnTo>
                  <a:pt x="5573" y="7883"/>
                </a:lnTo>
                <a:cubicBezTo>
                  <a:pt x="6177" y="8302"/>
                  <a:pt x="7100" y="8675"/>
                  <a:pt x="8093" y="8675"/>
                </a:cubicBezTo>
                <a:cubicBezTo>
                  <a:pt x="8509" y="8675"/>
                  <a:pt x="8937" y="8609"/>
                  <a:pt x="9359" y="8454"/>
                </a:cubicBezTo>
                <a:cubicBezTo>
                  <a:pt x="11336" y="7669"/>
                  <a:pt x="12265" y="5906"/>
                  <a:pt x="12265" y="4120"/>
                </a:cubicBezTo>
                <a:cubicBezTo>
                  <a:pt x="12243" y="1831"/>
                  <a:pt x="10005" y="0"/>
                  <a:pt x="78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918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9D6E2086-DD39-3660-4BB0-18682BC1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74D0BCC9-30B2-91F6-C2C3-C267CEE5FC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Obiettivi di Empowerment 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26BC51EC-D510-65F4-FC4E-0A485F1FF22C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E40F8285-6300-278A-D3B8-1A93AB0DC031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511ABD0A-35F8-C51D-C45A-2E7BF9AFA49A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EBF102BC-2D4F-7664-35FB-9F9299A64038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grpSp>
        <p:nvGrpSpPr>
          <p:cNvPr id="4" name="Google Shape;982;p54">
            <a:extLst>
              <a:ext uri="{FF2B5EF4-FFF2-40B4-BE49-F238E27FC236}">
                <a16:creationId xmlns:a16="http://schemas.microsoft.com/office/drawing/2014/main" id="{DDA0017F-0BF1-EC80-7BF4-157F3ED2BDC7}"/>
              </a:ext>
            </a:extLst>
          </p:cNvPr>
          <p:cNvGrpSpPr/>
          <p:nvPr/>
        </p:nvGrpSpPr>
        <p:grpSpPr>
          <a:xfrm>
            <a:off x="8633026" y="281819"/>
            <a:ext cx="359048" cy="383188"/>
            <a:chOff x="6580116" y="1273490"/>
            <a:chExt cx="384501" cy="413677"/>
          </a:xfrm>
        </p:grpSpPr>
        <p:sp>
          <p:nvSpPr>
            <p:cNvPr id="5" name="Google Shape;983;p54">
              <a:extLst>
                <a:ext uri="{FF2B5EF4-FFF2-40B4-BE49-F238E27FC236}">
                  <a16:creationId xmlns:a16="http://schemas.microsoft.com/office/drawing/2014/main" id="{E02B3458-886A-347D-705D-33D09241FA63}"/>
                </a:ext>
              </a:extLst>
            </p:cNvPr>
            <p:cNvSpPr/>
            <p:nvPr/>
          </p:nvSpPr>
          <p:spPr>
            <a:xfrm>
              <a:off x="6581627" y="1379371"/>
              <a:ext cx="287793" cy="307796"/>
            </a:xfrm>
            <a:custGeom>
              <a:avLst/>
              <a:gdLst/>
              <a:ahLst/>
              <a:cxnLst/>
              <a:rect l="l" t="t" r="r" b="b"/>
              <a:pathLst>
                <a:path w="9145" h="9128" extrusionOk="0">
                  <a:moveTo>
                    <a:pt x="5835" y="1"/>
                  </a:moveTo>
                  <a:cubicBezTo>
                    <a:pt x="5650" y="1"/>
                    <a:pt x="5466" y="66"/>
                    <a:pt x="5335" y="197"/>
                  </a:cubicBezTo>
                  <a:lnTo>
                    <a:pt x="4787" y="745"/>
                  </a:lnTo>
                  <a:lnTo>
                    <a:pt x="6811" y="2769"/>
                  </a:lnTo>
                  <a:cubicBezTo>
                    <a:pt x="6859" y="2793"/>
                    <a:pt x="6883" y="2817"/>
                    <a:pt x="6906" y="2888"/>
                  </a:cubicBezTo>
                  <a:cubicBezTo>
                    <a:pt x="6978" y="3031"/>
                    <a:pt x="6930" y="3174"/>
                    <a:pt x="6811" y="3269"/>
                  </a:cubicBezTo>
                  <a:lnTo>
                    <a:pt x="6406" y="3698"/>
                  </a:lnTo>
                  <a:cubicBezTo>
                    <a:pt x="6109" y="3995"/>
                    <a:pt x="5712" y="4144"/>
                    <a:pt x="5312" y="4144"/>
                  </a:cubicBezTo>
                  <a:cubicBezTo>
                    <a:pt x="5232" y="4144"/>
                    <a:pt x="5152" y="4138"/>
                    <a:pt x="5073" y="4126"/>
                  </a:cubicBezTo>
                  <a:lnTo>
                    <a:pt x="5073" y="4126"/>
                  </a:lnTo>
                  <a:cubicBezTo>
                    <a:pt x="5097" y="4650"/>
                    <a:pt x="4954" y="5174"/>
                    <a:pt x="4549" y="5555"/>
                  </a:cubicBezTo>
                  <a:cubicBezTo>
                    <a:pt x="4501" y="5627"/>
                    <a:pt x="4406" y="5674"/>
                    <a:pt x="4311" y="5674"/>
                  </a:cubicBezTo>
                  <a:cubicBezTo>
                    <a:pt x="4239" y="5674"/>
                    <a:pt x="4144" y="5650"/>
                    <a:pt x="4072" y="5555"/>
                  </a:cubicBezTo>
                  <a:cubicBezTo>
                    <a:pt x="3930" y="5412"/>
                    <a:pt x="3930" y="5198"/>
                    <a:pt x="4072" y="5055"/>
                  </a:cubicBezTo>
                  <a:cubicBezTo>
                    <a:pt x="4501" y="4650"/>
                    <a:pt x="4501" y="3960"/>
                    <a:pt x="4072" y="3531"/>
                  </a:cubicBezTo>
                  <a:lnTo>
                    <a:pt x="3930" y="3388"/>
                  </a:lnTo>
                  <a:cubicBezTo>
                    <a:pt x="3787" y="3245"/>
                    <a:pt x="3787" y="3031"/>
                    <a:pt x="3930" y="2888"/>
                  </a:cubicBezTo>
                  <a:cubicBezTo>
                    <a:pt x="4001" y="2817"/>
                    <a:pt x="4090" y="2781"/>
                    <a:pt x="4180" y="2781"/>
                  </a:cubicBezTo>
                  <a:cubicBezTo>
                    <a:pt x="4269" y="2781"/>
                    <a:pt x="4358" y="2817"/>
                    <a:pt x="4430" y="2888"/>
                  </a:cubicBezTo>
                  <a:lnTo>
                    <a:pt x="4596" y="3031"/>
                  </a:lnTo>
                  <a:lnTo>
                    <a:pt x="4763" y="3221"/>
                  </a:lnTo>
                  <a:cubicBezTo>
                    <a:pt x="4930" y="3376"/>
                    <a:pt x="5144" y="3454"/>
                    <a:pt x="5358" y="3454"/>
                  </a:cubicBezTo>
                  <a:cubicBezTo>
                    <a:pt x="5573" y="3454"/>
                    <a:pt x="5787" y="3376"/>
                    <a:pt x="5954" y="3221"/>
                  </a:cubicBezTo>
                  <a:lnTo>
                    <a:pt x="6097" y="3055"/>
                  </a:lnTo>
                  <a:lnTo>
                    <a:pt x="4311" y="1269"/>
                  </a:lnTo>
                  <a:cubicBezTo>
                    <a:pt x="4165" y="1191"/>
                    <a:pt x="4000" y="1149"/>
                    <a:pt x="3834" y="1149"/>
                  </a:cubicBezTo>
                  <a:cubicBezTo>
                    <a:pt x="3593" y="1149"/>
                    <a:pt x="3351" y="1238"/>
                    <a:pt x="3168" y="1435"/>
                  </a:cubicBezTo>
                  <a:lnTo>
                    <a:pt x="1977" y="2626"/>
                  </a:lnTo>
                  <a:cubicBezTo>
                    <a:pt x="1405" y="3174"/>
                    <a:pt x="1215" y="4007"/>
                    <a:pt x="1429" y="4722"/>
                  </a:cubicBezTo>
                  <a:lnTo>
                    <a:pt x="0" y="6151"/>
                  </a:lnTo>
                  <a:lnTo>
                    <a:pt x="0" y="9127"/>
                  </a:lnTo>
                  <a:lnTo>
                    <a:pt x="2977" y="9127"/>
                  </a:lnTo>
                  <a:lnTo>
                    <a:pt x="4406" y="7699"/>
                  </a:lnTo>
                  <a:cubicBezTo>
                    <a:pt x="4612" y="7758"/>
                    <a:pt x="4823" y="7788"/>
                    <a:pt x="5034" y="7788"/>
                  </a:cubicBezTo>
                  <a:cubicBezTo>
                    <a:pt x="5579" y="7788"/>
                    <a:pt x="6120" y="7587"/>
                    <a:pt x="6549" y="7175"/>
                  </a:cubicBezTo>
                  <a:lnTo>
                    <a:pt x="7883" y="5841"/>
                  </a:lnTo>
                  <a:lnTo>
                    <a:pt x="8835" y="4769"/>
                  </a:lnTo>
                  <a:cubicBezTo>
                    <a:pt x="9121" y="4484"/>
                    <a:pt x="9145" y="4079"/>
                    <a:pt x="8907" y="3769"/>
                  </a:cubicBezTo>
                  <a:cubicBezTo>
                    <a:pt x="8773" y="3611"/>
                    <a:pt x="8584" y="3534"/>
                    <a:pt x="8389" y="3534"/>
                  </a:cubicBezTo>
                  <a:cubicBezTo>
                    <a:pt x="8202" y="3534"/>
                    <a:pt x="8011" y="3605"/>
                    <a:pt x="7859" y="3745"/>
                  </a:cubicBezTo>
                  <a:lnTo>
                    <a:pt x="8359" y="3245"/>
                  </a:lnTo>
                  <a:cubicBezTo>
                    <a:pt x="8645" y="2983"/>
                    <a:pt x="8645" y="2507"/>
                    <a:pt x="8359" y="2221"/>
                  </a:cubicBezTo>
                  <a:cubicBezTo>
                    <a:pt x="8228" y="2090"/>
                    <a:pt x="8044" y="2025"/>
                    <a:pt x="7859" y="2025"/>
                  </a:cubicBezTo>
                  <a:cubicBezTo>
                    <a:pt x="7674" y="2025"/>
                    <a:pt x="7490" y="2090"/>
                    <a:pt x="7359" y="2221"/>
                  </a:cubicBezTo>
                  <a:cubicBezTo>
                    <a:pt x="7621" y="1959"/>
                    <a:pt x="7621" y="1483"/>
                    <a:pt x="7359" y="1221"/>
                  </a:cubicBezTo>
                  <a:cubicBezTo>
                    <a:pt x="7228" y="1090"/>
                    <a:pt x="7043" y="1025"/>
                    <a:pt x="6856" y="1025"/>
                  </a:cubicBezTo>
                  <a:cubicBezTo>
                    <a:pt x="6668" y="1025"/>
                    <a:pt x="6478" y="1090"/>
                    <a:pt x="6335" y="1221"/>
                  </a:cubicBezTo>
                  <a:cubicBezTo>
                    <a:pt x="6621" y="959"/>
                    <a:pt x="6621" y="483"/>
                    <a:pt x="6335" y="197"/>
                  </a:cubicBezTo>
                  <a:cubicBezTo>
                    <a:pt x="6204" y="66"/>
                    <a:pt x="6019" y="1"/>
                    <a:pt x="5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84;p54">
              <a:extLst>
                <a:ext uri="{FF2B5EF4-FFF2-40B4-BE49-F238E27FC236}">
                  <a16:creationId xmlns:a16="http://schemas.microsoft.com/office/drawing/2014/main" id="{4C206ED1-D29B-DFAC-3DBA-3A96941BD2FD}"/>
                </a:ext>
              </a:extLst>
            </p:cNvPr>
            <p:cNvSpPr/>
            <p:nvPr/>
          </p:nvSpPr>
          <p:spPr>
            <a:xfrm>
              <a:off x="6580116" y="1273557"/>
              <a:ext cx="156658" cy="164655"/>
            </a:xfrm>
            <a:custGeom>
              <a:avLst/>
              <a:gdLst/>
              <a:ahLst/>
              <a:cxnLst/>
              <a:rect l="l" t="t" r="r" b="b"/>
              <a:pathLst>
                <a:path w="4978" h="4883" extrusionOk="0">
                  <a:moveTo>
                    <a:pt x="1" y="1"/>
                  </a:moveTo>
                  <a:lnTo>
                    <a:pt x="1787" y="4883"/>
                  </a:lnTo>
                  <a:lnTo>
                    <a:pt x="2644" y="4002"/>
                  </a:lnTo>
                  <a:cubicBezTo>
                    <a:pt x="2977" y="3668"/>
                    <a:pt x="3382" y="3526"/>
                    <a:pt x="3835" y="3526"/>
                  </a:cubicBezTo>
                  <a:cubicBezTo>
                    <a:pt x="3906" y="3526"/>
                    <a:pt x="4049" y="3526"/>
                    <a:pt x="4120" y="3549"/>
                  </a:cubicBezTo>
                  <a:lnTo>
                    <a:pt x="4835" y="2835"/>
                  </a:lnTo>
                  <a:cubicBezTo>
                    <a:pt x="4906" y="2787"/>
                    <a:pt x="4930" y="2740"/>
                    <a:pt x="4978" y="2716"/>
                  </a:cubicBezTo>
                  <a:lnTo>
                    <a:pt x="3954" y="1096"/>
                  </a:lnTo>
                  <a:lnTo>
                    <a:pt x="3859" y="954"/>
                  </a:lnTo>
                  <a:lnTo>
                    <a:pt x="2501" y="3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85;p54">
              <a:extLst>
                <a:ext uri="{FF2B5EF4-FFF2-40B4-BE49-F238E27FC236}">
                  <a16:creationId xmlns:a16="http://schemas.microsoft.com/office/drawing/2014/main" id="{8E179148-A87F-BF12-F4FF-AE381456E577}"/>
                </a:ext>
              </a:extLst>
            </p:cNvPr>
            <p:cNvSpPr/>
            <p:nvPr/>
          </p:nvSpPr>
          <p:spPr>
            <a:xfrm>
              <a:off x="6820705" y="1474326"/>
              <a:ext cx="143912" cy="210413"/>
            </a:xfrm>
            <a:custGeom>
              <a:avLst/>
              <a:gdLst/>
              <a:ahLst/>
              <a:cxnLst/>
              <a:rect l="l" t="t" r="r" b="b"/>
              <a:pathLst>
                <a:path w="4573" h="6240" extrusionOk="0">
                  <a:moveTo>
                    <a:pt x="2310" y="1"/>
                  </a:moveTo>
                  <a:lnTo>
                    <a:pt x="1881" y="524"/>
                  </a:lnTo>
                  <a:cubicBezTo>
                    <a:pt x="2310" y="1072"/>
                    <a:pt x="2286" y="1882"/>
                    <a:pt x="1762" y="2430"/>
                  </a:cubicBezTo>
                  <a:lnTo>
                    <a:pt x="0" y="4168"/>
                  </a:lnTo>
                  <a:lnTo>
                    <a:pt x="714" y="5287"/>
                  </a:lnTo>
                  <a:lnTo>
                    <a:pt x="2072" y="3073"/>
                  </a:lnTo>
                  <a:lnTo>
                    <a:pt x="4572" y="6240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86;p54">
              <a:extLst>
                <a:ext uri="{FF2B5EF4-FFF2-40B4-BE49-F238E27FC236}">
                  <a16:creationId xmlns:a16="http://schemas.microsoft.com/office/drawing/2014/main" id="{CED909B3-BDDE-A293-B1CF-962F75B4E6AA}"/>
                </a:ext>
              </a:extLst>
            </p:cNvPr>
            <p:cNvSpPr/>
            <p:nvPr/>
          </p:nvSpPr>
          <p:spPr>
            <a:xfrm>
              <a:off x="6874644" y="1307109"/>
              <a:ext cx="59982" cy="62045"/>
            </a:xfrm>
            <a:custGeom>
              <a:avLst/>
              <a:gdLst/>
              <a:ahLst/>
              <a:cxnLst/>
              <a:rect l="l" t="t" r="r" b="b"/>
              <a:pathLst>
                <a:path w="1906" h="1840" extrusionOk="0">
                  <a:moveTo>
                    <a:pt x="1513" y="0"/>
                  </a:moveTo>
                  <a:cubicBezTo>
                    <a:pt x="1424" y="0"/>
                    <a:pt x="1334" y="42"/>
                    <a:pt x="1263" y="125"/>
                  </a:cubicBezTo>
                  <a:lnTo>
                    <a:pt x="167" y="1221"/>
                  </a:lnTo>
                  <a:cubicBezTo>
                    <a:pt x="1" y="1364"/>
                    <a:pt x="1" y="1578"/>
                    <a:pt x="167" y="1721"/>
                  </a:cubicBezTo>
                  <a:cubicBezTo>
                    <a:pt x="215" y="1816"/>
                    <a:pt x="310" y="1840"/>
                    <a:pt x="406" y="1840"/>
                  </a:cubicBezTo>
                  <a:cubicBezTo>
                    <a:pt x="477" y="1840"/>
                    <a:pt x="572" y="1816"/>
                    <a:pt x="667" y="1721"/>
                  </a:cubicBezTo>
                  <a:lnTo>
                    <a:pt x="1763" y="625"/>
                  </a:lnTo>
                  <a:cubicBezTo>
                    <a:pt x="1906" y="482"/>
                    <a:pt x="1906" y="268"/>
                    <a:pt x="1763" y="125"/>
                  </a:cubicBezTo>
                  <a:cubicBezTo>
                    <a:pt x="1691" y="42"/>
                    <a:pt x="1602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" name="Google Shape;987;p54">
              <a:extLst>
                <a:ext uri="{FF2B5EF4-FFF2-40B4-BE49-F238E27FC236}">
                  <a16:creationId xmlns:a16="http://schemas.microsoft.com/office/drawing/2014/main" id="{271E1D75-468C-F256-2FE6-F3616B408CAF}"/>
                </a:ext>
              </a:extLst>
            </p:cNvPr>
            <p:cNvSpPr/>
            <p:nvPr/>
          </p:nvSpPr>
          <p:spPr>
            <a:xfrm>
              <a:off x="6809438" y="1273490"/>
              <a:ext cx="22533" cy="78062"/>
            </a:xfrm>
            <a:custGeom>
              <a:avLst/>
              <a:gdLst/>
              <a:ahLst/>
              <a:cxnLst/>
              <a:rect l="l" t="t" r="r" b="b"/>
              <a:pathLst>
                <a:path w="716" h="2315" extrusionOk="0">
                  <a:moveTo>
                    <a:pt x="367" y="1"/>
                  </a:moveTo>
                  <a:cubicBezTo>
                    <a:pt x="356" y="1"/>
                    <a:pt x="345" y="2"/>
                    <a:pt x="334" y="3"/>
                  </a:cubicBezTo>
                  <a:cubicBezTo>
                    <a:pt x="144" y="3"/>
                    <a:pt x="1" y="193"/>
                    <a:pt x="1" y="360"/>
                  </a:cubicBezTo>
                  <a:lnTo>
                    <a:pt x="1" y="1908"/>
                  </a:lnTo>
                  <a:cubicBezTo>
                    <a:pt x="1" y="2099"/>
                    <a:pt x="120" y="2242"/>
                    <a:pt x="334" y="2313"/>
                  </a:cubicBezTo>
                  <a:cubicBezTo>
                    <a:pt x="345" y="2314"/>
                    <a:pt x="356" y="2315"/>
                    <a:pt x="367" y="2315"/>
                  </a:cubicBezTo>
                  <a:cubicBezTo>
                    <a:pt x="546" y="2315"/>
                    <a:pt x="715" y="2135"/>
                    <a:pt x="715" y="1956"/>
                  </a:cubicBezTo>
                  <a:lnTo>
                    <a:pt x="715" y="360"/>
                  </a:lnTo>
                  <a:cubicBezTo>
                    <a:pt x="715" y="181"/>
                    <a:pt x="546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" name="Google Shape;988;p54">
              <a:extLst>
                <a:ext uri="{FF2B5EF4-FFF2-40B4-BE49-F238E27FC236}">
                  <a16:creationId xmlns:a16="http://schemas.microsoft.com/office/drawing/2014/main" id="{DAA5B90C-9419-ECB7-1AEF-F5EA4FEC9C49}"/>
                </a:ext>
              </a:extLst>
            </p:cNvPr>
            <p:cNvSpPr/>
            <p:nvPr/>
          </p:nvSpPr>
          <p:spPr>
            <a:xfrm>
              <a:off x="6892645" y="1404458"/>
              <a:ext cx="71972" cy="24144"/>
            </a:xfrm>
            <a:custGeom>
              <a:avLst/>
              <a:gdLst/>
              <a:ahLst/>
              <a:cxnLst/>
              <a:rect l="l" t="t" r="r" b="b"/>
              <a:pathLst>
                <a:path w="2287" h="716" extrusionOk="0">
                  <a:moveTo>
                    <a:pt x="381" y="1"/>
                  </a:moveTo>
                  <a:cubicBezTo>
                    <a:pt x="167" y="1"/>
                    <a:pt x="0" y="167"/>
                    <a:pt x="24" y="382"/>
                  </a:cubicBezTo>
                  <a:cubicBezTo>
                    <a:pt x="24" y="572"/>
                    <a:pt x="215" y="715"/>
                    <a:pt x="381" y="715"/>
                  </a:cubicBezTo>
                  <a:lnTo>
                    <a:pt x="1929" y="715"/>
                  </a:lnTo>
                  <a:cubicBezTo>
                    <a:pt x="2144" y="715"/>
                    <a:pt x="2286" y="525"/>
                    <a:pt x="2286" y="310"/>
                  </a:cubicBezTo>
                  <a:cubicBezTo>
                    <a:pt x="2286" y="144"/>
                    <a:pt x="2120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E24BBF6-795D-15CD-AD82-6C7B946FEE20}"/>
              </a:ext>
            </a:extLst>
          </p:cNvPr>
          <p:cNvSpPr txBox="1"/>
          <p:nvPr/>
        </p:nvSpPr>
        <p:spPr>
          <a:xfrm>
            <a:off x="2326887" y="1099594"/>
            <a:ext cx="45198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   Analisi dell'Empowerment dell'Utente </a:t>
            </a:r>
          </a:p>
        </p:txBody>
      </p:sp>
      <p:sp>
        <p:nvSpPr>
          <p:cNvPr id="11" name="Google Shape;172;p35">
            <a:extLst>
              <a:ext uri="{FF2B5EF4-FFF2-40B4-BE49-F238E27FC236}">
                <a16:creationId xmlns:a16="http://schemas.microsoft.com/office/drawing/2014/main" id="{317260F9-E3D8-0E55-0DE8-C8C3EF627E88}"/>
              </a:ext>
            </a:extLst>
          </p:cNvPr>
          <p:cNvSpPr txBox="1">
            <a:spLocks/>
          </p:cNvSpPr>
          <p:nvPr/>
        </p:nvSpPr>
        <p:spPr>
          <a:xfrm>
            <a:off x="1633903" y="1407371"/>
            <a:ext cx="5876193" cy="118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 algn="just"/>
            <a:r>
              <a:rPr lang="it-IT"/>
              <a:t>Per </a:t>
            </a:r>
            <a:r>
              <a:rPr lang="it-IT" b="1"/>
              <a:t>comprendere</a:t>
            </a:r>
            <a:r>
              <a:rPr lang="it-IT"/>
              <a:t> in che modo ogni singola attività(</a:t>
            </a:r>
            <a:r>
              <a:rPr lang="it-IT" b="1"/>
              <a:t>task</a:t>
            </a:r>
            <a:r>
              <a:rPr lang="it-IT"/>
              <a:t>) all’interno del sistema, potesse contribuire al senso di </a:t>
            </a:r>
            <a:r>
              <a:rPr lang="it-IT" b="1"/>
              <a:t>competenza</a:t>
            </a:r>
            <a:r>
              <a:rPr lang="it-IT"/>
              <a:t> , </a:t>
            </a:r>
            <a:r>
              <a:rPr lang="it-IT" b="1"/>
              <a:t>coinvolgimento</a:t>
            </a:r>
            <a:r>
              <a:rPr lang="it-IT"/>
              <a:t> e </a:t>
            </a:r>
            <a:r>
              <a:rPr lang="it-IT" b="1"/>
              <a:t>controllo</a:t>
            </a:r>
            <a:r>
              <a:rPr lang="it-IT"/>
              <a:t> dell’utente, abbiamo condotto un indagine approfondita.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3D889927-90CB-529A-F430-75B535677151}"/>
              </a:ext>
            </a:extLst>
          </p:cNvPr>
          <p:cNvSpPr txBox="1"/>
          <p:nvPr/>
        </p:nvSpPr>
        <p:spPr>
          <a:xfrm>
            <a:off x="2074158" y="2643477"/>
            <a:ext cx="4995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Metodologia: Coinvolgimento degli Utenti </a:t>
            </a:r>
          </a:p>
        </p:txBody>
      </p:sp>
      <p:sp>
        <p:nvSpPr>
          <p:cNvPr id="26" name="Sottotitolo 15">
            <a:extLst>
              <a:ext uri="{FF2B5EF4-FFF2-40B4-BE49-F238E27FC236}">
                <a16:creationId xmlns:a16="http://schemas.microsoft.com/office/drawing/2014/main" id="{05176867-EB86-F8FE-FFA3-F3634CCC5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685" y="2951254"/>
            <a:ext cx="6334411" cy="695100"/>
          </a:xfrm>
        </p:spPr>
        <p:txBody>
          <a:bodyPr/>
          <a:lstStyle/>
          <a:p>
            <a:pPr algn="just"/>
            <a:r>
              <a:rPr lang="it-IT"/>
              <a:t>	Abbiamo somministrato una serie di </a:t>
            </a:r>
            <a:r>
              <a:rPr lang="it-IT" b="1"/>
              <a:t>questionari</a:t>
            </a:r>
            <a:r>
              <a:rPr lang="it-IT"/>
              <a:t> associati a i task, precedentemente individuati, per le principali categorie di utenza.</a:t>
            </a:r>
          </a:p>
        </p:txBody>
      </p:sp>
    </p:spTree>
    <p:extLst>
      <p:ext uri="{BB962C8B-B14F-4D97-AF65-F5344CB8AC3E}">
        <p14:creationId xmlns:p14="http://schemas.microsoft.com/office/powerpoint/2010/main" val="3605175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FE6D82-D122-C11A-67A6-E88DA561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FCE94BF9-0C10-2F46-9754-1BAE35D5C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Obiettivi di Empowerment 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5286418E-FE60-6C90-A571-CE7F57A96835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FFF11625-EA2B-BAF9-2680-2E8089951338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D7BD029A-448E-25B8-B903-71A760B9CB39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F7B341ED-6DB4-372B-4F97-FDADC7C66B0C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A5812722-3B0F-2A52-AAB4-45FF09E83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761" y="1022861"/>
            <a:ext cx="7303722" cy="2609577"/>
          </a:xfrm>
        </p:spPr>
        <p:txBody>
          <a:bodyPr/>
          <a:lstStyle/>
          <a:p>
            <a:r>
              <a:rPr lang="it-IT"/>
              <a:t>      Le </a:t>
            </a:r>
            <a:r>
              <a:rPr lang="it-IT" b="1"/>
              <a:t>domande</a:t>
            </a:r>
            <a:r>
              <a:rPr lang="it-IT"/>
              <a:t> dei </a:t>
            </a:r>
            <a:r>
              <a:rPr lang="it-IT" b="1"/>
              <a:t>questionari</a:t>
            </a:r>
            <a:r>
              <a:rPr lang="it-IT"/>
              <a:t> sono state formulate per esplorare il </a:t>
            </a:r>
            <a:r>
              <a:rPr lang="it-IT" b="1"/>
              <a:t>contributo percepito di ciascun task</a:t>
            </a:r>
            <a:r>
              <a:rPr lang="it-IT"/>
              <a:t> rispetto a quattro assi fondamentali </a:t>
            </a:r>
            <a:r>
              <a:rPr lang="it-IT" b="1"/>
              <a:t>dell'empowerment</a:t>
            </a:r>
            <a:r>
              <a:rPr lang="it-IT"/>
              <a:t>:</a:t>
            </a:r>
          </a:p>
          <a:p>
            <a:endParaRPr lang="it-IT"/>
          </a:p>
          <a:p>
            <a:pPr>
              <a:buFont typeface="Arial" panose="020B0604020202020204" pitchFamily="34" charset="0"/>
              <a:buChar char="•"/>
            </a:pPr>
            <a:r>
              <a:rPr lang="it-IT" b="1"/>
              <a:t>Self-</a:t>
            </a:r>
            <a:r>
              <a:rPr lang="it-IT" b="1" err="1"/>
              <a:t>Efficacy</a:t>
            </a:r>
            <a:r>
              <a:rPr lang="it-IT" b="1"/>
              <a:t> (ISE)</a:t>
            </a:r>
            <a:r>
              <a:rPr lang="it-IT"/>
              <a:t>: La </a:t>
            </a:r>
            <a:r>
              <a:rPr lang="it-IT" b="1"/>
              <a:t>fiducia</a:t>
            </a:r>
            <a:r>
              <a:rPr lang="it-IT"/>
              <a:t> </a:t>
            </a:r>
            <a:r>
              <a:rPr lang="it-IT" b="1"/>
              <a:t>dell'utente</a:t>
            </a:r>
            <a:r>
              <a:rPr lang="it-IT"/>
              <a:t> nella propria </a:t>
            </a:r>
            <a:r>
              <a:rPr lang="it-IT" b="1"/>
              <a:t>capacità</a:t>
            </a:r>
            <a:r>
              <a:rPr lang="it-IT"/>
              <a:t> di </a:t>
            </a:r>
            <a:r>
              <a:rPr lang="it-IT" b="1"/>
              <a:t>affrontare</a:t>
            </a:r>
            <a:r>
              <a:rPr lang="it-IT"/>
              <a:t> </a:t>
            </a:r>
            <a:r>
              <a:rPr lang="it-IT" b="1"/>
              <a:t>un'attività</a:t>
            </a:r>
            <a:r>
              <a:rPr lang="it-IT"/>
              <a:t> e portarla a termine con successo.</a:t>
            </a:r>
          </a:p>
          <a:p>
            <a:pPr>
              <a:buFont typeface="Arial" panose="020B0604020202020204" pitchFamily="34" charset="0"/>
              <a:buChar char="•"/>
            </a:pPr>
            <a:endParaRPr lang="it-IT"/>
          </a:p>
          <a:p>
            <a:pPr>
              <a:buFont typeface="Arial" panose="020B0604020202020204" pitchFamily="34" charset="0"/>
              <a:buChar char="•"/>
            </a:pPr>
            <a:r>
              <a:rPr lang="it-IT" b="1"/>
              <a:t>Knowledge &amp; Skills (IKS)</a:t>
            </a:r>
            <a:r>
              <a:rPr lang="it-IT"/>
              <a:t>: La </a:t>
            </a:r>
            <a:r>
              <a:rPr lang="it-IT" b="1"/>
              <a:t>consapevolezza</a:t>
            </a:r>
            <a:r>
              <a:rPr lang="it-IT"/>
              <a:t> e la </a:t>
            </a:r>
            <a:r>
              <a:rPr lang="it-IT" b="1"/>
              <a:t>comprensione</a:t>
            </a:r>
            <a:r>
              <a:rPr lang="it-IT"/>
              <a:t> delle proprie </a:t>
            </a:r>
            <a:r>
              <a:rPr lang="it-IT" b="1"/>
              <a:t>capacità</a:t>
            </a:r>
            <a:r>
              <a:rPr lang="it-IT"/>
              <a:t> attuali e degli </a:t>
            </a:r>
            <a:r>
              <a:rPr lang="it-IT" b="1"/>
              <a:t>apprendimenti</a:t>
            </a:r>
            <a:r>
              <a:rPr lang="it-IT"/>
              <a:t> acquisiti </a:t>
            </a:r>
            <a:r>
              <a:rPr lang="it-IT" b="1"/>
              <a:t>attraverso</a:t>
            </a:r>
            <a:r>
              <a:rPr lang="it-IT"/>
              <a:t> </a:t>
            </a:r>
            <a:r>
              <a:rPr lang="it-IT" b="1"/>
              <a:t>l'uso</a:t>
            </a:r>
            <a:r>
              <a:rPr lang="it-IT"/>
              <a:t> del </a:t>
            </a:r>
            <a:r>
              <a:rPr lang="it-IT" b="1"/>
              <a:t>sistema</a:t>
            </a:r>
            <a:r>
              <a:rPr lang="it-IT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it-IT"/>
          </a:p>
          <a:p>
            <a:pPr>
              <a:buFont typeface="Arial" panose="020B0604020202020204" pitchFamily="34" charset="0"/>
              <a:buChar char="•"/>
            </a:pPr>
            <a:r>
              <a:rPr lang="it-IT" b="1"/>
              <a:t>Personal Control (IPC)</a:t>
            </a:r>
            <a:r>
              <a:rPr lang="it-IT"/>
              <a:t>: La </a:t>
            </a:r>
            <a:r>
              <a:rPr lang="it-IT" b="1"/>
              <a:t>sensazione</a:t>
            </a:r>
            <a:r>
              <a:rPr lang="it-IT"/>
              <a:t> di </a:t>
            </a:r>
            <a:r>
              <a:rPr lang="it-IT" b="1"/>
              <a:t>controllo</a:t>
            </a:r>
            <a:r>
              <a:rPr lang="it-IT"/>
              <a:t> sulle </a:t>
            </a:r>
            <a:r>
              <a:rPr lang="it-IT" b="1"/>
              <a:t>proprie</a:t>
            </a:r>
            <a:r>
              <a:rPr lang="it-IT"/>
              <a:t> </a:t>
            </a:r>
            <a:r>
              <a:rPr lang="it-IT" b="1"/>
              <a:t>azioni</a:t>
            </a:r>
            <a:r>
              <a:rPr lang="it-IT"/>
              <a:t> </a:t>
            </a:r>
            <a:r>
              <a:rPr lang="it-IT" b="1"/>
              <a:t>all'interno</a:t>
            </a:r>
            <a:r>
              <a:rPr lang="it-IT"/>
              <a:t> del sistema e la </a:t>
            </a:r>
            <a:r>
              <a:rPr lang="it-IT" b="1"/>
              <a:t>capacità</a:t>
            </a:r>
            <a:r>
              <a:rPr lang="it-IT"/>
              <a:t> di </a:t>
            </a:r>
            <a:r>
              <a:rPr lang="it-IT" b="1"/>
              <a:t>prevedere</a:t>
            </a:r>
            <a:r>
              <a:rPr lang="it-IT"/>
              <a:t> le </a:t>
            </a:r>
            <a:r>
              <a:rPr lang="it-IT" b="1"/>
              <a:t>conseguenze</a:t>
            </a:r>
            <a:r>
              <a:rPr lang="it-IT"/>
              <a:t> delle </a:t>
            </a:r>
            <a:r>
              <a:rPr lang="it-IT" b="1"/>
              <a:t>stesse</a:t>
            </a:r>
            <a:r>
              <a:rPr lang="it-IT"/>
              <a:t>.</a:t>
            </a:r>
          </a:p>
          <a:p>
            <a:pPr marL="139700" indent="0"/>
            <a:endParaRPr lang="it-IT"/>
          </a:p>
          <a:p>
            <a:pPr>
              <a:buFont typeface="Arial" panose="020B0604020202020204" pitchFamily="34" charset="0"/>
              <a:buChar char="•"/>
            </a:pPr>
            <a:r>
              <a:rPr lang="it-IT" b="1" err="1"/>
              <a:t>Motivation</a:t>
            </a:r>
            <a:r>
              <a:rPr lang="it-IT" b="1"/>
              <a:t> (IMOT)</a:t>
            </a:r>
            <a:r>
              <a:rPr lang="it-IT"/>
              <a:t>: Il grado di </a:t>
            </a:r>
            <a:r>
              <a:rPr lang="it-IT" b="1"/>
              <a:t>coinvolgimento</a:t>
            </a:r>
            <a:r>
              <a:rPr lang="it-IT"/>
              <a:t> </a:t>
            </a:r>
            <a:r>
              <a:rPr lang="it-IT" b="1"/>
              <a:t>emotivo</a:t>
            </a:r>
            <a:r>
              <a:rPr lang="it-IT"/>
              <a:t>, lo stimolo intrinseco e il desiderio di proseguire nell'attività.</a:t>
            </a:r>
          </a:p>
          <a:p>
            <a:pPr algn="just"/>
            <a:endParaRPr lang="it-IT"/>
          </a:p>
        </p:txBody>
      </p:sp>
      <p:grpSp>
        <p:nvGrpSpPr>
          <p:cNvPr id="4" name="Google Shape;982;p54">
            <a:extLst>
              <a:ext uri="{FF2B5EF4-FFF2-40B4-BE49-F238E27FC236}">
                <a16:creationId xmlns:a16="http://schemas.microsoft.com/office/drawing/2014/main" id="{02DD43C1-84EE-C217-1E26-ABC95F077711}"/>
              </a:ext>
            </a:extLst>
          </p:cNvPr>
          <p:cNvGrpSpPr/>
          <p:nvPr/>
        </p:nvGrpSpPr>
        <p:grpSpPr>
          <a:xfrm>
            <a:off x="8633026" y="281819"/>
            <a:ext cx="359048" cy="383188"/>
            <a:chOff x="6580116" y="1273490"/>
            <a:chExt cx="384501" cy="413677"/>
          </a:xfrm>
        </p:grpSpPr>
        <p:sp>
          <p:nvSpPr>
            <p:cNvPr id="5" name="Google Shape;983;p54">
              <a:extLst>
                <a:ext uri="{FF2B5EF4-FFF2-40B4-BE49-F238E27FC236}">
                  <a16:creationId xmlns:a16="http://schemas.microsoft.com/office/drawing/2014/main" id="{C2CC46B9-2915-F111-345B-29E6412941DD}"/>
                </a:ext>
              </a:extLst>
            </p:cNvPr>
            <p:cNvSpPr/>
            <p:nvPr/>
          </p:nvSpPr>
          <p:spPr>
            <a:xfrm>
              <a:off x="6581627" y="1379371"/>
              <a:ext cx="287793" cy="307796"/>
            </a:xfrm>
            <a:custGeom>
              <a:avLst/>
              <a:gdLst/>
              <a:ahLst/>
              <a:cxnLst/>
              <a:rect l="l" t="t" r="r" b="b"/>
              <a:pathLst>
                <a:path w="9145" h="9128" extrusionOk="0">
                  <a:moveTo>
                    <a:pt x="5835" y="1"/>
                  </a:moveTo>
                  <a:cubicBezTo>
                    <a:pt x="5650" y="1"/>
                    <a:pt x="5466" y="66"/>
                    <a:pt x="5335" y="197"/>
                  </a:cubicBezTo>
                  <a:lnTo>
                    <a:pt x="4787" y="745"/>
                  </a:lnTo>
                  <a:lnTo>
                    <a:pt x="6811" y="2769"/>
                  </a:lnTo>
                  <a:cubicBezTo>
                    <a:pt x="6859" y="2793"/>
                    <a:pt x="6883" y="2817"/>
                    <a:pt x="6906" y="2888"/>
                  </a:cubicBezTo>
                  <a:cubicBezTo>
                    <a:pt x="6978" y="3031"/>
                    <a:pt x="6930" y="3174"/>
                    <a:pt x="6811" y="3269"/>
                  </a:cubicBezTo>
                  <a:lnTo>
                    <a:pt x="6406" y="3698"/>
                  </a:lnTo>
                  <a:cubicBezTo>
                    <a:pt x="6109" y="3995"/>
                    <a:pt x="5712" y="4144"/>
                    <a:pt x="5312" y="4144"/>
                  </a:cubicBezTo>
                  <a:cubicBezTo>
                    <a:pt x="5232" y="4144"/>
                    <a:pt x="5152" y="4138"/>
                    <a:pt x="5073" y="4126"/>
                  </a:cubicBezTo>
                  <a:lnTo>
                    <a:pt x="5073" y="4126"/>
                  </a:lnTo>
                  <a:cubicBezTo>
                    <a:pt x="5097" y="4650"/>
                    <a:pt x="4954" y="5174"/>
                    <a:pt x="4549" y="5555"/>
                  </a:cubicBezTo>
                  <a:cubicBezTo>
                    <a:pt x="4501" y="5627"/>
                    <a:pt x="4406" y="5674"/>
                    <a:pt x="4311" y="5674"/>
                  </a:cubicBezTo>
                  <a:cubicBezTo>
                    <a:pt x="4239" y="5674"/>
                    <a:pt x="4144" y="5650"/>
                    <a:pt x="4072" y="5555"/>
                  </a:cubicBezTo>
                  <a:cubicBezTo>
                    <a:pt x="3930" y="5412"/>
                    <a:pt x="3930" y="5198"/>
                    <a:pt x="4072" y="5055"/>
                  </a:cubicBezTo>
                  <a:cubicBezTo>
                    <a:pt x="4501" y="4650"/>
                    <a:pt x="4501" y="3960"/>
                    <a:pt x="4072" y="3531"/>
                  </a:cubicBezTo>
                  <a:lnTo>
                    <a:pt x="3930" y="3388"/>
                  </a:lnTo>
                  <a:cubicBezTo>
                    <a:pt x="3787" y="3245"/>
                    <a:pt x="3787" y="3031"/>
                    <a:pt x="3930" y="2888"/>
                  </a:cubicBezTo>
                  <a:cubicBezTo>
                    <a:pt x="4001" y="2817"/>
                    <a:pt x="4090" y="2781"/>
                    <a:pt x="4180" y="2781"/>
                  </a:cubicBezTo>
                  <a:cubicBezTo>
                    <a:pt x="4269" y="2781"/>
                    <a:pt x="4358" y="2817"/>
                    <a:pt x="4430" y="2888"/>
                  </a:cubicBezTo>
                  <a:lnTo>
                    <a:pt x="4596" y="3031"/>
                  </a:lnTo>
                  <a:lnTo>
                    <a:pt x="4763" y="3221"/>
                  </a:lnTo>
                  <a:cubicBezTo>
                    <a:pt x="4930" y="3376"/>
                    <a:pt x="5144" y="3454"/>
                    <a:pt x="5358" y="3454"/>
                  </a:cubicBezTo>
                  <a:cubicBezTo>
                    <a:pt x="5573" y="3454"/>
                    <a:pt x="5787" y="3376"/>
                    <a:pt x="5954" y="3221"/>
                  </a:cubicBezTo>
                  <a:lnTo>
                    <a:pt x="6097" y="3055"/>
                  </a:lnTo>
                  <a:lnTo>
                    <a:pt x="4311" y="1269"/>
                  </a:lnTo>
                  <a:cubicBezTo>
                    <a:pt x="4165" y="1191"/>
                    <a:pt x="4000" y="1149"/>
                    <a:pt x="3834" y="1149"/>
                  </a:cubicBezTo>
                  <a:cubicBezTo>
                    <a:pt x="3593" y="1149"/>
                    <a:pt x="3351" y="1238"/>
                    <a:pt x="3168" y="1435"/>
                  </a:cubicBezTo>
                  <a:lnTo>
                    <a:pt x="1977" y="2626"/>
                  </a:lnTo>
                  <a:cubicBezTo>
                    <a:pt x="1405" y="3174"/>
                    <a:pt x="1215" y="4007"/>
                    <a:pt x="1429" y="4722"/>
                  </a:cubicBezTo>
                  <a:lnTo>
                    <a:pt x="0" y="6151"/>
                  </a:lnTo>
                  <a:lnTo>
                    <a:pt x="0" y="9127"/>
                  </a:lnTo>
                  <a:lnTo>
                    <a:pt x="2977" y="9127"/>
                  </a:lnTo>
                  <a:lnTo>
                    <a:pt x="4406" y="7699"/>
                  </a:lnTo>
                  <a:cubicBezTo>
                    <a:pt x="4612" y="7758"/>
                    <a:pt x="4823" y="7788"/>
                    <a:pt x="5034" y="7788"/>
                  </a:cubicBezTo>
                  <a:cubicBezTo>
                    <a:pt x="5579" y="7788"/>
                    <a:pt x="6120" y="7587"/>
                    <a:pt x="6549" y="7175"/>
                  </a:cubicBezTo>
                  <a:lnTo>
                    <a:pt x="7883" y="5841"/>
                  </a:lnTo>
                  <a:lnTo>
                    <a:pt x="8835" y="4769"/>
                  </a:lnTo>
                  <a:cubicBezTo>
                    <a:pt x="9121" y="4484"/>
                    <a:pt x="9145" y="4079"/>
                    <a:pt x="8907" y="3769"/>
                  </a:cubicBezTo>
                  <a:cubicBezTo>
                    <a:pt x="8773" y="3611"/>
                    <a:pt x="8584" y="3534"/>
                    <a:pt x="8389" y="3534"/>
                  </a:cubicBezTo>
                  <a:cubicBezTo>
                    <a:pt x="8202" y="3534"/>
                    <a:pt x="8011" y="3605"/>
                    <a:pt x="7859" y="3745"/>
                  </a:cubicBezTo>
                  <a:lnTo>
                    <a:pt x="8359" y="3245"/>
                  </a:lnTo>
                  <a:cubicBezTo>
                    <a:pt x="8645" y="2983"/>
                    <a:pt x="8645" y="2507"/>
                    <a:pt x="8359" y="2221"/>
                  </a:cubicBezTo>
                  <a:cubicBezTo>
                    <a:pt x="8228" y="2090"/>
                    <a:pt x="8044" y="2025"/>
                    <a:pt x="7859" y="2025"/>
                  </a:cubicBezTo>
                  <a:cubicBezTo>
                    <a:pt x="7674" y="2025"/>
                    <a:pt x="7490" y="2090"/>
                    <a:pt x="7359" y="2221"/>
                  </a:cubicBezTo>
                  <a:cubicBezTo>
                    <a:pt x="7621" y="1959"/>
                    <a:pt x="7621" y="1483"/>
                    <a:pt x="7359" y="1221"/>
                  </a:cubicBezTo>
                  <a:cubicBezTo>
                    <a:pt x="7228" y="1090"/>
                    <a:pt x="7043" y="1025"/>
                    <a:pt x="6856" y="1025"/>
                  </a:cubicBezTo>
                  <a:cubicBezTo>
                    <a:pt x="6668" y="1025"/>
                    <a:pt x="6478" y="1090"/>
                    <a:pt x="6335" y="1221"/>
                  </a:cubicBezTo>
                  <a:cubicBezTo>
                    <a:pt x="6621" y="959"/>
                    <a:pt x="6621" y="483"/>
                    <a:pt x="6335" y="197"/>
                  </a:cubicBezTo>
                  <a:cubicBezTo>
                    <a:pt x="6204" y="66"/>
                    <a:pt x="6019" y="1"/>
                    <a:pt x="5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84;p54">
              <a:extLst>
                <a:ext uri="{FF2B5EF4-FFF2-40B4-BE49-F238E27FC236}">
                  <a16:creationId xmlns:a16="http://schemas.microsoft.com/office/drawing/2014/main" id="{9ACB86A3-9DAE-A5A6-4E4C-C680027D14B9}"/>
                </a:ext>
              </a:extLst>
            </p:cNvPr>
            <p:cNvSpPr/>
            <p:nvPr/>
          </p:nvSpPr>
          <p:spPr>
            <a:xfrm>
              <a:off x="6580116" y="1273557"/>
              <a:ext cx="156658" cy="164655"/>
            </a:xfrm>
            <a:custGeom>
              <a:avLst/>
              <a:gdLst/>
              <a:ahLst/>
              <a:cxnLst/>
              <a:rect l="l" t="t" r="r" b="b"/>
              <a:pathLst>
                <a:path w="4978" h="4883" extrusionOk="0">
                  <a:moveTo>
                    <a:pt x="1" y="1"/>
                  </a:moveTo>
                  <a:lnTo>
                    <a:pt x="1787" y="4883"/>
                  </a:lnTo>
                  <a:lnTo>
                    <a:pt x="2644" y="4002"/>
                  </a:lnTo>
                  <a:cubicBezTo>
                    <a:pt x="2977" y="3668"/>
                    <a:pt x="3382" y="3526"/>
                    <a:pt x="3835" y="3526"/>
                  </a:cubicBezTo>
                  <a:cubicBezTo>
                    <a:pt x="3906" y="3526"/>
                    <a:pt x="4049" y="3526"/>
                    <a:pt x="4120" y="3549"/>
                  </a:cubicBezTo>
                  <a:lnTo>
                    <a:pt x="4835" y="2835"/>
                  </a:lnTo>
                  <a:cubicBezTo>
                    <a:pt x="4906" y="2787"/>
                    <a:pt x="4930" y="2740"/>
                    <a:pt x="4978" y="2716"/>
                  </a:cubicBezTo>
                  <a:lnTo>
                    <a:pt x="3954" y="1096"/>
                  </a:lnTo>
                  <a:lnTo>
                    <a:pt x="3859" y="954"/>
                  </a:lnTo>
                  <a:lnTo>
                    <a:pt x="2501" y="3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85;p54">
              <a:extLst>
                <a:ext uri="{FF2B5EF4-FFF2-40B4-BE49-F238E27FC236}">
                  <a16:creationId xmlns:a16="http://schemas.microsoft.com/office/drawing/2014/main" id="{9C1BF98F-0B5D-1A24-D66F-6E1441069DA6}"/>
                </a:ext>
              </a:extLst>
            </p:cNvPr>
            <p:cNvSpPr/>
            <p:nvPr/>
          </p:nvSpPr>
          <p:spPr>
            <a:xfrm>
              <a:off x="6820705" y="1474326"/>
              <a:ext cx="143912" cy="210413"/>
            </a:xfrm>
            <a:custGeom>
              <a:avLst/>
              <a:gdLst/>
              <a:ahLst/>
              <a:cxnLst/>
              <a:rect l="l" t="t" r="r" b="b"/>
              <a:pathLst>
                <a:path w="4573" h="6240" extrusionOk="0">
                  <a:moveTo>
                    <a:pt x="2310" y="1"/>
                  </a:moveTo>
                  <a:lnTo>
                    <a:pt x="1881" y="524"/>
                  </a:lnTo>
                  <a:cubicBezTo>
                    <a:pt x="2310" y="1072"/>
                    <a:pt x="2286" y="1882"/>
                    <a:pt x="1762" y="2430"/>
                  </a:cubicBezTo>
                  <a:lnTo>
                    <a:pt x="0" y="4168"/>
                  </a:lnTo>
                  <a:lnTo>
                    <a:pt x="714" y="5287"/>
                  </a:lnTo>
                  <a:lnTo>
                    <a:pt x="2072" y="3073"/>
                  </a:lnTo>
                  <a:lnTo>
                    <a:pt x="4572" y="6240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86;p54">
              <a:extLst>
                <a:ext uri="{FF2B5EF4-FFF2-40B4-BE49-F238E27FC236}">
                  <a16:creationId xmlns:a16="http://schemas.microsoft.com/office/drawing/2014/main" id="{FB1B832B-0B82-25E3-BB99-3487EDA2E606}"/>
                </a:ext>
              </a:extLst>
            </p:cNvPr>
            <p:cNvSpPr/>
            <p:nvPr/>
          </p:nvSpPr>
          <p:spPr>
            <a:xfrm>
              <a:off x="6874644" y="1307109"/>
              <a:ext cx="59982" cy="62045"/>
            </a:xfrm>
            <a:custGeom>
              <a:avLst/>
              <a:gdLst/>
              <a:ahLst/>
              <a:cxnLst/>
              <a:rect l="l" t="t" r="r" b="b"/>
              <a:pathLst>
                <a:path w="1906" h="1840" extrusionOk="0">
                  <a:moveTo>
                    <a:pt x="1513" y="0"/>
                  </a:moveTo>
                  <a:cubicBezTo>
                    <a:pt x="1424" y="0"/>
                    <a:pt x="1334" y="42"/>
                    <a:pt x="1263" y="125"/>
                  </a:cubicBezTo>
                  <a:lnTo>
                    <a:pt x="167" y="1221"/>
                  </a:lnTo>
                  <a:cubicBezTo>
                    <a:pt x="1" y="1364"/>
                    <a:pt x="1" y="1578"/>
                    <a:pt x="167" y="1721"/>
                  </a:cubicBezTo>
                  <a:cubicBezTo>
                    <a:pt x="215" y="1816"/>
                    <a:pt x="310" y="1840"/>
                    <a:pt x="406" y="1840"/>
                  </a:cubicBezTo>
                  <a:cubicBezTo>
                    <a:pt x="477" y="1840"/>
                    <a:pt x="572" y="1816"/>
                    <a:pt x="667" y="1721"/>
                  </a:cubicBezTo>
                  <a:lnTo>
                    <a:pt x="1763" y="625"/>
                  </a:lnTo>
                  <a:cubicBezTo>
                    <a:pt x="1906" y="482"/>
                    <a:pt x="1906" y="268"/>
                    <a:pt x="1763" y="125"/>
                  </a:cubicBezTo>
                  <a:cubicBezTo>
                    <a:pt x="1691" y="42"/>
                    <a:pt x="1602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" name="Google Shape;987;p54">
              <a:extLst>
                <a:ext uri="{FF2B5EF4-FFF2-40B4-BE49-F238E27FC236}">
                  <a16:creationId xmlns:a16="http://schemas.microsoft.com/office/drawing/2014/main" id="{A2BCD5B1-97E6-3B63-F1C5-B8A36B2D7807}"/>
                </a:ext>
              </a:extLst>
            </p:cNvPr>
            <p:cNvSpPr/>
            <p:nvPr/>
          </p:nvSpPr>
          <p:spPr>
            <a:xfrm>
              <a:off x="6809438" y="1273490"/>
              <a:ext cx="22533" cy="78062"/>
            </a:xfrm>
            <a:custGeom>
              <a:avLst/>
              <a:gdLst/>
              <a:ahLst/>
              <a:cxnLst/>
              <a:rect l="l" t="t" r="r" b="b"/>
              <a:pathLst>
                <a:path w="716" h="2315" extrusionOk="0">
                  <a:moveTo>
                    <a:pt x="367" y="1"/>
                  </a:moveTo>
                  <a:cubicBezTo>
                    <a:pt x="356" y="1"/>
                    <a:pt x="345" y="2"/>
                    <a:pt x="334" y="3"/>
                  </a:cubicBezTo>
                  <a:cubicBezTo>
                    <a:pt x="144" y="3"/>
                    <a:pt x="1" y="193"/>
                    <a:pt x="1" y="360"/>
                  </a:cubicBezTo>
                  <a:lnTo>
                    <a:pt x="1" y="1908"/>
                  </a:lnTo>
                  <a:cubicBezTo>
                    <a:pt x="1" y="2099"/>
                    <a:pt x="120" y="2242"/>
                    <a:pt x="334" y="2313"/>
                  </a:cubicBezTo>
                  <a:cubicBezTo>
                    <a:pt x="345" y="2314"/>
                    <a:pt x="356" y="2315"/>
                    <a:pt x="367" y="2315"/>
                  </a:cubicBezTo>
                  <a:cubicBezTo>
                    <a:pt x="546" y="2315"/>
                    <a:pt x="715" y="2135"/>
                    <a:pt x="715" y="1956"/>
                  </a:cubicBezTo>
                  <a:lnTo>
                    <a:pt x="715" y="360"/>
                  </a:lnTo>
                  <a:cubicBezTo>
                    <a:pt x="715" y="181"/>
                    <a:pt x="546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" name="Google Shape;988;p54">
              <a:extLst>
                <a:ext uri="{FF2B5EF4-FFF2-40B4-BE49-F238E27FC236}">
                  <a16:creationId xmlns:a16="http://schemas.microsoft.com/office/drawing/2014/main" id="{171B37E7-1143-DD60-2609-8BBBE50F72FF}"/>
                </a:ext>
              </a:extLst>
            </p:cNvPr>
            <p:cNvSpPr/>
            <p:nvPr/>
          </p:nvSpPr>
          <p:spPr>
            <a:xfrm>
              <a:off x="6892645" y="1404458"/>
              <a:ext cx="71972" cy="24144"/>
            </a:xfrm>
            <a:custGeom>
              <a:avLst/>
              <a:gdLst/>
              <a:ahLst/>
              <a:cxnLst/>
              <a:rect l="l" t="t" r="r" b="b"/>
              <a:pathLst>
                <a:path w="2287" h="716" extrusionOk="0">
                  <a:moveTo>
                    <a:pt x="381" y="1"/>
                  </a:moveTo>
                  <a:cubicBezTo>
                    <a:pt x="167" y="1"/>
                    <a:pt x="0" y="167"/>
                    <a:pt x="24" y="382"/>
                  </a:cubicBezTo>
                  <a:cubicBezTo>
                    <a:pt x="24" y="572"/>
                    <a:pt x="215" y="715"/>
                    <a:pt x="381" y="715"/>
                  </a:cubicBezTo>
                  <a:lnTo>
                    <a:pt x="1929" y="715"/>
                  </a:lnTo>
                  <a:cubicBezTo>
                    <a:pt x="2144" y="715"/>
                    <a:pt x="2286" y="525"/>
                    <a:pt x="2286" y="310"/>
                  </a:cubicBezTo>
                  <a:cubicBezTo>
                    <a:pt x="2286" y="144"/>
                    <a:pt x="2120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6B56B19-1A76-533B-EFE9-4C3BB47EB141}"/>
              </a:ext>
            </a:extLst>
          </p:cNvPr>
          <p:cNvSpPr txBox="1"/>
          <p:nvPr/>
        </p:nvSpPr>
        <p:spPr>
          <a:xfrm>
            <a:off x="1140736" y="679816"/>
            <a:ext cx="2707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Assi dell’empowerment</a:t>
            </a:r>
          </a:p>
        </p:txBody>
      </p:sp>
    </p:spTree>
    <p:extLst>
      <p:ext uri="{BB962C8B-B14F-4D97-AF65-F5344CB8AC3E}">
        <p14:creationId xmlns:p14="http://schemas.microsoft.com/office/powerpoint/2010/main" val="3194232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C45642B4-B56E-84D8-3CA8-6DFB08D86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3FAFD4A9-FB43-D1D9-9D56-22A8FAC82F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Obiettivi di Empowerment 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E74901EC-A824-79DC-6841-163AAAB28446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165A0483-9B9E-5D73-93E2-3CE0A4F5B141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DB1B3164-CE30-A951-25E9-07B29C5DDB4E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F4E134C7-177F-FF54-8931-B631B9506415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5093FCF2-F9F8-364A-A871-41E85076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87" y="1478775"/>
            <a:ext cx="7759135" cy="1152913"/>
          </a:xfrm>
        </p:spPr>
        <p:txBody>
          <a:bodyPr/>
          <a:lstStyle/>
          <a:p>
            <a:pPr algn="just"/>
            <a:r>
              <a:rPr lang="it-IT"/>
              <a:t>      Ogni personaggio ha risposto a </a:t>
            </a:r>
            <a:r>
              <a:rPr lang="it-IT" b="1"/>
              <a:t>domande specifiche per ciascun task assegnato</a:t>
            </a:r>
            <a:r>
              <a:rPr lang="it-IT"/>
              <a:t>, tenendo conto del proprio profilo e del contesto d'uso. Le risposte sono state espresse su una </a:t>
            </a:r>
            <a:r>
              <a:rPr lang="it-IT" b="1"/>
              <a:t>scala da 1 (scarso) a 5 (eccellente)</a:t>
            </a:r>
            <a:r>
              <a:rPr lang="it-IT"/>
              <a:t>. Successivamente, le risposte sono state mediate per ottenere un </a:t>
            </a:r>
            <a:r>
              <a:rPr lang="it-IT" b="1"/>
              <a:t>punteggio medio per ogni asse e per ciascun task</a:t>
            </a:r>
            <a:r>
              <a:rPr lang="it-IT"/>
              <a:t>.</a:t>
            </a:r>
          </a:p>
        </p:txBody>
      </p:sp>
      <p:grpSp>
        <p:nvGrpSpPr>
          <p:cNvPr id="4" name="Google Shape;982;p54">
            <a:extLst>
              <a:ext uri="{FF2B5EF4-FFF2-40B4-BE49-F238E27FC236}">
                <a16:creationId xmlns:a16="http://schemas.microsoft.com/office/drawing/2014/main" id="{98E2E1AD-EC08-0471-DFF4-C0EE283296AD}"/>
              </a:ext>
            </a:extLst>
          </p:cNvPr>
          <p:cNvGrpSpPr/>
          <p:nvPr/>
        </p:nvGrpSpPr>
        <p:grpSpPr>
          <a:xfrm>
            <a:off x="8633026" y="281819"/>
            <a:ext cx="359048" cy="383188"/>
            <a:chOff x="6580116" y="1273490"/>
            <a:chExt cx="384501" cy="413677"/>
          </a:xfrm>
        </p:grpSpPr>
        <p:sp>
          <p:nvSpPr>
            <p:cNvPr id="5" name="Google Shape;983;p54">
              <a:extLst>
                <a:ext uri="{FF2B5EF4-FFF2-40B4-BE49-F238E27FC236}">
                  <a16:creationId xmlns:a16="http://schemas.microsoft.com/office/drawing/2014/main" id="{3EB4E74A-209E-58ED-0C7D-A486402AB3B1}"/>
                </a:ext>
              </a:extLst>
            </p:cNvPr>
            <p:cNvSpPr/>
            <p:nvPr/>
          </p:nvSpPr>
          <p:spPr>
            <a:xfrm>
              <a:off x="6581627" y="1379371"/>
              <a:ext cx="287793" cy="307796"/>
            </a:xfrm>
            <a:custGeom>
              <a:avLst/>
              <a:gdLst/>
              <a:ahLst/>
              <a:cxnLst/>
              <a:rect l="l" t="t" r="r" b="b"/>
              <a:pathLst>
                <a:path w="9145" h="9128" extrusionOk="0">
                  <a:moveTo>
                    <a:pt x="5835" y="1"/>
                  </a:moveTo>
                  <a:cubicBezTo>
                    <a:pt x="5650" y="1"/>
                    <a:pt x="5466" y="66"/>
                    <a:pt x="5335" y="197"/>
                  </a:cubicBezTo>
                  <a:lnTo>
                    <a:pt x="4787" y="745"/>
                  </a:lnTo>
                  <a:lnTo>
                    <a:pt x="6811" y="2769"/>
                  </a:lnTo>
                  <a:cubicBezTo>
                    <a:pt x="6859" y="2793"/>
                    <a:pt x="6883" y="2817"/>
                    <a:pt x="6906" y="2888"/>
                  </a:cubicBezTo>
                  <a:cubicBezTo>
                    <a:pt x="6978" y="3031"/>
                    <a:pt x="6930" y="3174"/>
                    <a:pt x="6811" y="3269"/>
                  </a:cubicBezTo>
                  <a:lnTo>
                    <a:pt x="6406" y="3698"/>
                  </a:lnTo>
                  <a:cubicBezTo>
                    <a:pt x="6109" y="3995"/>
                    <a:pt x="5712" y="4144"/>
                    <a:pt x="5312" y="4144"/>
                  </a:cubicBezTo>
                  <a:cubicBezTo>
                    <a:pt x="5232" y="4144"/>
                    <a:pt x="5152" y="4138"/>
                    <a:pt x="5073" y="4126"/>
                  </a:cubicBezTo>
                  <a:lnTo>
                    <a:pt x="5073" y="4126"/>
                  </a:lnTo>
                  <a:cubicBezTo>
                    <a:pt x="5097" y="4650"/>
                    <a:pt x="4954" y="5174"/>
                    <a:pt x="4549" y="5555"/>
                  </a:cubicBezTo>
                  <a:cubicBezTo>
                    <a:pt x="4501" y="5627"/>
                    <a:pt x="4406" y="5674"/>
                    <a:pt x="4311" y="5674"/>
                  </a:cubicBezTo>
                  <a:cubicBezTo>
                    <a:pt x="4239" y="5674"/>
                    <a:pt x="4144" y="5650"/>
                    <a:pt x="4072" y="5555"/>
                  </a:cubicBezTo>
                  <a:cubicBezTo>
                    <a:pt x="3930" y="5412"/>
                    <a:pt x="3930" y="5198"/>
                    <a:pt x="4072" y="5055"/>
                  </a:cubicBezTo>
                  <a:cubicBezTo>
                    <a:pt x="4501" y="4650"/>
                    <a:pt x="4501" y="3960"/>
                    <a:pt x="4072" y="3531"/>
                  </a:cubicBezTo>
                  <a:lnTo>
                    <a:pt x="3930" y="3388"/>
                  </a:lnTo>
                  <a:cubicBezTo>
                    <a:pt x="3787" y="3245"/>
                    <a:pt x="3787" y="3031"/>
                    <a:pt x="3930" y="2888"/>
                  </a:cubicBezTo>
                  <a:cubicBezTo>
                    <a:pt x="4001" y="2817"/>
                    <a:pt x="4090" y="2781"/>
                    <a:pt x="4180" y="2781"/>
                  </a:cubicBezTo>
                  <a:cubicBezTo>
                    <a:pt x="4269" y="2781"/>
                    <a:pt x="4358" y="2817"/>
                    <a:pt x="4430" y="2888"/>
                  </a:cubicBezTo>
                  <a:lnTo>
                    <a:pt x="4596" y="3031"/>
                  </a:lnTo>
                  <a:lnTo>
                    <a:pt x="4763" y="3221"/>
                  </a:lnTo>
                  <a:cubicBezTo>
                    <a:pt x="4930" y="3376"/>
                    <a:pt x="5144" y="3454"/>
                    <a:pt x="5358" y="3454"/>
                  </a:cubicBezTo>
                  <a:cubicBezTo>
                    <a:pt x="5573" y="3454"/>
                    <a:pt x="5787" y="3376"/>
                    <a:pt x="5954" y="3221"/>
                  </a:cubicBezTo>
                  <a:lnTo>
                    <a:pt x="6097" y="3055"/>
                  </a:lnTo>
                  <a:lnTo>
                    <a:pt x="4311" y="1269"/>
                  </a:lnTo>
                  <a:cubicBezTo>
                    <a:pt x="4165" y="1191"/>
                    <a:pt x="4000" y="1149"/>
                    <a:pt x="3834" y="1149"/>
                  </a:cubicBezTo>
                  <a:cubicBezTo>
                    <a:pt x="3593" y="1149"/>
                    <a:pt x="3351" y="1238"/>
                    <a:pt x="3168" y="1435"/>
                  </a:cubicBezTo>
                  <a:lnTo>
                    <a:pt x="1977" y="2626"/>
                  </a:lnTo>
                  <a:cubicBezTo>
                    <a:pt x="1405" y="3174"/>
                    <a:pt x="1215" y="4007"/>
                    <a:pt x="1429" y="4722"/>
                  </a:cubicBezTo>
                  <a:lnTo>
                    <a:pt x="0" y="6151"/>
                  </a:lnTo>
                  <a:lnTo>
                    <a:pt x="0" y="9127"/>
                  </a:lnTo>
                  <a:lnTo>
                    <a:pt x="2977" y="9127"/>
                  </a:lnTo>
                  <a:lnTo>
                    <a:pt x="4406" y="7699"/>
                  </a:lnTo>
                  <a:cubicBezTo>
                    <a:pt x="4612" y="7758"/>
                    <a:pt x="4823" y="7788"/>
                    <a:pt x="5034" y="7788"/>
                  </a:cubicBezTo>
                  <a:cubicBezTo>
                    <a:pt x="5579" y="7788"/>
                    <a:pt x="6120" y="7587"/>
                    <a:pt x="6549" y="7175"/>
                  </a:cubicBezTo>
                  <a:lnTo>
                    <a:pt x="7883" y="5841"/>
                  </a:lnTo>
                  <a:lnTo>
                    <a:pt x="8835" y="4769"/>
                  </a:lnTo>
                  <a:cubicBezTo>
                    <a:pt x="9121" y="4484"/>
                    <a:pt x="9145" y="4079"/>
                    <a:pt x="8907" y="3769"/>
                  </a:cubicBezTo>
                  <a:cubicBezTo>
                    <a:pt x="8773" y="3611"/>
                    <a:pt x="8584" y="3534"/>
                    <a:pt x="8389" y="3534"/>
                  </a:cubicBezTo>
                  <a:cubicBezTo>
                    <a:pt x="8202" y="3534"/>
                    <a:pt x="8011" y="3605"/>
                    <a:pt x="7859" y="3745"/>
                  </a:cubicBezTo>
                  <a:lnTo>
                    <a:pt x="8359" y="3245"/>
                  </a:lnTo>
                  <a:cubicBezTo>
                    <a:pt x="8645" y="2983"/>
                    <a:pt x="8645" y="2507"/>
                    <a:pt x="8359" y="2221"/>
                  </a:cubicBezTo>
                  <a:cubicBezTo>
                    <a:pt x="8228" y="2090"/>
                    <a:pt x="8044" y="2025"/>
                    <a:pt x="7859" y="2025"/>
                  </a:cubicBezTo>
                  <a:cubicBezTo>
                    <a:pt x="7674" y="2025"/>
                    <a:pt x="7490" y="2090"/>
                    <a:pt x="7359" y="2221"/>
                  </a:cubicBezTo>
                  <a:cubicBezTo>
                    <a:pt x="7621" y="1959"/>
                    <a:pt x="7621" y="1483"/>
                    <a:pt x="7359" y="1221"/>
                  </a:cubicBezTo>
                  <a:cubicBezTo>
                    <a:pt x="7228" y="1090"/>
                    <a:pt x="7043" y="1025"/>
                    <a:pt x="6856" y="1025"/>
                  </a:cubicBezTo>
                  <a:cubicBezTo>
                    <a:pt x="6668" y="1025"/>
                    <a:pt x="6478" y="1090"/>
                    <a:pt x="6335" y="1221"/>
                  </a:cubicBezTo>
                  <a:cubicBezTo>
                    <a:pt x="6621" y="959"/>
                    <a:pt x="6621" y="483"/>
                    <a:pt x="6335" y="197"/>
                  </a:cubicBezTo>
                  <a:cubicBezTo>
                    <a:pt x="6204" y="66"/>
                    <a:pt x="6019" y="1"/>
                    <a:pt x="5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84;p54">
              <a:extLst>
                <a:ext uri="{FF2B5EF4-FFF2-40B4-BE49-F238E27FC236}">
                  <a16:creationId xmlns:a16="http://schemas.microsoft.com/office/drawing/2014/main" id="{1DF63F59-7DD4-5716-380D-6EDFA3E272A5}"/>
                </a:ext>
              </a:extLst>
            </p:cNvPr>
            <p:cNvSpPr/>
            <p:nvPr/>
          </p:nvSpPr>
          <p:spPr>
            <a:xfrm>
              <a:off x="6580116" y="1273557"/>
              <a:ext cx="156658" cy="164655"/>
            </a:xfrm>
            <a:custGeom>
              <a:avLst/>
              <a:gdLst/>
              <a:ahLst/>
              <a:cxnLst/>
              <a:rect l="l" t="t" r="r" b="b"/>
              <a:pathLst>
                <a:path w="4978" h="4883" extrusionOk="0">
                  <a:moveTo>
                    <a:pt x="1" y="1"/>
                  </a:moveTo>
                  <a:lnTo>
                    <a:pt x="1787" y="4883"/>
                  </a:lnTo>
                  <a:lnTo>
                    <a:pt x="2644" y="4002"/>
                  </a:lnTo>
                  <a:cubicBezTo>
                    <a:pt x="2977" y="3668"/>
                    <a:pt x="3382" y="3526"/>
                    <a:pt x="3835" y="3526"/>
                  </a:cubicBezTo>
                  <a:cubicBezTo>
                    <a:pt x="3906" y="3526"/>
                    <a:pt x="4049" y="3526"/>
                    <a:pt x="4120" y="3549"/>
                  </a:cubicBezTo>
                  <a:lnTo>
                    <a:pt x="4835" y="2835"/>
                  </a:lnTo>
                  <a:cubicBezTo>
                    <a:pt x="4906" y="2787"/>
                    <a:pt x="4930" y="2740"/>
                    <a:pt x="4978" y="2716"/>
                  </a:cubicBezTo>
                  <a:lnTo>
                    <a:pt x="3954" y="1096"/>
                  </a:lnTo>
                  <a:lnTo>
                    <a:pt x="3859" y="954"/>
                  </a:lnTo>
                  <a:lnTo>
                    <a:pt x="2501" y="3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85;p54">
              <a:extLst>
                <a:ext uri="{FF2B5EF4-FFF2-40B4-BE49-F238E27FC236}">
                  <a16:creationId xmlns:a16="http://schemas.microsoft.com/office/drawing/2014/main" id="{6107B0C7-6297-7057-D596-24B4F2AE2D33}"/>
                </a:ext>
              </a:extLst>
            </p:cNvPr>
            <p:cNvSpPr/>
            <p:nvPr/>
          </p:nvSpPr>
          <p:spPr>
            <a:xfrm>
              <a:off x="6820705" y="1474326"/>
              <a:ext cx="143912" cy="210413"/>
            </a:xfrm>
            <a:custGeom>
              <a:avLst/>
              <a:gdLst/>
              <a:ahLst/>
              <a:cxnLst/>
              <a:rect l="l" t="t" r="r" b="b"/>
              <a:pathLst>
                <a:path w="4573" h="6240" extrusionOk="0">
                  <a:moveTo>
                    <a:pt x="2310" y="1"/>
                  </a:moveTo>
                  <a:lnTo>
                    <a:pt x="1881" y="524"/>
                  </a:lnTo>
                  <a:cubicBezTo>
                    <a:pt x="2310" y="1072"/>
                    <a:pt x="2286" y="1882"/>
                    <a:pt x="1762" y="2430"/>
                  </a:cubicBezTo>
                  <a:lnTo>
                    <a:pt x="0" y="4168"/>
                  </a:lnTo>
                  <a:lnTo>
                    <a:pt x="714" y="5287"/>
                  </a:lnTo>
                  <a:lnTo>
                    <a:pt x="2072" y="3073"/>
                  </a:lnTo>
                  <a:lnTo>
                    <a:pt x="4572" y="6240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86;p54">
              <a:extLst>
                <a:ext uri="{FF2B5EF4-FFF2-40B4-BE49-F238E27FC236}">
                  <a16:creationId xmlns:a16="http://schemas.microsoft.com/office/drawing/2014/main" id="{5C83FD62-CB07-2276-9DE4-B8ACA21FA393}"/>
                </a:ext>
              </a:extLst>
            </p:cNvPr>
            <p:cNvSpPr/>
            <p:nvPr/>
          </p:nvSpPr>
          <p:spPr>
            <a:xfrm>
              <a:off x="6874644" y="1307109"/>
              <a:ext cx="59982" cy="62045"/>
            </a:xfrm>
            <a:custGeom>
              <a:avLst/>
              <a:gdLst/>
              <a:ahLst/>
              <a:cxnLst/>
              <a:rect l="l" t="t" r="r" b="b"/>
              <a:pathLst>
                <a:path w="1906" h="1840" extrusionOk="0">
                  <a:moveTo>
                    <a:pt x="1513" y="0"/>
                  </a:moveTo>
                  <a:cubicBezTo>
                    <a:pt x="1424" y="0"/>
                    <a:pt x="1334" y="42"/>
                    <a:pt x="1263" y="125"/>
                  </a:cubicBezTo>
                  <a:lnTo>
                    <a:pt x="167" y="1221"/>
                  </a:lnTo>
                  <a:cubicBezTo>
                    <a:pt x="1" y="1364"/>
                    <a:pt x="1" y="1578"/>
                    <a:pt x="167" y="1721"/>
                  </a:cubicBezTo>
                  <a:cubicBezTo>
                    <a:pt x="215" y="1816"/>
                    <a:pt x="310" y="1840"/>
                    <a:pt x="406" y="1840"/>
                  </a:cubicBezTo>
                  <a:cubicBezTo>
                    <a:pt x="477" y="1840"/>
                    <a:pt x="572" y="1816"/>
                    <a:pt x="667" y="1721"/>
                  </a:cubicBezTo>
                  <a:lnTo>
                    <a:pt x="1763" y="625"/>
                  </a:lnTo>
                  <a:cubicBezTo>
                    <a:pt x="1906" y="482"/>
                    <a:pt x="1906" y="268"/>
                    <a:pt x="1763" y="125"/>
                  </a:cubicBezTo>
                  <a:cubicBezTo>
                    <a:pt x="1691" y="42"/>
                    <a:pt x="1602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" name="Google Shape;987;p54">
              <a:extLst>
                <a:ext uri="{FF2B5EF4-FFF2-40B4-BE49-F238E27FC236}">
                  <a16:creationId xmlns:a16="http://schemas.microsoft.com/office/drawing/2014/main" id="{AF9D187A-F9D9-AA3B-0279-6689517FCD3D}"/>
                </a:ext>
              </a:extLst>
            </p:cNvPr>
            <p:cNvSpPr/>
            <p:nvPr/>
          </p:nvSpPr>
          <p:spPr>
            <a:xfrm>
              <a:off x="6809438" y="1273490"/>
              <a:ext cx="22533" cy="78062"/>
            </a:xfrm>
            <a:custGeom>
              <a:avLst/>
              <a:gdLst/>
              <a:ahLst/>
              <a:cxnLst/>
              <a:rect l="l" t="t" r="r" b="b"/>
              <a:pathLst>
                <a:path w="716" h="2315" extrusionOk="0">
                  <a:moveTo>
                    <a:pt x="367" y="1"/>
                  </a:moveTo>
                  <a:cubicBezTo>
                    <a:pt x="356" y="1"/>
                    <a:pt x="345" y="2"/>
                    <a:pt x="334" y="3"/>
                  </a:cubicBezTo>
                  <a:cubicBezTo>
                    <a:pt x="144" y="3"/>
                    <a:pt x="1" y="193"/>
                    <a:pt x="1" y="360"/>
                  </a:cubicBezTo>
                  <a:lnTo>
                    <a:pt x="1" y="1908"/>
                  </a:lnTo>
                  <a:cubicBezTo>
                    <a:pt x="1" y="2099"/>
                    <a:pt x="120" y="2242"/>
                    <a:pt x="334" y="2313"/>
                  </a:cubicBezTo>
                  <a:cubicBezTo>
                    <a:pt x="345" y="2314"/>
                    <a:pt x="356" y="2315"/>
                    <a:pt x="367" y="2315"/>
                  </a:cubicBezTo>
                  <a:cubicBezTo>
                    <a:pt x="546" y="2315"/>
                    <a:pt x="715" y="2135"/>
                    <a:pt x="715" y="1956"/>
                  </a:cubicBezTo>
                  <a:lnTo>
                    <a:pt x="715" y="360"/>
                  </a:lnTo>
                  <a:cubicBezTo>
                    <a:pt x="715" y="181"/>
                    <a:pt x="546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" name="Google Shape;988;p54">
              <a:extLst>
                <a:ext uri="{FF2B5EF4-FFF2-40B4-BE49-F238E27FC236}">
                  <a16:creationId xmlns:a16="http://schemas.microsoft.com/office/drawing/2014/main" id="{E6FAF9D7-5BAF-583B-E244-1F97C1F6E053}"/>
                </a:ext>
              </a:extLst>
            </p:cNvPr>
            <p:cNvSpPr/>
            <p:nvPr/>
          </p:nvSpPr>
          <p:spPr>
            <a:xfrm>
              <a:off x="6892645" y="1404458"/>
              <a:ext cx="71972" cy="24144"/>
            </a:xfrm>
            <a:custGeom>
              <a:avLst/>
              <a:gdLst/>
              <a:ahLst/>
              <a:cxnLst/>
              <a:rect l="l" t="t" r="r" b="b"/>
              <a:pathLst>
                <a:path w="2287" h="716" extrusionOk="0">
                  <a:moveTo>
                    <a:pt x="381" y="1"/>
                  </a:moveTo>
                  <a:cubicBezTo>
                    <a:pt x="167" y="1"/>
                    <a:pt x="0" y="167"/>
                    <a:pt x="24" y="382"/>
                  </a:cubicBezTo>
                  <a:cubicBezTo>
                    <a:pt x="24" y="572"/>
                    <a:pt x="215" y="715"/>
                    <a:pt x="381" y="715"/>
                  </a:cubicBezTo>
                  <a:lnTo>
                    <a:pt x="1929" y="715"/>
                  </a:lnTo>
                  <a:cubicBezTo>
                    <a:pt x="2144" y="715"/>
                    <a:pt x="2286" y="525"/>
                    <a:pt x="2286" y="310"/>
                  </a:cubicBezTo>
                  <a:cubicBezTo>
                    <a:pt x="2286" y="144"/>
                    <a:pt x="2120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95EABAC-0AAA-64CB-4E1D-FB4AE18D95D8}"/>
              </a:ext>
            </a:extLst>
          </p:cNvPr>
          <p:cNvSpPr txBox="1"/>
          <p:nvPr/>
        </p:nvSpPr>
        <p:spPr>
          <a:xfrm>
            <a:off x="1121578" y="679848"/>
            <a:ext cx="2180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Raccolta dei Dati</a:t>
            </a:r>
          </a:p>
        </p:txBody>
      </p:sp>
    </p:spTree>
    <p:extLst>
      <p:ext uri="{BB962C8B-B14F-4D97-AF65-F5344CB8AC3E}">
        <p14:creationId xmlns:p14="http://schemas.microsoft.com/office/powerpoint/2010/main" val="3743827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2E077B7C-C693-F7A5-97B2-F43C14A1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440893FB-D280-214E-7469-15F3FB62B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Obiettivi di Empowerment 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C91CA840-A80A-975A-9FDC-865F90CFA875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1A6CBEAB-A45D-471F-AF99-041ADB8E5545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E59C7283-B5E1-459A-2AC8-23F03389EAE6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D10258EB-AEF8-885B-299C-7AB538E6B737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45E555AC-70E3-C6C5-DE65-3D5B1205B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grpSp>
        <p:nvGrpSpPr>
          <p:cNvPr id="4" name="Google Shape;982;p54">
            <a:extLst>
              <a:ext uri="{FF2B5EF4-FFF2-40B4-BE49-F238E27FC236}">
                <a16:creationId xmlns:a16="http://schemas.microsoft.com/office/drawing/2014/main" id="{FE3EF322-2045-8E1F-6F3E-27C3F475E69C}"/>
              </a:ext>
            </a:extLst>
          </p:cNvPr>
          <p:cNvGrpSpPr/>
          <p:nvPr/>
        </p:nvGrpSpPr>
        <p:grpSpPr>
          <a:xfrm>
            <a:off x="8633026" y="281819"/>
            <a:ext cx="359048" cy="383188"/>
            <a:chOff x="6580116" y="1273490"/>
            <a:chExt cx="384501" cy="413677"/>
          </a:xfrm>
        </p:grpSpPr>
        <p:sp>
          <p:nvSpPr>
            <p:cNvPr id="5" name="Google Shape;983;p54">
              <a:extLst>
                <a:ext uri="{FF2B5EF4-FFF2-40B4-BE49-F238E27FC236}">
                  <a16:creationId xmlns:a16="http://schemas.microsoft.com/office/drawing/2014/main" id="{6BB8C4D7-A6D7-8775-8524-668AA5AE6C4E}"/>
                </a:ext>
              </a:extLst>
            </p:cNvPr>
            <p:cNvSpPr/>
            <p:nvPr/>
          </p:nvSpPr>
          <p:spPr>
            <a:xfrm>
              <a:off x="6581627" y="1379371"/>
              <a:ext cx="287793" cy="307796"/>
            </a:xfrm>
            <a:custGeom>
              <a:avLst/>
              <a:gdLst/>
              <a:ahLst/>
              <a:cxnLst/>
              <a:rect l="l" t="t" r="r" b="b"/>
              <a:pathLst>
                <a:path w="9145" h="9128" extrusionOk="0">
                  <a:moveTo>
                    <a:pt x="5835" y="1"/>
                  </a:moveTo>
                  <a:cubicBezTo>
                    <a:pt x="5650" y="1"/>
                    <a:pt x="5466" y="66"/>
                    <a:pt x="5335" y="197"/>
                  </a:cubicBezTo>
                  <a:lnTo>
                    <a:pt x="4787" y="745"/>
                  </a:lnTo>
                  <a:lnTo>
                    <a:pt x="6811" y="2769"/>
                  </a:lnTo>
                  <a:cubicBezTo>
                    <a:pt x="6859" y="2793"/>
                    <a:pt x="6883" y="2817"/>
                    <a:pt x="6906" y="2888"/>
                  </a:cubicBezTo>
                  <a:cubicBezTo>
                    <a:pt x="6978" y="3031"/>
                    <a:pt x="6930" y="3174"/>
                    <a:pt x="6811" y="3269"/>
                  </a:cubicBezTo>
                  <a:lnTo>
                    <a:pt x="6406" y="3698"/>
                  </a:lnTo>
                  <a:cubicBezTo>
                    <a:pt x="6109" y="3995"/>
                    <a:pt x="5712" y="4144"/>
                    <a:pt x="5312" y="4144"/>
                  </a:cubicBezTo>
                  <a:cubicBezTo>
                    <a:pt x="5232" y="4144"/>
                    <a:pt x="5152" y="4138"/>
                    <a:pt x="5073" y="4126"/>
                  </a:cubicBezTo>
                  <a:lnTo>
                    <a:pt x="5073" y="4126"/>
                  </a:lnTo>
                  <a:cubicBezTo>
                    <a:pt x="5097" y="4650"/>
                    <a:pt x="4954" y="5174"/>
                    <a:pt x="4549" y="5555"/>
                  </a:cubicBezTo>
                  <a:cubicBezTo>
                    <a:pt x="4501" y="5627"/>
                    <a:pt x="4406" y="5674"/>
                    <a:pt x="4311" y="5674"/>
                  </a:cubicBezTo>
                  <a:cubicBezTo>
                    <a:pt x="4239" y="5674"/>
                    <a:pt x="4144" y="5650"/>
                    <a:pt x="4072" y="5555"/>
                  </a:cubicBezTo>
                  <a:cubicBezTo>
                    <a:pt x="3930" y="5412"/>
                    <a:pt x="3930" y="5198"/>
                    <a:pt x="4072" y="5055"/>
                  </a:cubicBezTo>
                  <a:cubicBezTo>
                    <a:pt x="4501" y="4650"/>
                    <a:pt x="4501" y="3960"/>
                    <a:pt x="4072" y="3531"/>
                  </a:cubicBezTo>
                  <a:lnTo>
                    <a:pt x="3930" y="3388"/>
                  </a:lnTo>
                  <a:cubicBezTo>
                    <a:pt x="3787" y="3245"/>
                    <a:pt x="3787" y="3031"/>
                    <a:pt x="3930" y="2888"/>
                  </a:cubicBezTo>
                  <a:cubicBezTo>
                    <a:pt x="4001" y="2817"/>
                    <a:pt x="4090" y="2781"/>
                    <a:pt x="4180" y="2781"/>
                  </a:cubicBezTo>
                  <a:cubicBezTo>
                    <a:pt x="4269" y="2781"/>
                    <a:pt x="4358" y="2817"/>
                    <a:pt x="4430" y="2888"/>
                  </a:cubicBezTo>
                  <a:lnTo>
                    <a:pt x="4596" y="3031"/>
                  </a:lnTo>
                  <a:lnTo>
                    <a:pt x="4763" y="3221"/>
                  </a:lnTo>
                  <a:cubicBezTo>
                    <a:pt x="4930" y="3376"/>
                    <a:pt x="5144" y="3454"/>
                    <a:pt x="5358" y="3454"/>
                  </a:cubicBezTo>
                  <a:cubicBezTo>
                    <a:pt x="5573" y="3454"/>
                    <a:pt x="5787" y="3376"/>
                    <a:pt x="5954" y="3221"/>
                  </a:cubicBezTo>
                  <a:lnTo>
                    <a:pt x="6097" y="3055"/>
                  </a:lnTo>
                  <a:lnTo>
                    <a:pt x="4311" y="1269"/>
                  </a:lnTo>
                  <a:cubicBezTo>
                    <a:pt x="4165" y="1191"/>
                    <a:pt x="4000" y="1149"/>
                    <a:pt x="3834" y="1149"/>
                  </a:cubicBezTo>
                  <a:cubicBezTo>
                    <a:pt x="3593" y="1149"/>
                    <a:pt x="3351" y="1238"/>
                    <a:pt x="3168" y="1435"/>
                  </a:cubicBezTo>
                  <a:lnTo>
                    <a:pt x="1977" y="2626"/>
                  </a:lnTo>
                  <a:cubicBezTo>
                    <a:pt x="1405" y="3174"/>
                    <a:pt x="1215" y="4007"/>
                    <a:pt x="1429" y="4722"/>
                  </a:cubicBezTo>
                  <a:lnTo>
                    <a:pt x="0" y="6151"/>
                  </a:lnTo>
                  <a:lnTo>
                    <a:pt x="0" y="9127"/>
                  </a:lnTo>
                  <a:lnTo>
                    <a:pt x="2977" y="9127"/>
                  </a:lnTo>
                  <a:lnTo>
                    <a:pt x="4406" y="7699"/>
                  </a:lnTo>
                  <a:cubicBezTo>
                    <a:pt x="4612" y="7758"/>
                    <a:pt x="4823" y="7788"/>
                    <a:pt x="5034" y="7788"/>
                  </a:cubicBezTo>
                  <a:cubicBezTo>
                    <a:pt x="5579" y="7788"/>
                    <a:pt x="6120" y="7587"/>
                    <a:pt x="6549" y="7175"/>
                  </a:cubicBezTo>
                  <a:lnTo>
                    <a:pt x="7883" y="5841"/>
                  </a:lnTo>
                  <a:lnTo>
                    <a:pt x="8835" y="4769"/>
                  </a:lnTo>
                  <a:cubicBezTo>
                    <a:pt x="9121" y="4484"/>
                    <a:pt x="9145" y="4079"/>
                    <a:pt x="8907" y="3769"/>
                  </a:cubicBezTo>
                  <a:cubicBezTo>
                    <a:pt x="8773" y="3611"/>
                    <a:pt x="8584" y="3534"/>
                    <a:pt x="8389" y="3534"/>
                  </a:cubicBezTo>
                  <a:cubicBezTo>
                    <a:pt x="8202" y="3534"/>
                    <a:pt x="8011" y="3605"/>
                    <a:pt x="7859" y="3745"/>
                  </a:cubicBezTo>
                  <a:lnTo>
                    <a:pt x="8359" y="3245"/>
                  </a:lnTo>
                  <a:cubicBezTo>
                    <a:pt x="8645" y="2983"/>
                    <a:pt x="8645" y="2507"/>
                    <a:pt x="8359" y="2221"/>
                  </a:cubicBezTo>
                  <a:cubicBezTo>
                    <a:pt x="8228" y="2090"/>
                    <a:pt x="8044" y="2025"/>
                    <a:pt x="7859" y="2025"/>
                  </a:cubicBezTo>
                  <a:cubicBezTo>
                    <a:pt x="7674" y="2025"/>
                    <a:pt x="7490" y="2090"/>
                    <a:pt x="7359" y="2221"/>
                  </a:cubicBezTo>
                  <a:cubicBezTo>
                    <a:pt x="7621" y="1959"/>
                    <a:pt x="7621" y="1483"/>
                    <a:pt x="7359" y="1221"/>
                  </a:cubicBezTo>
                  <a:cubicBezTo>
                    <a:pt x="7228" y="1090"/>
                    <a:pt x="7043" y="1025"/>
                    <a:pt x="6856" y="1025"/>
                  </a:cubicBezTo>
                  <a:cubicBezTo>
                    <a:pt x="6668" y="1025"/>
                    <a:pt x="6478" y="1090"/>
                    <a:pt x="6335" y="1221"/>
                  </a:cubicBezTo>
                  <a:cubicBezTo>
                    <a:pt x="6621" y="959"/>
                    <a:pt x="6621" y="483"/>
                    <a:pt x="6335" y="197"/>
                  </a:cubicBezTo>
                  <a:cubicBezTo>
                    <a:pt x="6204" y="66"/>
                    <a:pt x="6019" y="1"/>
                    <a:pt x="5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84;p54">
              <a:extLst>
                <a:ext uri="{FF2B5EF4-FFF2-40B4-BE49-F238E27FC236}">
                  <a16:creationId xmlns:a16="http://schemas.microsoft.com/office/drawing/2014/main" id="{311B70AE-44A1-5BAA-672F-D70A8F84C106}"/>
                </a:ext>
              </a:extLst>
            </p:cNvPr>
            <p:cNvSpPr/>
            <p:nvPr/>
          </p:nvSpPr>
          <p:spPr>
            <a:xfrm>
              <a:off x="6580116" y="1273557"/>
              <a:ext cx="156658" cy="164655"/>
            </a:xfrm>
            <a:custGeom>
              <a:avLst/>
              <a:gdLst/>
              <a:ahLst/>
              <a:cxnLst/>
              <a:rect l="l" t="t" r="r" b="b"/>
              <a:pathLst>
                <a:path w="4978" h="4883" extrusionOk="0">
                  <a:moveTo>
                    <a:pt x="1" y="1"/>
                  </a:moveTo>
                  <a:lnTo>
                    <a:pt x="1787" y="4883"/>
                  </a:lnTo>
                  <a:lnTo>
                    <a:pt x="2644" y="4002"/>
                  </a:lnTo>
                  <a:cubicBezTo>
                    <a:pt x="2977" y="3668"/>
                    <a:pt x="3382" y="3526"/>
                    <a:pt x="3835" y="3526"/>
                  </a:cubicBezTo>
                  <a:cubicBezTo>
                    <a:pt x="3906" y="3526"/>
                    <a:pt x="4049" y="3526"/>
                    <a:pt x="4120" y="3549"/>
                  </a:cubicBezTo>
                  <a:lnTo>
                    <a:pt x="4835" y="2835"/>
                  </a:lnTo>
                  <a:cubicBezTo>
                    <a:pt x="4906" y="2787"/>
                    <a:pt x="4930" y="2740"/>
                    <a:pt x="4978" y="2716"/>
                  </a:cubicBezTo>
                  <a:lnTo>
                    <a:pt x="3954" y="1096"/>
                  </a:lnTo>
                  <a:lnTo>
                    <a:pt x="3859" y="954"/>
                  </a:lnTo>
                  <a:lnTo>
                    <a:pt x="2501" y="3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85;p54">
              <a:extLst>
                <a:ext uri="{FF2B5EF4-FFF2-40B4-BE49-F238E27FC236}">
                  <a16:creationId xmlns:a16="http://schemas.microsoft.com/office/drawing/2014/main" id="{17EE867A-4D15-D78B-72FA-9AA5A4A773E0}"/>
                </a:ext>
              </a:extLst>
            </p:cNvPr>
            <p:cNvSpPr/>
            <p:nvPr/>
          </p:nvSpPr>
          <p:spPr>
            <a:xfrm>
              <a:off x="6820705" y="1474326"/>
              <a:ext cx="143912" cy="210413"/>
            </a:xfrm>
            <a:custGeom>
              <a:avLst/>
              <a:gdLst/>
              <a:ahLst/>
              <a:cxnLst/>
              <a:rect l="l" t="t" r="r" b="b"/>
              <a:pathLst>
                <a:path w="4573" h="6240" extrusionOk="0">
                  <a:moveTo>
                    <a:pt x="2310" y="1"/>
                  </a:moveTo>
                  <a:lnTo>
                    <a:pt x="1881" y="524"/>
                  </a:lnTo>
                  <a:cubicBezTo>
                    <a:pt x="2310" y="1072"/>
                    <a:pt x="2286" y="1882"/>
                    <a:pt x="1762" y="2430"/>
                  </a:cubicBezTo>
                  <a:lnTo>
                    <a:pt x="0" y="4168"/>
                  </a:lnTo>
                  <a:lnTo>
                    <a:pt x="714" y="5287"/>
                  </a:lnTo>
                  <a:lnTo>
                    <a:pt x="2072" y="3073"/>
                  </a:lnTo>
                  <a:lnTo>
                    <a:pt x="4572" y="6240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86;p54">
              <a:extLst>
                <a:ext uri="{FF2B5EF4-FFF2-40B4-BE49-F238E27FC236}">
                  <a16:creationId xmlns:a16="http://schemas.microsoft.com/office/drawing/2014/main" id="{2B235C05-BC76-95AF-1D9F-7BE50800998C}"/>
                </a:ext>
              </a:extLst>
            </p:cNvPr>
            <p:cNvSpPr/>
            <p:nvPr/>
          </p:nvSpPr>
          <p:spPr>
            <a:xfrm>
              <a:off x="6874644" y="1307109"/>
              <a:ext cx="59982" cy="62045"/>
            </a:xfrm>
            <a:custGeom>
              <a:avLst/>
              <a:gdLst/>
              <a:ahLst/>
              <a:cxnLst/>
              <a:rect l="l" t="t" r="r" b="b"/>
              <a:pathLst>
                <a:path w="1906" h="1840" extrusionOk="0">
                  <a:moveTo>
                    <a:pt x="1513" y="0"/>
                  </a:moveTo>
                  <a:cubicBezTo>
                    <a:pt x="1424" y="0"/>
                    <a:pt x="1334" y="42"/>
                    <a:pt x="1263" y="125"/>
                  </a:cubicBezTo>
                  <a:lnTo>
                    <a:pt x="167" y="1221"/>
                  </a:lnTo>
                  <a:cubicBezTo>
                    <a:pt x="1" y="1364"/>
                    <a:pt x="1" y="1578"/>
                    <a:pt x="167" y="1721"/>
                  </a:cubicBezTo>
                  <a:cubicBezTo>
                    <a:pt x="215" y="1816"/>
                    <a:pt x="310" y="1840"/>
                    <a:pt x="406" y="1840"/>
                  </a:cubicBezTo>
                  <a:cubicBezTo>
                    <a:pt x="477" y="1840"/>
                    <a:pt x="572" y="1816"/>
                    <a:pt x="667" y="1721"/>
                  </a:cubicBezTo>
                  <a:lnTo>
                    <a:pt x="1763" y="625"/>
                  </a:lnTo>
                  <a:cubicBezTo>
                    <a:pt x="1906" y="482"/>
                    <a:pt x="1906" y="268"/>
                    <a:pt x="1763" y="125"/>
                  </a:cubicBezTo>
                  <a:cubicBezTo>
                    <a:pt x="1691" y="42"/>
                    <a:pt x="1602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" name="Google Shape;987;p54">
              <a:extLst>
                <a:ext uri="{FF2B5EF4-FFF2-40B4-BE49-F238E27FC236}">
                  <a16:creationId xmlns:a16="http://schemas.microsoft.com/office/drawing/2014/main" id="{04E62BD8-19DD-557C-0CA9-FACF61D51F59}"/>
                </a:ext>
              </a:extLst>
            </p:cNvPr>
            <p:cNvSpPr/>
            <p:nvPr/>
          </p:nvSpPr>
          <p:spPr>
            <a:xfrm>
              <a:off x="6809438" y="1273490"/>
              <a:ext cx="22533" cy="78062"/>
            </a:xfrm>
            <a:custGeom>
              <a:avLst/>
              <a:gdLst/>
              <a:ahLst/>
              <a:cxnLst/>
              <a:rect l="l" t="t" r="r" b="b"/>
              <a:pathLst>
                <a:path w="716" h="2315" extrusionOk="0">
                  <a:moveTo>
                    <a:pt x="367" y="1"/>
                  </a:moveTo>
                  <a:cubicBezTo>
                    <a:pt x="356" y="1"/>
                    <a:pt x="345" y="2"/>
                    <a:pt x="334" y="3"/>
                  </a:cubicBezTo>
                  <a:cubicBezTo>
                    <a:pt x="144" y="3"/>
                    <a:pt x="1" y="193"/>
                    <a:pt x="1" y="360"/>
                  </a:cubicBezTo>
                  <a:lnTo>
                    <a:pt x="1" y="1908"/>
                  </a:lnTo>
                  <a:cubicBezTo>
                    <a:pt x="1" y="2099"/>
                    <a:pt x="120" y="2242"/>
                    <a:pt x="334" y="2313"/>
                  </a:cubicBezTo>
                  <a:cubicBezTo>
                    <a:pt x="345" y="2314"/>
                    <a:pt x="356" y="2315"/>
                    <a:pt x="367" y="2315"/>
                  </a:cubicBezTo>
                  <a:cubicBezTo>
                    <a:pt x="546" y="2315"/>
                    <a:pt x="715" y="2135"/>
                    <a:pt x="715" y="1956"/>
                  </a:cubicBezTo>
                  <a:lnTo>
                    <a:pt x="715" y="360"/>
                  </a:lnTo>
                  <a:cubicBezTo>
                    <a:pt x="715" y="181"/>
                    <a:pt x="546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" name="Google Shape;988;p54">
              <a:extLst>
                <a:ext uri="{FF2B5EF4-FFF2-40B4-BE49-F238E27FC236}">
                  <a16:creationId xmlns:a16="http://schemas.microsoft.com/office/drawing/2014/main" id="{03D9A203-2367-E646-9785-A599DF0B16E6}"/>
                </a:ext>
              </a:extLst>
            </p:cNvPr>
            <p:cNvSpPr/>
            <p:nvPr/>
          </p:nvSpPr>
          <p:spPr>
            <a:xfrm>
              <a:off x="6892645" y="1404458"/>
              <a:ext cx="71972" cy="24144"/>
            </a:xfrm>
            <a:custGeom>
              <a:avLst/>
              <a:gdLst/>
              <a:ahLst/>
              <a:cxnLst/>
              <a:rect l="l" t="t" r="r" b="b"/>
              <a:pathLst>
                <a:path w="2287" h="716" extrusionOk="0">
                  <a:moveTo>
                    <a:pt x="381" y="1"/>
                  </a:moveTo>
                  <a:cubicBezTo>
                    <a:pt x="167" y="1"/>
                    <a:pt x="0" y="167"/>
                    <a:pt x="24" y="382"/>
                  </a:cubicBezTo>
                  <a:cubicBezTo>
                    <a:pt x="24" y="572"/>
                    <a:pt x="215" y="715"/>
                    <a:pt x="381" y="715"/>
                  </a:cubicBezTo>
                  <a:lnTo>
                    <a:pt x="1929" y="715"/>
                  </a:lnTo>
                  <a:cubicBezTo>
                    <a:pt x="2144" y="715"/>
                    <a:pt x="2286" y="525"/>
                    <a:pt x="2286" y="310"/>
                  </a:cubicBezTo>
                  <a:cubicBezTo>
                    <a:pt x="2286" y="144"/>
                    <a:pt x="2120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3E395A40-CB3F-8C82-D7FD-2A6F3E3B6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686653"/>
              </p:ext>
            </p:extLst>
          </p:nvPr>
        </p:nvGraphicFramePr>
        <p:xfrm>
          <a:off x="872837" y="1175930"/>
          <a:ext cx="7398326" cy="3200400"/>
        </p:xfrm>
        <a:graphic>
          <a:graphicData uri="http://schemas.openxmlformats.org/drawingml/2006/table">
            <a:tbl>
              <a:tblPr/>
              <a:tblGrid>
                <a:gridCol w="4804014">
                  <a:extLst>
                    <a:ext uri="{9D8B030D-6E8A-4147-A177-3AD203B41FA5}">
                      <a16:colId xmlns:a16="http://schemas.microsoft.com/office/drawing/2014/main" val="420806920"/>
                    </a:ext>
                  </a:extLst>
                </a:gridCol>
                <a:gridCol w="648578">
                  <a:extLst>
                    <a:ext uri="{9D8B030D-6E8A-4147-A177-3AD203B41FA5}">
                      <a16:colId xmlns:a16="http://schemas.microsoft.com/office/drawing/2014/main" val="758901057"/>
                    </a:ext>
                  </a:extLst>
                </a:gridCol>
                <a:gridCol w="648578">
                  <a:extLst>
                    <a:ext uri="{9D8B030D-6E8A-4147-A177-3AD203B41FA5}">
                      <a16:colId xmlns:a16="http://schemas.microsoft.com/office/drawing/2014/main" val="3485391925"/>
                    </a:ext>
                  </a:extLst>
                </a:gridCol>
                <a:gridCol w="648578">
                  <a:extLst>
                    <a:ext uri="{9D8B030D-6E8A-4147-A177-3AD203B41FA5}">
                      <a16:colId xmlns:a16="http://schemas.microsoft.com/office/drawing/2014/main" val="3997373114"/>
                    </a:ext>
                  </a:extLst>
                </a:gridCol>
                <a:gridCol w="648578">
                  <a:extLst>
                    <a:ext uri="{9D8B030D-6E8A-4147-A177-3AD203B41FA5}">
                      <a16:colId xmlns:a16="http://schemas.microsoft.com/office/drawing/2014/main" val="979967156"/>
                    </a:ext>
                  </a:extLst>
                </a:gridCol>
              </a:tblGrid>
              <a:tr h="216176"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1" i="1">
                          <a:effectLst/>
                          <a:latin typeface="Times New Roman" panose="02020603050405020304" pitchFamily="18" charset="0"/>
                        </a:rPr>
                        <a:t>Task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1" i="1">
                          <a:effectLst/>
                          <a:latin typeface="Times New Roman" panose="02020603050405020304" pitchFamily="18" charset="0"/>
                        </a:rPr>
                        <a:t>ISE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1" i="1">
                          <a:effectLst/>
                          <a:latin typeface="Times New Roman" panose="02020603050405020304" pitchFamily="18" charset="0"/>
                        </a:rPr>
                        <a:t>IKS 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1" i="1">
                          <a:effectLst/>
                          <a:latin typeface="Times New Roman" panose="02020603050405020304" pitchFamily="18" charset="0"/>
                        </a:rPr>
                        <a:t>IPC 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1" i="1">
                          <a:effectLst/>
                          <a:latin typeface="Times New Roman" panose="02020603050405020304" pitchFamily="18" charset="0"/>
                        </a:rPr>
                        <a:t>IMOT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888669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T1 - Selezionare un periodo storico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1,83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625019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T2 - Avviare una conversazione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2,11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2,67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4,67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174994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T3 - Condurre una conversazione con un personaggio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3,33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2,83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879550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T4 - Partecipare a quiz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3,67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3,11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4,33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85610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T5 - Salvare o rivedere una conversazione utile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3,38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3,25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92722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T6 - Condividere una conversazione con compagni o insegnanti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2,56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223633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T7 - Ricevere feedback e premi virtuali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2,83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4,56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446969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T8 - Visualizzare le domande assegnate dall'insegnante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4,25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41114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T9 - Creare una classe virtuale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5946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T10 - Assegnare domande alla classe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1326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T11 - Partecipare ad una classe virtuale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3,00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3,38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4,25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81971"/>
                  </a:ext>
                </a:extLst>
              </a:tr>
              <a:tr h="216176">
                <a:tc>
                  <a:txBody>
                    <a:bodyPr/>
                    <a:lstStyle/>
                    <a:p>
                      <a:pPr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T12 - Seguire lo studio del figlio</a:t>
                      </a:r>
                    </a:p>
                  </a:txBody>
                  <a:tcPr marL="26313" marR="26313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it-IT" sz="1300">
                        <a:effectLst/>
                      </a:endParaRP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2,50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1500" b="0">
                          <a:effectLst/>
                          <a:latin typeface="Times New Roman" panose="02020603050405020304" pitchFamily="18" charset="0"/>
                        </a:rPr>
                        <a:t>4,50</a:t>
                      </a:r>
                    </a:p>
                  </a:txBody>
                  <a:tcPr marL="26313" marR="2631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9439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D63F5D32-F78A-1F03-CF07-2FFE1695B81F}"/>
              </a:ext>
            </a:extLst>
          </p:cNvPr>
          <p:cNvSpPr txBox="1"/>
          <p:nvPr/>
        </p:nvSpPr>
        <p:spPr>
          <a:xfrm>
            <a:off x="1121578" y="679848"/>
            <a:ext cx="2180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Risultati medi</a:t>
            </a:r>
          </a:p>
        </p:txBody>
      </p:sp>
    </p:spTree>
    <p:extLst>
      <p:ext uri="{BB962C8B-B14F-4D97-AF65-F5344CB8AC3E}">
        <p14:creationId xmlns:p14="http://schemas.microsoft.com/office/powerpoint/2010/main" val="3991619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826EB125-D3A5-648A-43F4-4B694DCB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9F1AC53A-9771-D4E2-344E-FA950265D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Obiettivi di Empowerment 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A33B52CA-1F99-AE9D-266A-F2BCF03CA6ED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2A96A8FA-F3CA-9E69-8D45-C244B78729F7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02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C94E8702-0272-CF44-2A44-82171D6ECE0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B396DF70-1567-5011-6A5F-C30DEF102B1C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6" name="Sottotitolo 15">
            <a:extLst>
              <a:ext uri="{FF2B5EF4-FFF2-40B4-BE49-F238E27FC236}">
                <a16:creationId xmlns:a16="http://schemas.microsoft.com/office/drawing/2014/main" id="{F3260D99-97AA-8B22-BDCA-17F561C04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358" y="907920"/>
            <a:ext cx="7674445" cy="3254965"/>
          </a:xfrm>
        </p:spPr>
        <p:txBody>
          <a:bodyPr/>
          <a:lstStyle/>
          <a:p>
            <a:pPr algn="just"/>
            <a:r>
              <a:rPr lang="it-IT"/>
              <a:t>      L'elaborazione dei punteggi medi ha rivelato diverse </a:t>
            </a:r>
            <a:r>
              <a:rPr lang="it-IT" b="1"/>
              <a:t>tendenze progettuali significative</a:t>
            </a:r>
            <a:r>
              <a:rPr lang="it-IT"/>
              <a:t>, fornendo indicazioni preziose per l'ottimizzazione del sistema.</a:t>
            </a:r>
          </a:p>
          <a:p>
            <a:pPr algn="just"/>
            <a:endParaRPr lang="it-IT"/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Motivazione Elevata (T2, T3, T7, T8, T9, T10, T11, T12)</a:t>
            </a:r>
            <a:r>
              <a:rPr lang="it-IT"/>
              <a:t>: Questi task sono fondamentali per </a:t>
            </a:r>
            <a:r>
              <a:rPr lang="it-IT" b="1"/>
              <a:t>coinvolgere l'utente</a:t>
            </a:r>
            <a:r>
              <a:rPr lang="it-IT"/>
              <a:t>, specialmente </a:t>
            </a:r>
            <a:r>
              <a:rPr lang="it-IT" b="1"/>
              <a:t>T2 e T7</a:t>
            </a:r>
            <a:r>
              <a:rPr lang="it-IT"/>
              <a:t> che suscitano particolare </a:t>
            </a:r>
            <a:r>
              <a:rPr lang="it-IT" b="1"/>
              <a:t>entusiasmo e curiosità nei più giovani</a:t>
            </a:r>
            <a:r>
              <a:rPr lang="it-IT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it-IT"/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Potenziale Bilanciato (T4, T5)</a:t>
            </a:r>
            <a:r>
              <a:rPr lang="it-IT"/>
              <a:t>: Questi task offrono un equilibrio tra </a:t>
            </a:r>
            <a:r>
              <a:rPr lang="it-IT" b="1"/>
              <a:t>apprendimento e motivazione</a:t>
            </a:r>
            <a:r>
              <a:rPr lang="it-IT"/>
              <a:t>, ideali per attività interattive e personalizzabili.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it-IT"/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Aree di Miglioramento (T1, T8)</a:t>
            </a:r>
            <a:r>
              <a:rPr lang="it-IT"/>
              <a:t>: Per </a:t>
            </a:r>
            <a:r>
              <a:rPr lang="it-IT" b="1"/>
              <a:t>migliorare consapevolezza e controllo (IKS e IPC)</a:t>
            </a:r>
            <a:r>
              <a:rPr lang="it-IT"/>
              <a:t>, è essenziale progettare </a:t>
            </a:r>
            <a:r>
              <a:rPr lang="it-IT" b="1"/>
              <a:t>interfacce più guidate e intuitive</a:t>
            </a:r>
            <a:r>
              <a:rPr lang="it-IT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it-IT"/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Complessità di Gestione (T9, T10, T12)</a:t>
            </a:r>
            <a:r>
              <a:rPr lang="it-IT"/>
              <a:t>: I task didattici/parentali necessitano di </a:t>
            </a:r>
            <a:r>
              <a:rPr lang="it-IT" b="1"/>
              <a:t>strumenti semplici e strutturati</a:t>
            </a:r>
            <a:r>
              <a:rPr lang="it-IT"/>
              <a:t> per facilitare l'uso da parte di docenti e genitori, nonostante il buon potenziale motivazionale.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it-IT"/>
          </a:p>
          <a:p>
            <a:pPr algn="just"/>
            <a:endParaRPr lang="it-IT"/>
          </a:p>
        </p:txBody>
      </p:sp>
      <p:grpSp>
        <p:nvGrpSpPr>
          <p:cNvPr id="4" name="Google Shape;982;p54">
            <a:extLst>
              <a:ext uri="{FF2B5EF4-FFF2-40B4-BE49-F238E27FC236}">
                <a16:creationId xmlns:a16="http://schemas.microsoft.com/office/drawing/2014/main" id="{7E18F9B1-59AC-224C-E9E5-A41E378C0D62}"/>
              </a:ext>
            </a:extLst>
          </p:cNvPr>
          <p:cNvGrpSpPr/>
          <p:nvPr/>
        </p:nvGrpSpPr>
        <p:grpSpPr>
          <a:xfrm>
            <a:off x="8633026" y="281819"/>
            <a:ext cx="359048" cy="383188"/>
            <a:chOff x="6580116" y="1273490"/>
            <a:chExt cx="384501" cy="413677"/>
          </a:xfrm>
        </p:grpSpPr>
        <p:sp>
          <p:nvSpPr>
            <p:cNvPr id="5" name="Google Shape;983;p54">
              <a:extLst>
                <a:ext uri="{FF2B5EF4-FFF2-40B4-BE49-F238E27FC236}">
                  <a16:creationId xmlns:a16="http://schemas.microsoft.com/office/drawing/2014/main" id="{D44B38E9-5BD2-E416-3407-3EA4F83046C8}"/>
                </a:ext>
              </a:extLst>
            </p:cNvPr>
            <p:cNvSpPr/>
            <p:nvPr/>
          </p:nvSpPr>
          <p:spPr>
            <a:xfrm>
              <a:off x="6581627" y="1379371"/>
              <a:ext cx="287793" cy="307796"/>
            </a:xfrm>
            <a:custGeom>
              <a:avLst/>
              <a:gdLst/>
              <a:ahLst/>
              <a:cxnLst/>
              <a:rect l="l" t="t" r="r" b="b"/>
              <a:pathLst>
                <a:path w="9145" h="9128" extrusionOk="0">
                  <a:moveTo>
                    <a:pt x="5835" y="1"/>
                  </a:moveTo>
                  <a:cubicBezTo>
                    <a:pt x="5650" y="1"/>
                    <a:pt x="5466" y="66"/>
                    <a:pt x="5335" y="197"/>
                  </a:cubicBezTo>
                  <a:lnTo>
                    <a:pt x="4787" y="745"/>
                  </a:lnTo>
                  <a:lnTo>
                    <a:pt x="6811" y="2769"/>
                  </a:lnTo>
                  <a:cubicBezTo>
                    <a:pt x="6859" y="2793"/>
                    <a:pt x="6883" y="2817"/>
                    <a:pt x="6906" y="2888"/>
                  </a:cubicBezTo>
                  <a:cubicBezTo>
                    <a:pt x="6978" y="3031"/>
                    <a:pt x="6930" y="3174"/>
                    <a:pt x="6811" y="3269"/>
                  </a:cubicBezTo>
                  <a:lnTo>
                    <a:pt x="6406" y="3698"/>
                  </a:lnTo>
                  <a:cubicBezTo>
                    <a:pt x="6109" y="3995"/>
                    <a:pt x="5712" y="4144"/>
                    <a:pt x="5312" y="4144"/>
                  </a:cubicBezTo>
                  <a:cubicBezTo>
                    <a:pt x="5232" y="4144"/>
                    <a:pt x="5152" y="4138"/>
                    <a:pt x="5073" y="4126"/>
                  </a:cubicBezTo>
                  <a:lnTo>
                    <a:pt x="5073" y="4126"/>
                  </a:lnTo>
                  <a:cubicBezTo>
                    <a:pt x="5097" y="4650"/>
                    <a:pt x="4954" y="5174"/>
                    <a:pt x="4549" y="5555"/>
                  </a:cubicBezTo>
                  <a:cubicBezTo>
                    <a:pt x="4501" y="5627"/>
                    <a:pt x="4406" y="5674"/>
                    <a:pt x="4311" y="5674"/>
                  </a:cubicBezTo>
                  <a:cubicBezTo>
                    <a:pt x="4239" y="5674"/>
                    <a:pt x="4144" y="5650"/>
                    <a:pt x="4072" y="5555"/>
                  </a:cubicBezTo>
                  <a:cubicBezTo>
                    <a:pt x="3930" y="5412"/>
                    <a:pt x="3930" y="5198"/>
                    <a:pt x="4072" y="5055"/>
                  </a:cubicBezTo>
                  <a:cubicBezTo>
                    <a:pt x="4501" y="4650"/>
                    <a:pt x="4501" y="3960"/>
                    <a:pt x="4072" y="3531"/>
                  </a:cubicBezTo>
                  <a:lnTo>
                    <a:pt x="3930" y="3388"/>
                  </a:lnTo>
                  <a:cubicBezTo>
                    <a:pt x="3787" y="3245"/>
                    <a:pt x="3787" y="3031"/>
                    <a:pt x="3930" y="2888"/>
                  </a:cubicBezTo>
                  <a:cubicBezTo>
                    <a:pt x="4001" y="2817"/>
                    <a:pt x="4090" y="2781"/>
                    <a:pt x="4180" y="2781"/>
                  </a:cubicBezTo>
                  <a:cubicBezTo>
                    <a:pt x="4269" y="2781"/>
                    <a:pt x="4358" y="2817"/>
                    <a:pt x="4430" y="2888"/>
                  </a:cubicBezTo>
                  <a:lnTo>
                    <a:pt x="4596" y="3031"/>
                  </a:lnTo>
                  <a:lnTo>
                    <a:pt x="4763" y="3221"/>
                  </a:lnTo>
                  <a:cubicBezTo>
                    <a:pt x="4930" y="3376"/>
                    <a:pt x="5144" y="3454"/>
                    <a:pt x="5358" y="3454"/>
                  </a:cubicBezTo>
                  <a:cubicBezTo>
                    <a:pt x="5573" y="3454"/>
                    <a:pt x="5787" y="3376"/>
                    <a:pt x="5954" y="3221"/>
                  </a:cubicBezTo>
                  <a:lnTo>
                    <a:pt x="6097" y="3055"/>
                  </a:lnTo>
                  <a:lnTo>
                    <a:pt x="4311" y="1269"/>
                  </a:lnTo>
                  <a:cubicBezTo>
                    <a:pt x="4165" y="1191"/>
                    <a:pt x="4000" y="1149"/>
                    <a:pt x="3834" y="1149"/>
                  </a:cubicBezTo>
                  <a:cubicBezTo>
                    <a:pt x="3593" y="1149"/>
                    <a:pt x="3351" y="1238"/>
                    <a:pt x="3168" y="1435"/>
                  </a:cubicBezTo>
                  <a:lnTo>
                    <a:pt x="1977" y="2626"/>
                  </a:lnTo>
                  <a:cubicBezTo>
                    <a:pt x="1405" y="3174"/>
                    <a:pt x="1215" y="4007"/>
                    <a:pt x="1429" y="4722"/>
                  </a:cubicBezTo>
                  <a:lnTo>
                    <a:pt x="0" y="6151"/>
                  </a:lnTo>
                  <a:lnTo>
                    <a:pt x="0" y="9127"/>
                  </a:lnTo>
                  <a:lnTo>
                    <a:pt x="2977" y="9127"/>
                  </a:lnTo>
                  <a:lnTo>
                    <a:pt x="4406" y="7699"/>
                  </a:lnTo>
                  <a:cubicBezTo>
                    <a:pt x="4612" y="7758"/>
                    <a:pt x="4823" y="7788"/>
                    <a:pt x="5034" y="7788"/>
                  </a:cubicBezTo>
                  <a:cubicBezTo>
                    <a:pt x="5579" y="7788"/>
                    <a:pt x="6120" y="7587"/>
                    <a:pt x="6549" y="7175"/>
                  </a:cubicBezTo>
                  <a:lnTo>
                    <a:pt x="7883" y="5841"/>
                  </a:lnTo>
                  <a:lnTo>
                    <a:pt x="8835" y="4769"/>
                  </a:lnTo>
                  <a:cubicBezTo>
                    <a:pt x="9121" y="4484"/>
                    <a:pt x="9145" y="4079"/>
                    <a:pt x="8907" y="3769"/>
                  </a:cubicBezTo>
                  <a:cubicBezTo>
                    <a:pt x="8773" y="3611"/>
                    <a:pt x="8584" y="3534"/>
                    <a:pt x="8389" y="3534"/>
                  </a:cubicBezTo>
                  <a:cubicBezTo>
                    <a:pt x="8202" y="3534"/>
                    <a:pt x="8011" y="3605"/>
                    <a:pt x="7859" y="3745"/>
                  </a:cubicBezTo>
                  <a:lnTo>
                    <a:pt x="8359" y="3245"/>
                  </a:lnTo>
                  <a:cubicBezTo>
                    <a:pt x="8645" y="2983"/>
                    <a:pt x="8645" y="2507"/>
                    <a:pt x="8359" y="2221"/>
                  </a:cubicBezTo>
                  <a:cubicBezTo>
                    <a:pt x="8228" y="2090"/>
                    <a:pt x="8044" y="2025"/>
                    <a:pt x="7859" y="2025"/>
                  </a:cubicBezTo>
                  <a:cubicBezTo>
                    <a:pt x="7674" y="2025"/>
                    <a:pt x="7490" y="2090"/>
                    <a:pt x="7359" y="2221"/>
                  </a:cubicBezTo>
                  <a:cubicBezTo>
                    <a:pt x="7621" y="1959"/>
                    <a:pt x="7621" y="1483"/>
                    <a:pt x="7359" y="1221"/>
                  </a:cubicBezTo>
                  <a:cubicBezTo>
                    <a:pt x="7228" y="1090"/>
                    <a:pt x="7043" y="1025"/>
                    <a:pt x="6856" y="1025"/>
                  </a:cubicBezTo>
                  <a:cubicBezTo>
                    <a:pt x="6668" y="1025"/>
                    <a:pt x="6478" y="1090"/>
                    <a:pt x="6335" y="1221"/>
                  </a:cubicBezTo>
                  <a:cubicBezTo>
                    <a:pt x="6621" y="959"/>
                    <a:pt x="6621" y="483"/>
                    <a:pt x="6335" y="197"/>
                  </a:cubicBezTo>
                  <a:cubicBezTo>
                    <a:pt x="6204" y="66"/>
                    <a:pt x="6019" y="1"/>
                    <a:pt x="5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84;p54">
              <a:extLst>
                <a:ext uri="{FF2B5EF4-FFF2-40B4-BE49-F238E27FC236}">
                  <a16:creationId xmlns:a16="http://schemas.microsoft.com/office/drawing/2014/main" id="{98EED6B9-167D-ACE4-913A-B2CF06B41F4C}"/>
                </a:ext>
              </a:extLst>
            </p:cNvPr>
            <p:cNvSpPr/>
            <p:nvPr/>
          </p:nvSpPr>
          <p:spPr>
            <a:xfrm>
              <a:off x="6580116" y="1273557"/>
              <a:ext cx="156658" cy="164655"/>
            </a:xfrm>
            <a:custGeom>
              <a:avLst/>
              <a:gdLst/>
              <a:ahLst/>
              <a:cxnLst/>
              <a:rect l="l" t="t" r="r" b="b"/>
              <a:pathLst>
                <a:path w="4978" h="4883" extrusionOk="0">
                  <a:moveTo>
                    <a:pt x="1" y="1"/>
                  </a:moveTo>
                  <a:lnTo>
                    <a:pt x="1787" y="4883"/>
                  </a:lnTo>
                  <a:lnTo>
                    <a:pt x="2644" y="4002"/>
                  </a:lnTo>
                  <a:cubicBezTo>
                    <a:pt x="2977" y="3668"/>
                    <a:pt x="3382" y="3526"/>
                    <a:pt x="3835" y="3526"/>
                  </a:cubicBezTo>
                  <a:cubicBezTo>
                    <a:pt x="3906" y="3526"/>
                    <a:pt x="4049" y="3526"/>
                    <a:pt x="4120" y="3549"/>
                  </a:cubicBezTo>
                  <a:lnTo>
                    <a:pt x="4835" y="2835"/>
                  </a:lnTo>
                  <a:cubicBezTo>
                    <a:pt x="4906" y="2787"/>
                    <a:pt x="4930" y="2740"/>
                    <a:pt x="4978" y="2716"/>
                  </a:cubicBezTo>
                  <a:lnTo>
                    <a:pt x="3954" y="1096"/>
                  </a:lnTo>
                  <a:lnTo>
                    <a:pt x="3859" y="954"/>
                  </a:lnTo>
                  <a:lnTo>
                    <a:pt x="2501" y="31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85;p54">
              <a:extLst>
                <a:ext uri="{FF2B5EF4-FFF2-40B4-BE49-F238E27FC236}">
                  <a16:creationId xmlns:a16="http://schemas.microsoft.com/office/drawing/2014/main" id="{4FDD8607-E646-8969-C808-943C2515561D}"/>
                </a:ext>
              </a:extLst>
            </p:cNvPr>
            <p:cNvSpPr/>
            <p:nvPr/>
          </p:nvSpPr>
          <p:spPr>
            <a:xfrm>
              <a:off x="6820705" y="1474326"/>
              <a:ext cx="143912" cy="210413"/>
            </a:xfrm>
            <a:custGeom>
              <a:avLst/>
              <a:gdLst/>
              <a:ahLst/>
              <a:cxnLst/>
              <a:rect l="l" t="t" r="r" b="b"/>
              <a:pathLst>
                <a:path w="4573" h="6240" extrusionOk="0">
                  <a:moveTo>
                    <a:pt x="2310" y="1"/>
                  </a:moveTo>
                  <a:lnTo>
                    <a:pt x="1881" y="524"/>
                  </a:lnTo>
                  <a:cubicBezTo>
                    <a:pt x="2310" y="1072"/>
                    <a:pt x="2286" y="1882"/>
                    <a:pt x="1762" y="2430"/>
                  </a:cubicBezTo>
                  <a:lnTo>
                    <a:pt x="0" y="4168"/>
                  </a:lnTo>
                  <a:lnTo>
                    <a:pt x="714" y="5287"/>
                  </a:lnTo>
                  <a:lnTo>
                    <a:pt x="2072" y="3073"/>
                  </a:lnTo>
                  <a:lnTo>
                    <a:pt x="4572" y="6240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86;p54">
              <a:extLst>
                <a:ext uri="{FF2B5EF4-FFF2-40B4-BE49-F238E27FC236}">
                  <a16:creationId xmlns:a16="http://schemas.microsoft.com/office/drawing/2014/main" id="{F10223D1-8A36-0DAF-A84C-958F5F142B85}"/>
                </a:ext>
              </a:extLst>
            </p:cNvPr>
            <p:cNvSpPr/>
            <p:nvPr/>
          </p:nvSpPr>
          <p:spPr>
            <a:xfrm>
              <a:off x="6874644" y="1307109"/>
              <a:ext cx="59982" cy="62045"/>
            </a:xfrm>
            <a:custGeom>
              <a:avLst/>
              <a:gdLst/>
              <a:ahLst/>
              <a:cxnLst/>
              <a:rect l="l" t="t" r="r" b="b"/>
              <a:pathLst>
                <a:path w="1906" h="1840" extrusionOk="0">
                  <a:moveTo>
                    <a:pt x="1513" y="0"/>
                  </a:moveTo>
                  <a:cubicBezTo>
                    <a:pt x="1424" y="0"/>
                    <a:pt x="1334" y="42"/>
                    <a:pt x="1263" y="125"/>
                  </a:cubicBezTo>
                  <a:lnTo>
                    <a:pt x="167" y="1221"/>
                  </a:lnTo>
                  <a:cubicBezTo>
                    <a:pt x="1" y="1364"/>
                    <a:pt x="1" y="1578"/>
                    <a:pt x="167" y="1721"/>
                  </a:cubicBezTo>
                  <a:cubicBezTo>
                    <a:pt x="215" y="1816"/>
                    <a:pt x="310" y="1840"/>
                    <a:pt x="406" y="1840"/>
                  </a:cubicBezTo>
                  <a:cubicBezTo>
                    <a:pt x="477" y="1840"/>
                    <a:pt x="572" y="1816"/>
                    <a:pt x="667" y="1721"/>
                  </a:cubicBezTo>
                  <a:lnTo>
                    <a:pt x="1763" y="625"/>
                  </a:lnTo>
                  <a:cubicBezTo>
                    <a:pt x="1906" y="482"/>
                    <a:pt x="1906" y="268"/>
                    <a:pt x="1763" y="125"/>
                  </a:cubicBezTo>
                  <a:cubicBezTo>
                    <a:pt x="1691" y="42"/>
                    <a:pt x="1602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" name="Google Shape;987;p54">
              <a:extLst>
                <a:ext uri="{FF2B5EF4-FFF2-40B4-BE49-F238E27FC236}">
                  <a16:creationId xmlns:a16="http://schemas.microsoft.com/office/drawing/2014/main" id="{FC6FB40E-E300-DCBF-3F1E-B34104C27B76}"/>
                </a:ext>
              </a:extLst>
            </p:cNvPr>
            <p:cNvSpPr/>
            <p:nvPr/>
          </p:nvSpPr>
          <p:spPr>
            <a:xfrm>
              <a:off x="6809438" y="1273490"/>
              <a:ext cx="22533" cy="78062"/>
            </a:xfrm>
            <a:custGeom>
              <a:avLst/>
              <a:gdLst/>
              <a:ahLst/>
              <a:cxnLst/>
              <a:rect l="l" t="t" r="r" b="b"/>
              <a:pathLst>
                <a:path w="716" h="2315" extrusionOk="0">
                  <a:moveTo>
                    <a:pt x="367" y="1"/>
                  </a:moveTo>
                  <a:cubicBezTo>
                    <a:pt x="356" y="1"/>
                    <a:pt x="345" y="2"/>
                    <a:pt x="334" y="3"/>
                  </a:cubicBezTo>
                  <a:cubicBezTo>
                    <a:pt x="144" y="3"/>
                    <a:pt x="1" y="193"/>
                    <a:pt x="1" y="360"/>
                  </a:cubicBezTo>
                  <a:lnTo>
                    <a:pt x="1" y="1908"/>
                  </a:lnTo>
                  <a:cubicBezTo>
                    <a:pt x="1" y="2099"/>
                    <a:pt x="120" y="2242"/>
                    <a:pt x="334" y="2313"/>
                  </a:cubicBezTo>
                  <a:cubicBezTo>
                    <a:pt x="345" y="2314"/>
                    <a:pt x="356" y="2315"/>
                    <a:pt x="367" y="2315"/>
                  </a:cubicBezTo>
                  <a:cubicBezTo>
                    <a:pt x="546" y="2315"/>
                    <a:pt x="715" y="2135"/>
                    <a:pt x="715" y="1956"/>
                  </a:cubicBezTo>
                  <a:lnTo>
                    <a:pt x="715" y="360"/>
                  </a:lnTo>
                  <a:cubicBezTo>
                    <a:pt x="715" y="181"/>
                    <a:pt x="546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" name="Google Shape;988;p54">
              <a:extLst>
                <a:ext uri="{FF2B5EF4-FFF2-40B4-BE49-F238E27FC236}">
                  <a16:creationId xmlns:a16="http://schemas.microsoft.com/office/drawing/2014/main" id="{A2B9631E-D683-0EFF-6965-ABC677104A1C}"/>
                </a:ext>
              </a:extLst>
            </p:cNvPr>
            <p:cNvSpPr/>
            <p:nvPr/>
          </p:nvSpPr>
          <p:spPr>
            <a:xfrm>
              <a:off x="6892645" y="1404458"/>
              <a:ext cx="71972" cy="24144"/>
            </a:xfrm>
            <a:custGeom>
              <a:avLst/>
              <a:gdLst/>
              <a:ahLst/>
              <a:cxnLst/>
              <a:rect l="l" t="t" r="r" b="b"/>
              <a:pathLst>
                <a:path w="2287" h="716" extrusionOk="0">
                  <a:moveTo>
                    <a:pt x="381" y="1"/>
                  </a:moveTo>
                  <a:cubicBezTo>
                    <a:pt x="167" y="1"/>
                    <a:pt x="0" y="167"/>
                    <a:pt x="24" y="382"/>
                  </a:cubicBezTo>
                  <a:cubicBezTo>
                    <a:pt x="24" y="572"/>
                    <a:pt x="215" y="715"/>
                    <a:pt x="381" y="715"/>
                  </a:cubicBezTo>
                  <a:lnTo>
                    <a:pt x="1929" y="715"/>
                  </a:lnTo>
                  <a:cubicBezTo>
                    <a:pt x="2144" y="715"/>
                    <a:pt x="2286" y="525"/>
                    <a:pt x="2286" y="310"/>
                  </a:cubicBezTo>
                  <a:cubicBezTo>
                    <a:pt x="2286" y="144"/>
                    <a:pt x="2120" y="1"/>
                    <a:pt x="1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26AE7B1-9A1E-00C8-8F98-9A58F07BC347}"/>
              </a:ext>
            </a:extLst>
          </p:cNvPr>
          <p:cNvSpPr txBox="1"/>
          <p:nvPr/>
        </p:nvSpPr>
        <p:spPr>
          <a:xfrm>
            <a:off x="1098825" y="669705"/>
            <a:ext cx="4712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Analisi dei Dati : Tendenze</a:t>
            </a:r>
          </a:p>
        </p:txBody>
      </p:sp>
    </p:spTree>
    <p:extLst>
      <p:ext uri="{BB962C8B-B14F-4D97-AF65-F5344CB8AC3E}">
        <p14:creationId xmlns:p14="http://schemas.microsoft.com/office/powerpoint/2010/main" val="1166052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DBB083A3-822B-E69A-A5B8-5BD5EE17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>
            <a:extLst>
              <a:ext uri="{FF2B5EF4-FFF2-40B4-BE49-F238E27FC236}">
                <a16:creationId xmlns:a16="http://schemas.microsoft.com/office/drawing/2014/main" id="{759B9890-12D2-B341-F01E-47CAA736D306}"/>
              </a:ext>
            </a:extLst>
          </p:cNvPr>
          <p:cNvSpPr/>
          <p:nvPr/>
        </p:nvSpPr>
        <p:spPr>
          <a:xfrm>
            <a:off x="4114400" y="1113040"/>
            <a:ext cx="915200" cy="744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4">
            <a:extLst>
              <a:ext uri="{FF2B5EF4-FFF2-40B4-BE49-F238E27FC236}">
                <a16:creationId xmlns:a16="http://schemas.microsoft.com/office/drawing/2014/main" id="{62A1B222-1289-62BC-6E95-62868C70A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8401" y="1943215"/>
            <a:ext cx="3647195" cy="1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/>
              <a:t>Casi d’uso e analisi comparativa</a:t>
            </a:r>
            <a:endParaRPr sz="3000"/>
          </a:p>
        </p:txBody>
      </p:sp>
      <p:sp>
        <p:nvSpPr>
          <p:cNvPr id="167" name="Google Shape;167;p34">
            <a:extLst>
              <a:ext uri="{FF2B5EF4-FFF2-40B4-BE49-F238E27FC236}">
                <a16:creationId xmlns:a16="http://schemas.microsoft.com/office/drawing/2014/main" id="{43807C73-B5B2-896D-DB89-8E6E39B8BA2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28348" y="1198565"/>
            <a:ext cx="1287300" cy="5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03</a:t>
            </a:r>
            <a:endParaRPr/>
          </a:p>
        </p:txBody>
      </p:sp>
      <p:pic>
        <p:nvPicPr>
          <p:cNvPr id="2" name="Google Shape;174;p35">
            <a:extLst>
              <a:ext uri="{FF2B5EF4-FFF2-40B4-BE49-F238E27FC236}">
                <a16:creationId xmlns:a16="http://schemas.microsoft.com/office/drawing/2014/main" id="{DD98752D-89CA-5554-1BE5-B73015453FC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6891454" y="2044390"/>
            <a:ext cx="2029522" cy="2904068"/>
          </a:xfrm>
          <a:prstGeom prst="rect">
            <a:avLst/>
          </a:prstGeom>
          <a:noFill/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7823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D214F26F-45B4-7F2D-EA91-72A5E66C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27797BF4-7852-FC61-7EA6-A36EF75E0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Casi d’uso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926FFAD7-7928-01F2-4EFF-D8A3720505EE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32F12176-6BA7-A55B-54B3-53DB2631A8CC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03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032CDBFD-2604-B4F5-BE87-9B9A79874C7D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5B85CE8C-8C05-0422-8927-2D8CBC8834D3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48587E34-88FB-4AE6-3F65-E2477DD1F339}"/>
              </a:ext>
            </a:extLst>
          </p:cNvPr>
          <p:cNvSpPr txBox="1">
            <a:spLocks/>
          </p:cNvSpPr>
          <p:nvPr/>
        </p:nvSpPr>
        <p:spPr>
          <a:xfrm>
            <a:off x="979520" y="907920"/>
            <a:ext cx="6972892" cy="322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742950" lvl="1" indent="-285750" algn="l">
              <a:buFont typeface="Arial" panose="020B0604020202020204" pitchFamily="34" charset="0"/>
              <a:buChar char="•"/>
            </a:pPr>
            <a:endParaRPr lang="it-IT"/>
          </a:p>
          <a:p>
            <a:pPr algn="just"/>
            <a:r>
              <a:rPr lang="it-IT"/>
              <a:t>Dopo l’analisi, passare ai </a:t>
            </a:r>
            <a:r>
              <a:rPr lang="it-IT" b="1"/>
              <a:t>casi d’uso</a:t>
            </a:r>
            <a:r>
              <a:rPr lang="it-IT"/>
              <a:t> garantisce che le funzionalità siano:</a:t>
            </a:r>
          </a:p>
          <a:p>
            <a:pPr algn="just"/>
            <a:endParaRPr lang="it-IT"/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Chiare</a:t>
            </a:r>
            <a:r>
              <a:rPr lang="it-IT"/>
              <a:t> per tutti i team coinvolti;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Strutturabili</a:t>
            </a:r>
            <a:r>
              <a:rPr lang="it-IT"/>
              <a:t> e consegnabili in modo incrementale;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Testabili</a:t>
            </a:r>
            <a:r>
              <a:rPr lang="it-IT"/>
              <a:t> in modo completo;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it-IT" b="1"/>
              <a:t>Gestibili</a:t>
            </a:r>
            <a:r>
              <a:rPr lang="it-IT"/>
              <a:t> rispetto a evoluzioni e cambiamenti futuri, grazie alla </a:t>
            </a:r>
            <a:r>
              <a:rPr lang="it-IT" b="1"/>
              <a:t>tracciabilità</a:t>
            </a:r>
            <a:r>
              <a:rPr lang="it-IT"/>
              <a:t>.</a:t>
            </a:r>
          </a:p>
          <a:p>
            <a:pPr algn="just"/>
            <a:endParaRPr lang="it-IT"/>
          </a:p>
          <a:p>
            <a:pPr algn="just"/>
            <a:endParaRPr lang="it-IT"/>
          </a:p>
          <a:p>
            <a:pPr algn="just"/>
            <a:r>
              <a:rPr lang="it-IT"/>
              <a:t>Questo </a:t>
            </a:r>
            <a:r>
              <a:rPr lang="it-IT" b="1"/>
              <a:t>approccio</a:t>
            </a:r>
            <a:r>
              <a:rPr lang="it-IT"/>
              <a:t> permette di </a:t>
            </a:r>
            <a:r>
              <a:rPr lang="it-IT" b="1"/>
              <a:t>mantenere</a:t>
            </a:r>
            <a:r>
              <a:rPr lang="it-IT"/>
              <a:t> </a:t>
            </a:r>
            <a:r>
              <a:rPr lang="it-IT" b="1"/>
              <a:t>coerenza</a:t>
            </a:r>
            <a:r>
              <a:rPr lang="it-IT"/>
              <a:t> con gli </a:t>
            </a:r>
            <a:r>
              <a:rPr lang="it-IT" b="1"/>
              <a:t>obiettivi</a:t>
            </a:r>
            <a:r>
              <a:rPr lang="it-IT"/>
              <a:t> </a:t>
            </a:r>
            <a:r>
              <a:rPr lang="it-IT" b="1"/>
              <a:t>emersi</a:t>
            </a:r>
          </a:p>
          <a:p>
            <a:pPr algn="just"/>
            <a:r>
              <a:rPr lang="it-IT" b="1"/>
              <a:t>dall’analisi</a:t>
            </a:r>
            <a:r>
              <a:rPr lang="it-IT"/>
              <a:t> degli </a:t>
            </a:r>
            <a:r>
              <a:rPr lang="it-IT" b="1"/>
              <a:t>obiettivi</a:t>
            </a:r>
            <a:r>
              <a:rPr lang="it-IT"/>
              <a:t> di </a:t>
            </a:r>
            <a:r>
              <a:rPr lang="it-IT" b="1"/>
              <a:t>empowerment</a:t>
            </a:r>
            <a:r>
              <a:rPr lang="it-IT"/>
              <a:t>, supportando un</a:t>
            </a:r>
          </a:p>
          <a:p>
            <a:pPr algn="just"/>
            <a:r>
              <a:rPr lang="it-IT"/>
              <a:t>design e sviluppo trasparente e orientato al valore.</a:t>
            </a:r>
          </a:p>
          <a:p>
            <a:pPr marL="0" indent="0"/>
            <a:endParaRPr lang="it-IT"/>
          </a:p>
          <a:p>
            <a:pPr marL="0" indent="0"/>
            <a:endParaRPr lang="it-IT"/>
          </a:p>
        </p:txBody>
      </p:sp>
      <p:grpSp>
        <p:nvGrpSpPr>
          <p:cNvPr id="5" name="Google Shape;989;p54">
            <a:extLst>
              <a:ext uri="{FF2B5EF4-FFF2-40B4-BE49-F238E27FC236}">
                <a16:creationId xmlns:a16="http://schemas.microsoft.com/office/drawing/2014/main" id="{785EB7FD-4439-4EA2-0E09-A51DDCA110DB}"/>
              </a:ext>
            </a:extLst>
          </p:cNvPr>
          <p:cNvGrpSpPr/>
          <p:nvPr/>
        </p:nvGrpSpPr>
        <p:grpSpPr>
          <a:xfrm>
            <a:off x="8611148" y="277321"/>
            <a:ext cx="360428" cy="384059"/>
            <a:chOff x="5345045" y="3799017"/>
            <a:chExt cx="385980" cy="412834"/>
          </a:xfrm>
        </p:grpSpPr>
        <p:sp>
          <p:nvSpPr>
            <p:cNvPr id="6" name="Google Shape;990;p54">
              <a:extLst>
                <a:ext uri="{FF2B5EF4-FFF2-40B4-BE49-F238E27FC236}">
                  <a16:creationId xmlns:a16="http://schemas.microsoft.com/office/drawing/2014/main" id="{75F22335-FC9F-78D9-0840-26A01ACE783F}"/>
                </a:ext>
              </a:extLst>
            </p:cNvPr>
            <p:cNvSpPr/>
            <p:nvPr/>
          </p:nvSpPr>
          <p:spPr>
            <a:xfrm>
              <a:off x="5478446" y="3799017"/>
              <a:ext cx="22501" cy="51558"/>
            </a:xfrm>
            <a:custGeom>
              <a:avLst/>
              <a:gdLst/>
              <a:ahLst/>
              <a:cxnLst/>
              <a:rect l="l" t="t" r="r" b="b"/>
              <a:pathLst>
                <a:path w="715" h="1529" extrusionOk="0">
                  <a:moveTo>
                    <a:pt x="345" y="0"/>
                  </a:moveTo>
                  <a:cubicBezTo>
                    <a:pt x="148" y="0"/>
                    <a:pt x="0" y="180"/>
                    <a:pt x="0" y="359"/>
                  </a:cubicBezTo>
                  <a:lnTo>
                    <a:pt x="0" y="1169"/>
                  </a:lnTo>
                  <a:cubicBezTo>
                    <a:pt x="0" y="1370"/>
                    <a:pt x="146" y="1529"/>
                    <a:pt x="341" y="1529"/>
                  </a:cubicBezTo>
                  <a:cubicBezTo>
                    <a:pt x="354" y="1529"/>
                    <a:pt x="368" y="1528"/>
                    <a:pt x="381" y="1526"/>
                  </a:cubicBezTo>
                  <a:cubicBezTo>
                    <a:pt x="596" y="1526"/>
                    <a:pt x="715" y="1360"/>
                    <a:pt x="715" y="1169"/>
                  </a:cubicBezTo>
                  <a:lnTo>
                    <a:pt x="715" y="359"/>
                  </a:lnTo>
                  <a:cubicBezTo>
                    <a:pt x="715" y="193"/>
                    <a:pt x="548" y="2"/>
                    <a:pt x="381" y="2"/>
                  </a:cubicBezTo>
                  <a:cubicBezTo>
                    <a:pt x="369" y="1"/>
                    <a:pt x="357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991;p54">
              <a:extLst>
                <a:ext uri="{FF2B5EF4-FFF2-40B4-BE49-F238E27FC236}">
                  <a16:creationId xmlns:a16="http://schemas.microsoft.com/office/drawing/2014/main" id="{38D05396-109A-B166-88BC-47C7DD9F1329}"/>
                </a:ext>
              </a:extLst>
            </p:cNvPr>
            <p:cNvSpPr/>
            <p:nvPr/>
          </p:nvSpPr>
          <p:spPr>
            <a:xfrm>
              <a:off x="5502426" y="4084625"/>
              <a:ext cx="63727" cy="67002"/>
            </a:xfrm>
            <a:custGeom>
              <a:avLst/>
              <a:gdLst/>
              <a:ahLst/>
              <a:cxnLst/>
              <a:rect l="l" t="t" r="r" b="b"/>
              <a:pathLst>
                <a:path w="2025" h="1987" extrusionOk="0">
                  <a:moveTo>
                    <a:pt x="1810" y="0"/>
                  </a:moveTo>
                  <a:cubicBezTo>
                    <a:pt x="1772" y="0"/>
                    <a:pt x="1731" y="11"/>
                    <a:pt x="1691" y="34"/>
                  </a:cubicBezTo>
                  <a:cubicBezTo>
                    <a:pt x="1548" y="105"/>
                    <a:pt x="1382" y="129"/>
                    <a:pt x="1215" y="129"/>
                  </a:cubicBezTo>
                  <a:lnTo>
                    <a:pt x="0" y="1367"/>
                  </a:lnTo>
                  <a:cubicBezTo>
                    <a:pt x="24" y="1415"/>
                    <a:pt x="96" y="1510"/>
                    <a:pt x="119" y="1582"/>
                  </a:cubicBezTo>
                  <a:cubicBezTo>
                    <a:pt x="334" y="1844"/>
                    <a:pt x="596" y="1987"/>
                    <a:pt x="858" y="1987"/>
                  </a:cubicBezTo>
                  <a:cubicBezTo>
                    <a:pt x="1072" y="1987"/>
                    <a:pt x="1405" y="1868"/>
                    <a:pt x="1644" y="1606"/>
                  </a:cubicBezTo>
                  <a:cubicBezTo>
                    <a:pt x="1977" y="1248"/>
                    <a:pt x="2025" y="701"/>
                    <a:pt x="2025" y="248"/>
                  </a:cubicBezTo>
                  <a:cubicBezTo>
                    <a:pt x="2025" y="104"/>
                    <a:pt x="1929" y="0"/>
                    <a:pt x="1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992;p54">
              <a:extLst>
                <a:ext uri="{FF2B5EF4-FFF2-40B4-BE49-F238E27FC236}">
                  <a16:creationId xmlns:a16="http://schemas.microsoft.com/office/drawing/2014/main" id="{D7BC6FA7-67C9-215F-A9E3-696DFC014569}"/>
                </a:ext>
              </a:extLst>
            </p:cNvPr>
            <p:cNvSpPr/>
            <p:nvPr/>
          </p:nvSpPr>
          <p:spPr>
            <a:xfrm>
              <a:off x="5459690" y="4015095"/>
              <a:ext cx="162668" cy="195947"/>
            </a:xfrm>
            <a:custGeom>
              <a:avLst/>
              <a:gdLst/>
              <a:ahLst/>
              <a:cxnLst/>
              <a:rect l="l" t="t" r="r" b="b"/>
              <a:pathLst>
                <a:path w="5169" h="5811" extrusionOk="0">
                  <a:moveTo>
                    <a:pt x="4764" y="0"/>
                  </a:moveTo>
                  <a:lnTo>
                    <a:pt x="3573" y="1191"/>
                  </a:lnTo>
                  <a:cubicBezTo>
                    <a:pt x="3835" y="1286"/>
                    <a:pt x="4002" y="1524"/>
                    <a:pt x="4073" y="1762"/>
                  </a:cubicBezTo>
                  <a:cubicBezTo>
                    <a:pt x="4168" y="2453"/>
                    <a:pt x="4168" y="3382"/>
                    <a:pt x="3573" y="4072"/>
                  </a:cubicBezTo>
                  <a:cubicBezTo>
                    <a:pt x="3144" y="4549"/>
                    <a:pt x="2597" y="4739"/>
                    <a:pt x="2216" y="4739"/>
                  </a:cubicBezTo>
                  <a:cubicBezTo>
                    <a:pt x="1739" y="4739"/>
                    <a:pt x="1263" y="4501"/>
                    <a:pt x="906" y="4049"/>
                  </a:cubicBezTo>
                  <a:cubicBezTo>
                    <a:pt x="882" y="4025"/>
                    <a:pt x="858" y="3953"/>
                    <a:pt x="834" y="3930"/>
                  </a:cubicBezTo>
                  <a:lnTo>
                    <a:pt x="1" y="4763"/>
                  </a:lnTo>
                  <a:cubicBezTo>
                    <a:pt x="96" y="4954"/>
                    <a:pt x="263" y="5120"/>
                    <a:pt x="430" y="5263"/>
                  </a:cubicBezTo>
                  <a:cubicBezTo>
                    <a:pt x="882" y="5620"/>
                    <a:pt x="1477" y="5811"/>
                    <a:pt x="2216" y="5811"/>
                  </a:cubicBezTo>
                  <a:cubicBezTo>
                    <a:pt x="3954" y="5811"/>
                    <a:pt x="5169" y="4430"/>
                    <a:pt x="5169" y="2477"/>
                  </a:cubicBezTo>
                  <a:cubicBezTo>
                    <a:pt x="5169" y="1667"/>
                    <a:pt x="4978" y="738"/>
                    <a:pt x="4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993;p54">
              <a:extLst>
                <a:ext uri="{FF2B5EF4-FFF2-40B4-BE49-F238E27FC236}">
                  <a16:creationId xmlns:a16="http://schemas.microsoft.com/office/drawing/2014/main" id="{2C51EB63-BEA2-BC83-EF52-3D625FD6E091}"/>
                </a:ext>
              </a:extLst>
            </p:cNvPr>
            <p:cNvSpPr/>
            <p:nvPr/>
          </p:nvSpPr>
          <p:spPr>
            <a:xfrm>
              <a:off x="5449966" y="3877483"/>
              <a:ext cx="71972" cy="136836"/>
            </a:xfrm>
            <a:custGeom>
              <a:avLst/>
              <a:gdLst/>
              <a:ahLst/>
              <a:cxnLst/>
              <a:rect l="l" t="t" r="r" b="b"/>
              <a:pathLst>
                <a:path w="2287" h="4058" extrusionOk="0">
                  <a:moveTo>
                    <a:pt x="1263" y="1"/>
                  </a:moveTo>
                  <a:cubicBezTo>
                    <a:pt x="1231" y="1"/>
                    <a:pt x="1199" y="4"/>
                    <a:pt x="1167" y="9"/>
                  </a:cubicBezTo>
                  <a:cubicBezTo>
                    <a:pt x="1024" y="57"/>
                    <a:pt x="929" y="176"/>
                    <a:pt x="929" y="342"/>
                  </a:cubicBezTo>
                  <a:cubicBezTo>
                    <a:pt x="834" y="1319"/>
                    <a:pt x="572" y="2200"/>
                    <a:pt x="310" y="3033"/>
                  </a:cubicBezTo>
                  <a:cubicBezTo>
                    <a:pt x="215" y="3367"/>
                    <a:pt x="96" y="3700"/>
                    <a:pt x="0" y="4057"/>
                  </a:cubicBezTo>
                  <a:lnTo>
                    <a:pt x="2287" y="1771"/>
                  </a:lnTo>
                  <a:cubicBezTo>
                    <a:pt x="2096" y="1081"/>
                    <a:pt x="1810" y="414"/>
                    <a:pt x="1548" y="128"/>
                  </a:cubicBezTo>
                  <a:cubicBezTo>
                    <a:pt x="1474" y="36"/>
                    <a:pt x="1372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94;p54">
              <a:extLst>
                <a:ext uri="{FF2B5EF4-FFF2-40B4-BE49-F238E27FC236}">
                  <a16:creationId xmlns:a16="http://schemas.microsoft.com/office/drawing/2014/main" id="{28AAEE39-6ABF-353A-1743-49A7953171D3}"/>
                </a:ext>
              </a:extLst>
            </p:cNvPr>
            <p:cNvSpPr/>
            <p:nvPr/>
          </p:nvSpPr>
          <p:spPr>
            <a:xfrm>
              <a:off x="5538396" y="3799084"/>
              <a:ext cx="192628" cy="206400"/>
            </a:xfrm>
            <a:custGeom>
              <a:avLst/>
              <a:gdLst/>
              <a:ahLst/>
              <a:cxnLst/>
              <a:rect l="l" t="t" r="r" b="b"/>
              <a:pathLst>
                <a:path w="6121" h="6121" extrusionOk="0">
                  <a:moveTo>
                    <a:pt x="1358" y="0"/>
                  </a:moveTo>
                  <a:cubicBezTo>
                    <a:pt x="1263" y="0"/>
                    <a:pt x="1191" y="48"/>
                    <a:pt x="1120" y="119"/>
                  </a:cubicBezTo>
                  <a:lnTo>
                    <a:pt x="120" y="1143"/>
                  </a:lnTo>
                  <a:cubicBezTo>
                    <a:pt x="48" y="1191"/>
                    <a:pt x="0" y="1286"/>
                    <a:pt x="0" y="1381"/>
                  </a:cubicBezTo>
                  <a:lnTo>
                    <a:pt x="0" y="2382"/>
                  </a:lnTo>
                  <a:cubicBezTo>
                    <a:pt x="0" y="2477"/>
                    <a:pt x="24" y="2572"/>
                    <a:pt x="120" y="2620"/>
                  </a:cubicBezTo>
                  <a:lnTo>
                    <a:pt x="1024" y="3548"/>
                  </a:lnTo>
                  <a:lnTo>
                    <a:pt x="524" y="4049"/>
                  </a:lnTo>
                  <a:lnTo>
                    <a:pt x="2048" y="5573"/>
                  </a:lnTo>
                  <a:lnTo>
                    <a:pt x="2549" y="5073"/>
                  </a:lnTo>
                  <a:lnTo>
                    <a:pt x="3477" y="6001"/>
                  </a:lnTo>
                  <a:cubicBezTo>
                    <a:pt x="3525" y="6049"/>
                    <a:pt x="3620" y="6120"/>
                    <a:pt x="3739" y="6120"/>
                  </a:cubicBezTo>
                  <a:lnTo>
                    <a:pt x="4763" y="6120"/>
                  </a:lnTo>
                  <a:cubicBezTo>
                    <a:pt x="4835" y="6120"/>
                    <a:pt x="4930" y="6073"/>
                    <a:pt x="5001" y="6001"/>
                  </a:cubicBezTo>
                  <a:lnTo>
                    <a:pt x="6002" y="4977"/>
                  </a:lnTo>
                  <a:cubicBezTo>
                    <a:pt x="6073" y="4930"/>
                    <a:pt x="6121" y="4834"/>
                    <a:pt x="6121" y="4739"/>
                  </a:cubicBezTo>
                  <a:lnTo>
                    <a:pt x="6121" y="3739"/>
                  </a:lnTo>
                  <a:cubicBezTo>
                    <a:pt x="6121" y="3668"/>
                    <a:pt x="6073" y="3572"/>
                    <a:pt x="6002" y="3501"/>
                  </a:cubicBezTo>
                  <a:lnTo>
                    <a:pt x="2644" y="119"/>
                  </a:lnTo>
                  <a:cubicBezTo>
                    <a:pt x="2572" y="72"/>
                    <a:pt x="2501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95;p54">
              <a:extLst>
                <a:ext uri="{FF2B5EF4-FFF2-40B4-BE49-F238E27FC236}">
                  <a16:creationId xmlns:a16="http://schemas.microsoft.com/office/drawing/2014/main" id="{CC3EA5B5-4A7D-068B-7933-F89EC44B13A3}"/>
                </a:ext>
              </a:extLst>
            </p:cNvPr>
            <p:cNvSpPr/>
            <p:nvPr/>
          </p:nvSpPr>
          <p:spPr>
            <a:xfrm>
              <a:off x="5523417" y="3954061"/>
              <a:ext cx="63727" cy="68283"/>
            </a:xfrm>
            <a:custGeom>
              <a:avLst/>
              <a:gdLst/>
              <a:ahLst/>
              <a:cxnLst/>
              <a:rect l="l" t="t" r="r" b="b"/>
              <a:pathLst>
                <a:path w="2025" h="2025" extrusionOk="0">
                  <a:moveTo>
                    <a:pt x="500" y="0"/>
                  </a:moveTo>
                  <a:lnTo>
                    <a:pt x="0" y="500"/>
                  </a:lnTo>
                  <a:lnTo>
                    <a:pt x="1500" y="2025"/>
                  </a:lnTo>
                  <a:lnTo>
                    <a:pt x="2024" y="1524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96;p54">
              <a:extLst>
                <a:ext uri="{FF2B5EF4-FFF2-40B4-BE49-F238E27FC236}">
                  <a16:creationId xmlns:a16="http://schemas.microsoft.com/office/drawing/2014/main" id="{C80B412A-F22B-270C-9DDD-FE38EF40E53F}"/>
                </a:ext>
              </a:extLst>
            </p:cNvPr>
            <p:cNvSpPr/>
            <p:nvPr/>
          </p:nvSpPr>
          <p:spPr>
            <a:xfrm>
              <a:off x="5345045" y="3987781"/>
              <a:ext cx="209873" cy="224069"/>
            </a:xfrm>
            <a:custGeom>
              <a:avLst/>
              <a:gdLst/>
              <a:ahLst/>
              <a:cxnLst/>
              <a:rect l="l" t="t" r="r" b="b"/>
              <a:pathLst>
                <a:path w="6669" h="6645" extrusionOk="0">
                  <a:moveTo>
                    <a:pt x="5144" y="1"/>
                  </a:moveTo>
                  <a:lnTo>
                    <a:pt x="358" y="4811"/>
                  </a:lnTo>
                  <a:cubicBezTo>
                    <a:pt x="167" y="4978"/>
                    <a:pt x="72" y="5216"/>
                    <a:pt x="24" y="5478"/>
                  </a:cubicBezTo>
                  <a:cubicBezTo>
                    <a:pt x="0" y="5811"/>
                    <a:pt x="119" y="6121"/>
                    <a:pt x="334" y="6311"/>
                  </a:cubicBezTo>
                  <a:cubicBezTo>
                    <a:pt x="524" y="6526"/>
                    <a:pt x="810" y="6645"/>
                    <a:pt x="1096" y="6645"/>
                  </a:cubicBezTo>
                  <a:cubicBezTo>
                    <a:pt x="1358" y="6645"/>
                    <a:pt x="1644" y="6526"/>
                    <a:pt x="1882" y="6311"/>
                  </a:cubicBezTo>
                  <a:lnTo>
                    <a:pt x="6668" y="1525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2618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67463FC-B77C-C55D-F909-32A4718F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C271BB80-6E2F-ECBD-A315-D1F65847FC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18933" y="907867"/>
            <a:ext cx="4494637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/>
              <a:t>Sintesi concisa dei </a:t>
            </a:r>
            <a:r>
              <a:rPr lang="it-IT" b="1"/>
              <a:t>casi d'uso </a:t>
            </a:r>
            <a:r>
              <a:rPr lang="it-IT"/>
              <a:t>del sistema</a:t>
            </a:r>
            <a:endParaRPr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B8CB1FF7-03E6-B76A-6C33-AA181DDD46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Casi d’uso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30245B62-9D35-CF5A-7694-94BE26C35FCD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AF4D0485-A4A7-AD0D-CA39-7EBDADF52A35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03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5EF396BF-792D-72CB-9DF8-E20C32D46814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CECCA771-5039-71F8-04C9-E4237C37F8BD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DCD0FD83-709D-06BA-5AC1-A58D5CBA7F1A}"/>
              </a:ext>
            </a:extLst>
          </p:cNvPr>
          <p:cNvSpPr txBox="1">
            <a:spLocks/>
          </p:cNvSpPr>
          <p:nvPr/>
        </p:nvSpPr>
        <p:spPr>
          <a:xfrm>
            <a:off x="947948" y="1522873"/>
            <a:ext cx="6016188" cy="2955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/>
              <a:t>UC01 (T1-T2): </a:t>
            </a:r>
            <a:r>
              <a:rPr lang="it-IT"/>
              <a:t>Avvio </a:t>
            </a:r>
            <a:r>
              <a:rPr lang="it-IT" b="1"/>
              <a:t>Conversazione </a:t>
            </a:r>
            <a:r>
              <a:rPr lang="it-IT"/>
              <a:t>con un </a:t>
            </a:r>
            <a:r>
              <a:rPr lang="it-IT" b="1"/>
              <a:t>Personaggio Storico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/>
              <a:t>Permette agli </a:t>
            </a:r>
            <a:r>
              <a:rPr lang="it-IT" b="1"/>
              <a:t>studenti</a:t>
            </a:r>
            <a:r>
              <a:rPr lang="it-IT"/>
              <a:t> di selezionare un periodo storico e iniziare una </a:t>
            </a:r>
            <a:r>
              <a:rPr lang="it-IT" b="1"/>
              <a:t>conversazione con un personaggio storico</a:t>
            </a:r>
            <a:r>
              <a:rPr lang="it-IT"/>
              <a:t> virtuale.	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/>
              <a:t>UC02 (T3): Conversazione</a:t>
            </a:r>
            <a:r>
              <a:rPr lang="it-IT"/>
              <a:t> con il </a:t>
            </a:r>
            <a:r>
              <a:rPr lang="it-IT" b="1"/>
              <a:t>Personaggio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/>
              <a:t>Gestisce l'</a:t>
            </a:r>
            <a:r>
              <a:rPr lang="it-IT" b="1"/>
              <a:t>interazione (vocale o testuale)</a:t>
            </a:r>
            <a:r>
              <a:rPr lang="it-IT"/>
              <a:t> tra lo </a:t>
            </a:r>
            <a:r>
              <a:rPr lang="it-IT" b="1"/>
              <a:t>studente</a:t>
            </a:r>
            <a:r>
              <a:rPr lang="it-IT"/>
              <a:t> e il personaggio storico, con il personaggio che risponde vocalmente e tramite trascrizione.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it-IT"/>
          </a:p>
          <a:p>
            <a:pPr marL="0" indent="0"/>
            <a:endParaRPr lang="it-IT"/>
          </a:p>
          <a:p>
            <a:pPr marL="0" indent="0"/>
            <a:endParaRPr lang="it-IT"/>
          </a:p>
        </p:txBody>
      </p:sp>
      <p:grpSp>
        <p:nvGrpSpPr>
          <p:cNvPr id="5" name="Google Shape;989;p54">
            <a:extLst>
              <a:ext uri="{FF2B5EF4-FFF2-40B4-BE49-F238E27FC236}">
                <a16:creationId xmlns:a16="http://schemas.microsoft.com/office/drawing/2014/main" id="{EDE93D34-F122-B0E7-9249-14063630F6DB}"/>
              </a:ext>
            </a:extLst>
          </p:cNvPr>
          <p:cNvGrpSpPr/>
          <p:nvPr/>
        </p:nvGrpSpPr>
        <p:grpSpPr>
          <a:xfrm>
            <a:off x="8611148" y="277321"/>
            <a:ext cx="360428" cy="384059"/>
            <a:chOff x="5345045" y="3799017"/>
            <a:chExt cx="385980" cy="412834"/>
          </a:xfrm>
        </p:grpSpPr>
        <p:sp>
          <p:nvSpPr>
            <p:cNvPr id="6" name="Google Shape;990;p54">
              <a:extLst>
                <a:ext uri="{FF2B5EF4-FFF2-40B4-BE49-F238E27FC236}">
                  <a16:creationId xmlns:a16="http://schemas.microsoft.com/office/drawing/2014/main" id="{DD8E7863-684E-940E-C5CB-0CA7BA51C1C8}"/>
                </a:ext>
              </a:extLst>
            </p:cNvPr>
            <p:cNvSpPr/>
            <p:nvPr/>
          </p:nvSpPr>
          <p:spPr>
            <a:xfrm>
              <a:off x="5478446" y="3799017"/>
              <a:ext cx="22501" cy="51558"/>
            </a:xfrm>
            <a:custGeom>
              <a:avLst/>
              <a:gdLst/>
              <a:ahLst/>
              <a:cxnLst/>
              <a:rect l="l" t="t" r="r" b="b"/>
              <a:pathLst>
                <a:path w="715" h="1529" extrusionOk="0">
                  <a:moveTo>
                    <a:pt x="345" y="0"/>
                  </a:moveTo>
                  <a:cubicBezTo>
                    <a:pt x="148" y="0"/>
                    <a:pt x="0" y="180"/>
                    <a:pt x="0" y="359"/>
                  </a:cubicBezTo>
                  <a:lnTo>
                    <a:pt x="0" y="1169"/>
                  </a:lnTo>
                  <a:cubicBezTo>
                    <a:pt x="0" y="1370"/>
                    <a:pt x="146" y="1529"/>
                    <a:pt x="341" y="1529"/>
                  </a:cubicBezTo>
                  <a:cubicBezTo>
                    <a:pt x="354" y="1529"/>
                    <a:pt x="368" y="1528"/>
                    <a:pt x="381" y="1526"/>
                  </a:cubicBezTo>
                  <a:cubicBezTo>
                    <a:pt x="596" y="1526"/>
                    <a:pt x="715" y="1360"/>
                    <a:pt x="715" y="1169"/>
                  </a:cubicBezTo>
                  <a:lnTo>
                    <a:pt x="715" y="359"/>
                  </a:lnTo>
                  <a:cubicBezTo>
                    <a:pt x="715" y="193"/>
                    <a:pt x="548" y="2"/>
                    <a:pt x="381" y="2"/>
                  </a:cubicBezTo>
                  <a:cubicBezTo>
                    <a:pt x="369" y="1"/>
                    <a:pt x="357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991;p54">
              <a:extLst>
                <a:ext uri="{FF2B5EF4-FFF2-40B4-BE49-F238E27FC236}">
                  <a16:creationId xmlns:a16="http://schemas.microsoft.com/office/drawing/2014/main" id="{3A5B4789-8B80-112C-90E0-73158E241FAF}"/>
                </a:ext>
              </a:extLst>
            </p:cNvPr>
            <p:cNvSpPr/>
            <p:nvPr/>
          </p:nvSpPr>
          <p:spPr>
            <a:xfrm>
              <a:off x="5502426" y="4084625"/>
              <a:ext cx="63727" cy="67002"/>
            </a:xfrm>
            <a:custGeom>
              <a:avLst/>
              <a:gdLst/>
              <a:ahLst/>
              <a:cxnLst/>
              <a:rect l="l" t="t" r="r" b="b"/>
              <a:pathLst>
                <a:path w="2025" h="1987" extrusionOk="0">
                  <a:moveTo>
                    <a:pt x="1810" y="0"/>
                  </a:moveTo>
                  <a:cubicBezTo>
                    <a:pt x="1772" y="0"/>
                    <a:pt x="1731" y="11"/>
                    <a:pt x="1691" y="34"/>
                  </a:cubicBezTo>
                  <a:cubicBezTo>
                    <a:pt x="1548" y="105"/>
                    <a:pt x="1382" y="129"/>
                    <a:pt x="1215" y="129"/>
                  </a:cubicBezTo>
                  <a:lnTo>
                    <a:pt x="0" y="1367"/>
                  </a:lnTo>
                  <a:cubicBezTo>
                    <a:pt x="24" y="1415"/>
                    <a:pt x="96" y="1510"/>
                    <a:pt x="119" y="1582"/>
                  </a:cubicBezTo>
                  <a:cubicBezTo>
                    <a:pt x="334" y="1844"/>
                    <a:pt x="596" y="1987"/>
                    <a:pt x="858" y="1987"/>
                  </a:cubicBezTo>
                  <a:cubicBezTo>
                    <a:pt x="1072" y="1987"/>
                    <a:pt x="1405" y="1868"/>
                    <a:pt x="1644" y="1606"/>
                  </a:cubicBezTo>
                  <a:cubicBezTo>
                    <a:pt x="1977" y="1248"/>
                    <a:pt x="2025" y="701"/>
                    <a:pt x="2025" y="248"/>
                  </a:cubicBezTo>
                  <a:cubicBezTo>
                    <a:pt x="2025" y="104"/>
                    <a:pt x="1929" y="0"/>
                    <a:pt x="1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992;p54">
              <a:extLst>
                <a:ext uri="{FF2B5EF4-FFF2-40B4-BE49-F238E27FC236}">
                  <a16:creationId xmlns:a16="http://schemas.microsoft.com/office/drawing/2014/main" id="{E63E137D-714A-81B9-9F1D-80DA855BA01D}"/>
                </a:ext>
              </a:extLst>
            </p:cNvPr>
            <p:cNvSpPr/>
            <p:nvPr/>
          </p:nvSpPr>
          <p:spPr>
            <a:xfrm>
              <a:off x="5459690" y="4015095"/>
              <a:ext cx="162668" cy="195947"/>
            </a:xfrm>
            <a:custGeom>
              <a:avLst/>
              <a:gdLst/>
              <a:ahLst/>
              <a:cxnLst/>
              <a:rect l="l" t="t" r="r" b="b"/>
              <a:pathLst>
                <a:path w="5169" h="5811" extrusionOk="0">
                  <a:moveTo>
                    <a:pt x="4764" y="0"/>
                  </a:moveTo>
                  <a:lnTo>
                    <a:pt x="3573" y="1191"/>
                  </a:lnTo>
                  <a:cubicBezTo>
                    <a:pt x="3835" y="1286"/>
                    <a:pt x="4002" y="1524"/>
                    <a:pt x="4073" y="1762"/>
                  </a:cubicBezTo>
                  <a:cubicBezTo>
                    <a:pt x="4168" y="2453"/>
                    <a:pt x="4168" y="3382"/>
                    <a:pt x="3573" y="4072"/>
                  </a:cubicBezTo>
                  <a:cubicBezTo>
                    <a:pt x="3144" y="4549"/>
                    <a:pt x="2597" y="4739"/>
                    <a:pt x="2216" y="4739"/>
                  </a:cubicBezTo>
                  <a:cubicBezTo>
                    <a:pt x="1739" y="4739"/>
                    <a:pt x="1263" y="4501"/>
                    <a:pt x="906" y="4049"/>
                  </a:cubicBezTo>
                  <a:cubicBezTo>
                    <a:pt x="882" y="4025"/>
                    <a:pt x="858" y="3953"/>
                    <a:pt x="834" y="3930"/>
                  </a:cubicBezTo>
                  <a:lnTo>
                    <a:pt x="1" y="4763"/>
                  </a:lnTo>
                  <a:cubicBezTo>
                    <a:pt x="96" y="4954"/>
                    <a:pt x="263" y="5120"/>
                    <a:pt x="430" y="5263"/>
                  </a:cubicBezTo>
                  <a:cubicBezTo>
                    <a:pt x="882" y="5620"/>
                    <a:pt x="1477" y="5811"/>
                    <a:pt x="2216" y="5811"/>
                  </a:cubicBezTo>
                  <a:cubicBezTo>
                    <a:pt x="3954" y="5811"/>
                    <a:pt x="5169" y="4430"/>
                    <a:pt x="5169" y="2477"/>
                  </a:cubicBezTo>
                  <a:cubicBezTo>
                    <a:pt x="5169" y="1667"/>
                    <a:pt x="4978" y="738"/>
                    <a:pt x="4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993;p54">
              <a:extLst>
                <a:ext uri="{FF2B5EF4-FFF2-40B4-BE49-F238E27FC236}">
                  <a16:creationId xmlns:a16="http://schemas.microsoft.com/office/drawing/2014/main" id="{BA842B82-8F1C-80D8-0D6B-53C2D3AE1A9E}"/>
                </a:ext>
              </a:extLst>
            </p:cNvPr>
            <p:cNvSpPr/>
            <p:nvPr/>
          </p:nvSpPr>
          <p:spPr>
            <a:xfrm>
              <a:off x="5449966" y="3877483"/>
              <a:ext cx="71972" cy="136836"/>
            </a:xfrm>
            <a:custGeom>
              <a:avLst/>
              <a:gdLst/>
              <a:ahLst/>
              <a:cxnLst/>
              <a:rect l="l" t="t" r="r" b="b"/>
              <a:pathLst>
                <a:path w="2287" h="4058" extrusionOk="0">
                  <a:moveTo>
                    <a:pt x="1263" y="1"/>
                  </a:moveTo>
                  <a:cubicBezTo>
                    <a:pt x="1231" y="1"/>
                    <a:pt x="1199" y="4"/>
                    <a:pt x="1167" y="9"/>
                  </a:cubicBezTo>
                  <a:cubicBezTo>
                    <a:pt x="1024" y="57"/>
                    <a:pt x="929" y="176"/>
                    <a:pt x="929" y="342"/>
                  </a:cubicBezTo>
                  <a:cubicBezTo>
                    <a:pt x="834" y="1319"/>
                    <a:pt x="572" y="2200"/>
                    <a:pt x="310" y="3033"/>
                  </a:cubicBezTo>
                  <a:cubicBezTo>
                    <a:pt x="215" y="3367"/>
                    <a:pt x="96" y="3700"/>
                    <a:pt x="0" y="4057"/>
                  </a:cubicBezTo>
                  <a:lnTo>
                    <a:pt x="2287" y="1771"/>
                  </a:lnTo>
                  <a:cubicBezTo>
                    <a:pt x="2096" y="1081"/>
                    <a:pt x="1810" y="414"/>
                    <a:pt x="1548" y="128"/>
                  </a:cubicBezTo>
                  <a:cubicBezTo>
                    <a:pt x="1474" y="36"/>
                    <a:pt x="1372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94;p54">
              <a:extLst>
                <a:ext uri="{FF2B5EF4-FFF2-40B4-BE49-F238E27FC236}">
                  <a16:creationId xmlns:a16="http://schemas.microsoft.com/office/drawing/2014/main" id="{476E3D92-82E7-652E-210C-F0FC20173D8B}"/>
                </a:ext>
              </a:extLst>
            </p:cNvPr>
            <p:cNvSpPr/>
            <p:nvPr/>
          </p:nvSpPr>
          <p:spPr>
            <a:xfrm>
              <a:off x="5538396" y="3799084"/>
              <a:ext cx="192628" cy="206400"/>
            </a:xfrm>
            <a:custGeom>
              <a:avLst/>
              <a:gdLst/>
              <a:ahLst/>
              <a:cxnLst/>
              <a:rect l="l" t="t" r="r" b="b"/>
              <a:pathLst>
                <a:path w="6121" h="6121" extrusionOk="0">
                  <a:moveTo>
                    <a:pt x="1358" y="0"/>
                  </a:moveTo>
                  <a:cubicBezTo>
                    <a:pt x="1263" y="0"/>
                    <a:pt x="1191" y="48"/>
                    <a:pt x="1120" y="119"/>
                  </a:cubicBezTo>
                  <a:lnTo>
                    <a:pt x="120" y="1143"/>
                  </a:lnTo>
                  <a:cubicBezTo>
                    <a:pt x="48" y="1191"/>
                    <a:pt x="0" y="1286"/>
                    <a:pt x="0" y="1381"/>
                  </a:cubicBezTo>
                  <a:lnTo>
                    <a:pt x="0" y="2382"/>
                  </a:lnTo>
                  <a:cubicBezTo>
                    <a:pt x="0" y="2477"/>
                    <a:pt x="24" y="2572"/>
                    <a:pt x="120" y="2620"/>
                  </a:cubicBezTo>
                  <a:lnTo>
                    <a:pt x="1024" y="3548"/>
                  </a:lnTo>
                  <a:lnTo>
                    <a:pt x="524" y="4049"/>
                  </a:lnTo>
                  <a:lnTo>
                    <a:pt x="2048" y="5573"/>
                  </a:lnTo>
                  <a:lnTo>
                    <a:pt x="2549" y="5073"/>
                  </a:lnTo>
                  <a:lnTo>
                    <a:pt x="3477" y="6001"/>
                  </a:lnTo>
                  <a:cubicBezTo>
                    <a:pt x="3525" y="6049"/>
                    <a:pt x="3620" y="6120"/>
                    <a:pt x="3739" y="6120"/>
                  </a:cubicBezTo>
                  <a:lnTo>
                    <a:pt x="4763" y="6120"/>
                  </a:lnTo>
                  <a:cubicBezTo>
                    <a:pt x="4835" y="6120"/>
                    <a:pt x="4930" y="6073"/>
                    <a:pt x="5001" y="6001"/>
                  </a:cubicBezTo>
                  <a:lnTo>
                    <a:pt x="6002" y="4977"/>
                  </a:lnTo>
                  <a:cubicBezTo>
                    <a:pt x="6073" y="4930"/>
                    <a:pt x="6121" y="4834"/>
                    <a:pt x="6121" y="4739"/>
                  </a:cubicBezTo>
                  <a:lnTo>
                    <a:pt x="6121" y="3739"/>
                  </a:lnTo>
                  <a:cubicBezTo>
                    <a:pt x="6121" y="3668"/>
                    <a:pt x="6073" y="3572"/>
                    <a:pt x="6002" y="3501"/>
                  </a:cubicBezTo>
                  <a:lnTo>
                    <a:pt x="2644" y="119"/>
                  </a:lnTo>
                  <a:cubicBezTo>
                    <a:pt x="2572" y="72"/>
                    <a:pt x="2501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95;p54">
              <a:extLst>
                <a:ext uri="{FF2B5EF4-FFF2-40B4-BE49-F238E27FC236}">
                  <a16:creationId xmlns:a16="http://schemas.microsoft.com/office/drawing/2014/main" id="{176182D5-5AA0-2A82-17A8-EC883D1FBB21}"/>
                </a:ext>
              </a:extLst>
            </p:cNvPr>
            <p:cNvSpPr/>
            <p:nvPr/>
          </p:nvSpPr>
          <p:spPr>
            <a:xfrm>
              <a:off x="5523417" y="3954061"/>
              <a:ext cx="63727" cy="68283"/>
            </a:xfrm>
            <a:custGeom>
              <a:avLst/>
              <a:gdLst/>
              <a:ahLst/>
              <a:cxnLst/>
              <a:rect l="l" t="t" r="r" b="b"/>
              <a:pathLst>
                <a:path w="2025" h="2025" extrusionOk="0">
                  <a:moveTo>
                    <a:pt x="500" y="0"/>
                  </a:moveTo>
                  <a:lnTo>
                    <a:pt x="0" y="500"/>
                  </a:lnTo>
                  <a:lnTo>
                    <a:pt x="1500" y="2025"/>
                  </a:lnTo>
                  <a:lnTo>
                    <a:pt x="2024" y="1524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96;p54">
              <a:extLst>
                <a:ext uri="{FF2B5EF4-FFF2-40B4-BE49-F238E27FC236}">
                  <a16:creationId xmlns:a16="http://schemas.microsoft.com/office/drawing/2014/main" id="{B0FC04AC-FF49-41E2-5891-F43ADF9D720C}"/>
                </a:ext>
              </a:extLst>
            </p:cNvPr>
            <p:cNvSpPr/>
            <p:nvPr/>
          </p:nvSpPr>
          <p:spPr>
            <a:xfrm>
              <a:off x="5345045" y="3987781"/>
              <a:ext cx="209873" cy="224069"/>
            </a:xfrm>
            <a:custGeom>
              <a:avLst/>
              <a:gdLst/>
              <a:ahLst/>
              <a:cxnLst/>
              <a:rect l="l" t="t" r="r" b="b"/>
              <a:pathLst>
                <a:path w="6669" h="6645" extrusionOk="0">
                  <a:moveTo>
                    <a:pt x="5144" y="1"/>
                  </a:moveTo>
                  <a:lnTo>
                    <a:pt x="358" y="4811"/>
                  </a:lnTo>
                  <a:cubicBezTo>
                    <a:pt x="167" y="4978"/>
                    <a:pt x="72" y="5216"/>
                    <a:pt x="24" y="5478"/>
                  </a:cubicBezTo>
                  <a:cubicBezTo>
                    <a:pt x="0" y="5811"/>
                    <a:pt x="119" y="6121"/>
                    <a:pt x="334" y="6311"/>
                  </a:cubicBezTo>
                  <a:cubicBezTo>
                    <a:pt x="524" y="6526"/>
                    <a:pt x="810" y="6645"/>
                    <a:pt x="1096" y="6645"/>
                  </a:cubicBezTo>
                  <a:cubicBezTo>
                    <a:pt x="1358" y="6645"/>
                    <a:pt x="1644" y="6526"/>
                    <a:pt x="1882" y="6311"/>
                  </a:cubicBezTo>
                  <a:lnTo>
                    <a:pt x="6668" y="1525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6309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09DD54F9-EC87-24C2-7EBB-9105C564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6F615176-1AE2-B685-0530-87914F414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Casi d’uso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70EA09C3-22EE-4473-B5EE-8146A2D4A2E5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E624CED6-B322-CAFF-9B36-073EDF5E4FB7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03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8A534E65-3915-5EA4-A34D-3E55E379804A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A75F9804-CE6B-59BB-BF66-8BCDDA48D8D8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8E0A4839-C6CB-35F3-8DD4-3A90903E6FFE}"/>
              </a:ext>
            </a:extLst>
          </p:cNvPr>
          <p:cNvSpPr txBox="1">
            <a:spLocks/>
          </p:cNvSpPr>
          <p:nvPr/>
        </p:nvSpPr>
        <p:spPr>
          <a:xfrm>
            <a:off x="947948" y="1298321"/>
            <a:ext cx="6016188" cy="2955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742950" lvl="1" indent="-285750" algn="l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/>
              <a:t>UC03 (T8): Visualizzare</a:t>
            </a:r>
            <a:r>
              <a:rPr lang="it-IT"/>
              <a:t> le </a:t>
            </a:r>
            <a:r>
              <a:rPr lang="it-IT" b="1"/>
              <a:t>domande</a:t>
            </a:r>
            <a:r>
              <a:rPr lang="it-IT"/>
              <a:t> Assegnate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/>
              <a:t>Consente agli </a:t>
            </a:r>
            <a:r>
              <a:rPr lang="it-IT" b="1"/>
              <a:t>studenti</a:t>
            </a:r>
            <a:r>
              <a:rPr lang="it-IT"/>
              <a:t> di </a:t>
            </a:r>
            <a:r>
              <a:rPr lang="it-IT" b="1"/>
              <a:t>accedere</a:t>
            </a:r>
            <a:r>
              <a:rPr lang="it-IT"/>
              <a:t> a un elenco di </a:t>
            </a:r>
            <a:r>
              <a:rPr lang="it-IT" b="1"/>
              <a:t>domande </a:t>
            </a:r>
            <a:r>
              <a:rPr lang="it-IT" err="1"/>
              <a:t>pre</a:t>
            </a:r>
            <a:r>
              <a:rPr lang="it-IT"/>
              <a:t>-assegnate e </a:t>
            </a:r>
            <a:r>
              <a:rPr lang="it-IT" b="1"/>
              <a:t>avviare</a:t>
            </a:r>
            <a:r>
              <a:rPr lang="it-IT"/>
              <a:t> automaticamente una </a:t>
            </a:r>
            <a:r>
              <a:rPr lang="it-IT" b="1"/>
              <a:t>conversazione</a:t>
            </a:r>
            <a:r>
              <a:rPr lang="it-IT"/>
              <a:t> per </a:t>
            </a:r>
            <a:r>
              <a:rPr lang="it-IT" b="1"/>
              <a:t>ricevere</a:t>
            </a:r>
            <a:r>
              <a:rPr lang="it-IT"/>
              <a:t> la </a:t>
            </a:r>
            <a:r>
              <a:rPr lang="it-IT" b="1"/>
              <a:t>risposta</a:t>
            </a:r>
            <a:r>
              <a:rPr lang="it-IT"/>
              <a:t> dal personaggio storico.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/>
              <a:t>UC04 (T9): Creazione</a:t>
            </a:r>
            <a:r>
              <a:rPr lang="it-IT"/>
              <a:t> della </a:t>
            </a:r>
            <a:r>
              <a:rPr lang="it-IT" b="1"/>
              <a:t>Classe Virtuale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it-IT" b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it-IT"/>
              <a:t>Permette agli </a:t>
            </a:r>
            <a:r>
              <a:rPr lang="it-IT" b="1"/>
              <a:t>insegnanti</a:t>
            </a:r>
            <a:r>
              <a:rPr lang="it-IT"/>
              <a:t> di creare e configurare classi virtuali, generando un codice univoco per l'iscrizione degli studenti.</a:t>
            </a:r>
          </a:p>
          <a:p>
            <a:pPr marL="0" indent="0"/>
            <a:endParaRPr lang="it-IT"/>
          </a:p>
          <a:p>
            <a:pPr marL="0" indent="0"/>
            <a:endParaRPr lang="it-IT"/>
          </a:p>
        </p:txBody>
      </p:sp>
      <p:sp>
        <p:nvSpPr>
          <p:cNvPr id="7" name="Google Shape;172;p35">
            <a:extLst>
              <a:ext uri="{FF2B5EF4-FFF2-40B4-BE49-F238E27FC236}">
                <a16:creationId xmlns:a16="http://schemas.microsoft.com/office/drawing/2014/main" id="{27D850FE-B892-26FE-30D7-B66806BD4238}"/>
              </a:ext>
            </a:extLst>
          </p:cNvPr>
          <p:cNvSpPr txBox="1">
            <a:spLocks/>
          </p:cNvSpPr>
          <p:nvPr/>
        </p:nvSpPr>
        <p:spPr>
          <a:xfrm>
            <a:off x="1118933" y="907867"/>
            <a:ext cx="4494637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/>
              <a:t>Sintesi concisa dei </a:t>
            </a:r>
            <a:r>
              <a:rPr lang="it-IT" b="1"/>
              <a:t>casi d'uso </a:t>
            </a:r>
            <a:r>
              <a:rPr lang="it-IT"/>
              <a:t>del sistema</a:t>
            </a:r>
          </a:p>
        </p:txBody>
      </p:sp>
      <p:grpSp>
        <p:nvGrpSpPr>
          <p:cNvPr id="8" name="Google Shape;989;p54">
            <a:extLst>
              <a:ext uri="{FF2B5EF4-FFF2-40B4-BE49-F238E27FC236}">
                <a16:creationId xmlns:a16="http://schemas.microsoft.com/office/drawing/2014/main" id="{65CAD0EC-3BA6-2788-947A-766A5CA29FEE}"/>
              </a:ext>
            </a:extLst>
          </p:cNvPr>
          <p:cNvGrpSpPr/>
          <p:nvPr/>
        </p:nvGrpSpPr>
        <p:grpSpPr>
          <a:xfrm>
            <a:off x="8611148" y="277321"/>
            <a:ext cx="360428" cy="384059"/>
            <a:chOff x="5345045" y="3799017"/>
            <a:chExt cx="385980" cy="412834"/>
          </a:xfrm>
        </p:grpSpPr>
        <p:sp>
          <p:nvSpPr>
            <p:cNvPr id="10" name="Google Shape;990;p54">
              <a:extLst>
                <a:ext uri="{FF2B5EF4-FFF2-40B4-BE49-F238E27FC236}">
                  <a16:creationId xmlns:a16="http://schemas.microsoft.com/office/drawing/2014/main" id="{CA59A9D3-2150-F728-310C-2FCC88E07BF0}"/>
                </a:ext>
              </a:extLst>
            </p:cNvPr>
            <p:cNvSpPr/>
            <p:nvPr/>
          </p:nvSpPr>
          <p:spPr>
            <a:xfrm>
              <a:off x="5478446" y="3799017"/>
              <a:ext cx="22501" cy="51558"/>
            </a:xfrm>
            <a:custGeom>
              <a:avLst/>
              <a:gdLst/>
              <a:ahLst/>
              <a:cxnLst/>
              <a:rect l="l" t="t" r="r" b="b"/>
              <a:pathLst>
                <a:path w="715" h="1529" extrusionOk="0">
                  <a:moveTo>
                    <a:pt x="345" y="0"/>
                  </a:moveTo>
                  <a:cubicBezTo>
                    <a:pt x="148" y="0"/>
                    <a:pt x="0" y="180"/>
                    <a:pt x="0" y="359"/>
                  </a:cubicBezTo>
                  <a:lnTo>
                    <a:pt x="0" y="1169"/>
                  </a:lnTo>
                  <a:cubicBezTo>
                    <a:pt x="0" y="1370"/>
                    <a:pt x="146" y="1529"/>
                    <a:pt x="341" y="1529"/>
                  </a:cubicBezTo>
                  <a:cubicBezTo>
                    <a:pt x="354" y="1529"/>
                    <a:pt x="368" y="1528"/>
                    <a:pt x="381" y="1526"/>
                  </a:cubicBezTo>
                  <a:cubicBezTo>
                    <a:pt x="596" y="1526"/>
                    <a:pt x="715" y="1360"/>
                    <a:pt x="715" y="1169"/>
                  </a:cubicBezTo>
                  <a:lnTo>
                    <a:pt x="715" y="359"/>
                  </a:lnTo>
                  <a:cubicBezTo>
                    <a:pt x="715" y="193"/>
                    <a:pt x="548" y="2"/>
                    <a:pt x="381" y="2"/>
                  </a:cubicBezTo>
                  <a:cubicBezTo>
                    <a:pt x="369" y="1"/>
                    <a:pt x="357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91;p54">
              <a:extLst>
                <a:ext uri="{FF2B5EF4-FFF2-40B4-BE49-F238E27FC236}">
                  <a16:creationId xmlns:a16="http://schemas.microsoft.com/office/drawing/2014/main" id="{55ADD4E2-2429-77B3-FA81-61711C919150}"/>
                </a:ext>
              </a:extLst>
            </p:cNvPr>
            <p:cNvSpPr/>
            <p:nvPr/>
          </p:nvSpPr>
          <p:spPr>
            <a:xfrm>
              <a:off x="5502426" y="4084625"/>
              <a:ext cx="63727" cy="67002"/>
            </a:xfrm>
            <a:custGeom>
              <a:avLst/>
              <a:gdLst/>
              <a:ahLst/>
              <a:cxnLst/>
              <a:rect l="l" t="t" r="r" b="b"/>
              <a:pathLst>
                <a:path w="2025" h="1987" extrusionOk="0">
                  <a:moveTo>
                    <a:pt x="1810" y="0"/>
                  </a:moveTo>
                  <a:cubicBezTo>
                    <a:pt x="1772" y="0"/>
                    <a:pt x="1731" y="11"/>
                    <a:pt x="1691" y="34"/>
                  </a:cubicBezTo>
                  <a:cubicBezTo>
                    <a:pt x="1548" y="105"/>
                    <a:pt x="1382" y="129"/>
                    <a:pt x="1215" y="129"/>
                  </a:cubicBezTo>
                  <a:lnTo>
                    <a:pt x="0" y="1367"/>
                  </a:lnTo>
                  <a:cubicBezTo>
                    <a:pt x="24" y="1415"/>
                    <a:pt x="96" y="1510"/>
                    <a:pt x="119" y="1582"/>
                  </a:cubicBezTo>
                  <a:cubicBezTo>
                    <a:pt x="334" y="1844"/>
                    <a:pt x="596" y="1987"/>
                    <a:pt x="858" y="1987"/>
                  </a:cubicBezTo>
                  <a:cubicBezTo>
                    <a:pt x="1072" y="1987"/>
                    <a:pt x="1405" y="1868"/>
                    <a:pt x="1644" y="1606"/>
                  </a:cubicBezTo>
                  <a:cubicBezTo>
                    <a:pt x="1977" y="1248"/>
                    <a:pt x="2025" y="701"/>
                    <a:pt x="2025" y="248"/>
                  </a:cubicBezTo>
                  <a:cubicBezTo>
                    <a:pt x="2025" y="104"/>
                    <a:pt x="1929" y="0"/>
                    <a:pt x="1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92;p54">
              <a:extLst>
                <a:ext uri="{FF2B5EF4-FFF2-40B4-BE49-F238E27FC236}">
                  <a16:creationId xmlns:a16="http://schemas.microsoft.com/office/drawing/2014/main" id="{C6048B05-9231-F975-E527-AE0B9B6C5922}"/>
                </a:ext>
              </a:extLst>
            </p:cNvPr>
            <p:cNvSpPr/>
            <p:nvPr/>
          </p:nvSpPr>
          <p:spPr>
            <a:xfrm>
              <a:off x="5459690" y="4015095"/>
              <a:ext cx="162668" cy="195947"/>
            </a:xfrm>
            <a:custGeom>
              <a:avLst/>
              <a:gdLst/>
              <a:ahLst/>
              <a:cxnLst/>
              <a:rect l="l" t="t" r="r" b="b"/>
              <a:pathLst>
                <a:path w="5169" h="5811" extrusionOk="0">
                  <a:moveTo>
                    <a:pt x="4764" y="0"/>
                  </a:moveTo>
                  <a:lnTo>
                    <a:pt x="3573" y="1191"/>
                  </a:lnTo>
                  <a:cubicBezTo>
                    <a:pt x="3835" y="1286"/>
                    <a:pt x="4002" y="1524"/>
                    <a:pt x="4073" y="1762"/>
                  </a:cubicBezTo>
                  <a:cubicBezTo>
                    <a:pt x="4168" y="2453"/>
                    <a:pt x="4168" y="3382"/>
                    <a:pt x="3573" y="4072"/>
                  </a:cubicBezTo>
                  <a:cubicBezTo>
                    <a:pt x="3144" y="4549"/>
                    <a:pt x="2597" y="4739"/>
                    <a:pt x="2216" y="4739"/>
                  </a:cubicBezTo>
                  <a:cubicBezTo>
                    <a:pt x="1739" y="4739"/>
                    <a:pt x="1263" y="4501"/>
                    <a:pt x="906" y="4049"/>
                  </a:cubicBezTo>
                  <a:cubicBezTo>
                    <a:pt x="882" y="4025"/>
                    <a:pt x="858" y="3953"/>
                    <a:pt x="834" y="3930"/>
                  </a:cubicBezTo>
                  <a:lnTo>
                    <a:pt x="1" y="4763"/>
                  </a:lnTo>
                  <a:cubicBezTo>
                    <a:pt x="96" y="4954"/>
                    <a:pt x="263" y="5120"/>
                    <a:pt x="430" y="5263"/>
                  </a:cubicBezTo>
                  <a:cubicBezTo>
                    <a:pt x="882" y="5620"/>
                    <a:pt x="1477" y="5811"/>
                    <a:pt x="2216" y="5811"/>
                  </a:cubicBezTo>
                  <a:cubicBezTo>
                    <a:pt x="3954" y="5811"/>
                    <a:pt x="5169" y="4430"/>
                    <a:pt x="5169" y="2477"/>
                  </a:cubicBezTo>
                  <a:cubicBezTo>
                    <a:pt x="5169" y="1667"/>
                    <a:pt x="4978" y="738"/>
                    <a:pt x="4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93;p54">
              <a:extLst>
                <a:ext uri="{FF2B5EF4-FFF2-40B4-BE49-F238E27FC236}">
                  <a16:creationId xmlns:a16="http://schemas.microsoft.com/office/drawing/2014/main" id="{1F757112-E4A1-F1D6-55A9-A83855B06C59}"/>
                </a:ext>
              </a:extLst>
            </p:cNvPr>
            <p:cNvSpPr/>
            <p:nvPr/>
          </p:nvSpPr>
          <p:spPr>
            <a:xfrm>
              <a:off x="5449966" y="3877483"/>
              <a:ext cx="71972" cy="136836"/>
            </a:xfrm>
            <a:custGeom>
              <a:avLst/>
              <a:gdLst/>
              <a:ahLst/>
              <a:cxnLst/>
              <a:rect l="l" t="t" r="r" b="b"/>
              <a:pathLst>
                <a:path w="2287" h="4058" extrusionOk="0">
                  <a:moveTo>
                    <a:pt x="1263" y="1"/>
                  </a:moveTo>
                  <a:cubicBezTo>
                    <a:pt x="1231" y="1"/>
                    <a:pt x="1199" y="4"/>
                    <a:pt x="1167" y="9"/>
                  </a:cubicBezTo>
                  <a:cubicBezTo>
                    <a:pt x="1024" y="57"/>
                    <a:pt x="929" y="176"/>
                    <a:pt x="929" y="342"/>
                  </a:cubicBezTo>
                  <a:cubicBezTo>
                    <a:pt x="834" y="1319"/>
                    <a:pt x="572" y="2200"/>
                    <a:pt x="310" y="3033"/>
                  </a:cubicBezTo>
                  <a:cubicBezTo>
                    <a:pt x="215" y="3367"/>
                    <a:pt x="96" y="3700"/>
                    <a:pt x="0" y="4057"/>
                  </a:cubicBezTo>
                  <a:lnTo>
                    <a:pt x="2287" y="1771"/>
                  </a:lnTo>
                  <a:cubicBezTo>
                    <a:pt x="2096" y="1081"/>
                    <a:pt x="1810" y="414"/>
                    <a:pt x="1548" y="128"/>
                  </a:cubicBezTo>
                  <a:cubicBezTo>
                    <a:pt x="1474" y="36"/>
                    <a:pt x="1372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94;p54">
              <a:extLst>
                <a:ext uri="{FF2B5EF4-FFF2-40B4-BE49-F238E27FC236}">
                  <a16:creationId xmlns:a16="http://schemas.microsoft.com/office/drawing/2014/main" id="{CEF3DA2F-245F-820E-D96D-C8C0853D5768}"/>
                </a:ext>
              </a:extLst>
            </p:cNvPr>
            <p:cNvSpPr/>
            <p:nvPr/>
          </p:nvSpPr>
          <p:spPr>
            <a:xfrm>
              <a:off x="5538396" y="3799084"/>
              <a:ext cx="192628" cy="206400"/>
            </a:xfrm>
            <a:custGeom>
              <a:avLst/>
              <a:gdLst/>
              <a:ahLst/>
              <a:cxnLst/>
              <a:rect l="l" t="t" r="r" b="b"/>
              <a:pathLst>
                <a:path w="6121" h="6121" extrusionOk="0">
                  <a:moveTo>
                    <a:pt x="1358" y="0"/>
                  </a:moveTo>
                  <a:cubicBezTo>
                    <a:pt x="1263" y="0"/>
                    <a:pt x="1191" y="48"/>
                    <a:pt x="1120" y="119"/>
                  </a:cubicBezTo>
                  <a:lnTo>
                    <a:pt x="120" y="1143"/>
                  </a:lnTo>
                  <a:cubicBezTo>
                    <a:pt x="48" y="1191"/>
                    <a:pt x="0" y="1286"/>
                    <a:pt x="0" y="1381"/>
                  </a:cubicBezTo>
                  <a:lnTo>
                    <a:pt x="0" y="2382"/>
                  </a:lnTo>
                  <a:cubicBezTo>
                    <a:pt x="0" y="2477"/>
                    <a:pt x="24" y="2572"/>
                    <a:pt x="120" y="2620"/>
                  </a:cubicBezTo>
                  <a:lnTo>
                    <a:pt x="1024" y="3548"/>
                  </a:lnTo>
                  <a:lnTo>
                    <a:pt x="524" y="4049"/>
                  </a:lnTo>
                  <a:lnTo>
                    <a:pt x="2048" y="5573"/>
                  </a:lnTo>
                  <a:lnTo>
                    <a:pt x="2549" y="5073"/>
                  </a:lnTo>
                  <a:lnTo>
                    <a:pt x="3477" y="6001"/>
                  </a:lnTo>
                  <a:cubicBezTo>
                    <a:pt x="3525" y="6049"/>
                    <a:pt x="3620" y="6120"/>
                    <a:pt x="3739" y="6120"/>
                  </a:cubicBezTo>
                  <a:lnTo>
                    <a:pt x="4763" y="6120"/>
                  </a:lnTo>
                  <a:cubicBezTo>
                    <a:pt x="4835" y="6120"/>
                    <a:pt x="4930" y="6073"/>
                    <a:pt x="5001" y="6001"/>
                  </a:cubicBezTo>
                  <a:lnTo>
                    <a:pt x="6002" y="4977"/>
                  </a:lnTo>
                  <a:cubicBezTo>
                    <a:pt x="6073" y="4930"/>
                    <a:pt x="6121" y="4834"/>
                    <a:pt x="6121" y="4739"/>
                  </a:cubicBezTo>
                  <a:lnTo>
                    <a:pt x="6121" y="3739"/>
                  </a:lnTo>
                  <a:cubicBezTo>
                    <a:pt x="6121" y="3668"/>
                    <a:pt x="6073" y="3572"/>
                    <a:pt x="6002" y="3501"/>
                  </a:cubicBezTo>
                  <a:lnTo>
                    <a:pt x="2644" y="119"/>
                  </a:lnTo>
                  <a:cubicBezTo>
                    <a:pt x="2572" y="72"/>
                    <a:pt x="2501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95;p54">
              <a:extLst>
                <a:ext uri="{FF2B5EF4-FFF2-40B4-BE49-F238E27FC236}">
                  <a16:creationId xmlns:a16="http://schemas.microsoft.com/office/drawing/2014/main" id="{4D4C94F2-0912-5891-B6D8-441BF4899111}"/>
                </a:ext>
              </a:extLst>
            </p:cNvPr>
            <p:cNvSpPr/>
            <p:nvPr/>
          </p:nvSpPr>
          <p:spPr>
            <a:xfrm>
              <a:off x="5523417" y="3954061"/>
              <a:ext cx="63727" cy="68283"/>
            </a:xfrm>
            <a:custGeom>
              <a:avLst/>
              <a:gdLst/>
              <a:ahLst/>
              <a:cxnLst/>
              <a:rect l="l" t="t" r="r" b="b"/>
              <a:pathLst>
                <a:path w="2025" h="2025" extrusionOk="0">
                  <a:moveTo>
                    <a:pt x="500" y="0"/>
                  </a:moveTo>
                  <a:lnTo>
                    <a:pt x="0" y="500"/>
                  </a:lnTo>
                  <a:lnTo>
                    <a:pt x="1500" y="2025"/>
                  </a:lnTo>
                  <a:lnTo>
                    <a:pt x="2024" y="1524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" name="Google Shape;996;p54">
              <a:extLst>
                <a:ext uri="{FF2B5EF4-FFF2-40B4-BE49-F238E27FC236}">
                  <a16:creationId xmlns:a16="http://schemas.microsoft.com/office/drawing/2014/main" id="{56B278A5-3F3D-A077-CD34-09B51579C6B1}"/>
                </a:ext>
              </a:extLst>
            </p:cNvPr>
            <p:cNvSpPr/>
            <p:nvPr/>
          </p:nvSpPr>
          <p:spPr>
            <a:xfrm>
              <a:off x="5345045" y="3987781"/>
              <a:ext cx="209873" cy="224069"/>
            </a:xfrm>
            <a:custGeom>
              <a:avLst/>
              <a:gdLst/>
              <a:ahLst/>
              <a:cxnLst/>
              <a:rect l="l" t="t" r="r" b="b"/>
              <a:pathLst>
                <a:path w="6669" h="6645" extrusionOk="0">
                  <a:moveTo>
                    <a:pt x="5144" y="1"/>
                  </a:moveTo>
                  <a:lnTo>
                    <a:pt x="358" y="4811"/>
                  </a:lnTo>
                  <a:cubicBezTo>
                    <a:pt x="167" y="4978"/>
                    <a:pt x="72" y="5216"/>
                    <a:pt x="24" y="5478"/>
                  </a:cubicBezTo>
                  <a:cubicBezTo>
                    <a:pt x="0" y="5811"/>
                    <a:pt x="119" y="6121"/>
                    <a:pt x="334" y="6311"/>
                  </a:cubicBezTo>
                  <a:cubicBezTo>
                    <a:pt x="524" y="6526"/>
                    <a:pt x="810" y="6645"/>
                    <a:pt x="1096" y="6645"/>
                  </a:cubicBezTo>
                  <a:cubicBezTo>
                    <a:pt x="1358" y="6645"/>
                    <a:pt x="1644" y="6526"/>
                    <a:pt x="1882" y="6311"/>
                  </a:cubicBezTo>
                  <a:lnTo>
                    <a:pt x="6668" y="1525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3785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5A58E4FA-9F1D-DCC9-C7DC-7AFE2CDD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1F591598-9633-E0F3-7A93-89580969B0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Casi d’uso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1DCE25F4-0C04-B5E4-C4A5-97BEF37EDE21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A9165F43-1C5F-D137-E41A-FFBE6BCD435D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03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4905093E-0EB8-B41E-E411-C26E488B288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BEB95758-638D-91F4-339E-5371A30C42CD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4534F128-B635-CAC1-62A9-22EDB07EF82A}"/>
              </a:ext>
            </a:extLst>
          </p:cNvPr>
          <p:cNvSpPr txBox="1">
            <a:spLocks/>
          </p:cNvSpPr>
          <p:nvPr/>
        </p:nvSpPr>
        <p:spPr>
          <a:xfrm>
            <a:off x="947948" y="1298321"/>
            <a:ext cx="6016188" cy="2955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742950" lvl="1" indent="-285750" algn="l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/>
              <a:t>UC05 (T10): Assegnazione</a:t>
            </a:r>
            <a:r>
              <a:rPr lang="it-IT"/>
              <a:t> di una </a:t>
            </a:r>
            <a:r>
              <a:rPr lang="it-IT" b="1"/>
              <a:t>Nuova Domanda </a:t>
            </a:r>
            <a:r>
              <a:rPr lang="it-IT"/>
              <a:t>a una Classe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/>
              <a:t>Consente agli </a:t>
            </a:r>
            <a:r>
              <a:rPr lang="it-IT" b="1"/>
              <a:t>insegnanti</a:t>
            </a:r>
            <a:r>
              <a:rPr lang="it-IT"/>
              <a:t> di </a:t>
            </a:r>
            <a:r>
              <a:rPr lang="it-IT" b="1"/>
              <a:t>creare</a:t>
            </a:r>
            <a:r>
              <a:rPr lang="it-IT"/>
              <a:t> e </a:t>
            </a:r>
            <a:r>
              <a:rPr lang="it-IT" b="1"/>
              <a:t>assegnare</a:t>
            </a:r>
            <a:r>
              <a:rPr lang="it-IT"/>
              <a:t> nuove </a:t>
            </a:r>
            <a:r>
              <a:rPr lang="it-IT" b="1"/>
              <a:t>domande</a:t>
            </a:r>
            <a:r>
              <a:rPr lang="it-IT"/>
              <a:t> specifiche a una o più </a:t>
            </a:r>
            <a:r>
              <a:rPr lang="it-IT" b="1"/>
              <a:t>classi</a:t>
            </a:r>
            <a:r>
              <a:rPr lang="it-IT"/>
              <a:t> </a:t>
            </a:r>
            <a:r>
              <a:rPr lang="it-IT" b="1"/>
              <a:t>virtuali</a:t>
            </a:r>
            <a:r>
              <a:rPr lang="it-IT"/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/>
              <a:t>UC06 (T11): Partecipare</a:t>
            </a:r>
            <a:r>
              <a:rPr lang="it-IT"/>
              <a:t> a una </a:t>
            </a:r>
            <a:r>
              <a:rPr lang="it-IT" b="1"/>
              <a:t>Classe</a:t>
            </a:r>
            <a:r>
              <a:rPr lang="it-IT"/>
              <a:t> </a:t>
            </a:r>
            <a:r>
              <a:rPr lang="it-IT" b="1"/>
              <a:t>Virtuale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it-IT"/>
              <a:t>Permette agli </a:t>
            </a:r>
            <a:r>
              <a:rPr lang="it-IT" b="1"/>
              <a:t>insegnanti</a:t>
            </a:r>
            <a:r>
              <a:rPr lang="it-IT"/>
              <a:t> di </a:t>
            </a:r>
            <a:r>
              <a:rPr lang="it-IT" b="1"/>
              <a:t>creare</a:t>
            </a:r>
            <a:r>
              <a:rPr lang="it-IT"/>
              <a:t> e </a:t>
            </a:r>
            <a:r>
              <a:rPr lang="it-IT" b="1"/>
              <a:t>configurare</a:t>
            </a:r>
            <a:r>
              <a:rPr lang="it-IT"/>
              <a:t> </a:t>
            </a:r>
            <a:r>
              <a:rPr lang="it-IT" b="1"/>
              <a:t>classi</a:t>
            </a:r>
            <a:r>
              <a:rPr lang="it-IT"/>
              <a:t> </a:t>
            </a:r>
            <a:r>
              <a:rPr lang="it-IT" b="1"/>
              <a:t>virtuali</a:t>
            </a:r>
            <a:r>
              <a:rPr lang="it-IT"/>
              <a:t>, generando un codice univoco per l'iscrizione degli studenti.</a:t>
            </a:r>
          </a:p>
          <a:p>
            <a:pPr marL="0" indent="0"/>
            <a:endParaRPr lang="it-IT"/>
          </a:p>
          <a:p>
            <a:pPr marL="0" indent="0"/>
            <a:endParaRPr lang="it-IT"/>
          </a:p>
        </p:txBody>
      </p:sp>
      <p:sp>
        <p:nvSpPr>
          <p:cNvPr id="7" name="Google Shape;172;p35">
            <a:extLst>
              <a:ext uri="{FF2B5EF4-FFF2-40B4-BE49-F238E27FC236}">
                <a16:creationId xmlns:a16="http://schemas.microsoft.com/office/drawing/2014/main" id="{18E713E7-96C4-A473-76B5-60AD77BDB0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18933" y="907868"/>
            <a:ext cx="4494637" cy="4970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/>
              <a:t>Sintesi concisa dei </a:t>
            </a:r>
            <a:r>
              <a:rPr lang="it-IT" b="1"/>
              <a:t>casi d'uso </a:t>
            </a:r>
            <a:r>
              <a:rPr lang="it-IT"/>
              <a:t>del sistema</a:t>
            </a:r>
            <a:endParaRPr/>
          </a:p>
        </p:txBody>
      </p:sp>
      <p:grpSp>
        <p:nvGrpSpPr>
          <p:cNvPr id="8" name="Google Shape;989;p54">
            <a:extLst>
              <a:ext uri="{FF2B5EF4-FFF2-40B4-BE49-F238E27FC236}">
                <a16:creationId xmlns:a16="http://schemas.microsoft.com/office/drawing/2014/main" id="{6A7CFBBD-3B16-8963-2BB7-D7A937B732C1}"/>
              </a:ext>
            </a:extLst>
          </p:cNvPr>
          <p:cNvGrpSpPr/>
          <p:nvPr/>
        </p:nvGrpSpPr>
        <p:grpSpPr>
          <a:xfrm>
            <a:off x="8611148" y="277321"/>
            <a:ext cx="360428" cy="384059"/>
            <a:chOff x="5345045" y="3799017"/>
            <a:chExt cx="385980" cy="412834"/>
          </a:xfrm>
        </p:grpSpPr>
        <p:sp>
          <p:nvSpPr>
            <p:cNvPr id="10" name="Google Shape;990;p54">
              <a:extLst>
                <a:ext uri="{FF2B5EF4-FFF2-40B4-BE49-F238E27FC236}">
                  <a16:creationId xmlns:a16="http://schemas.microsoft.com/office/drawing/2014/main" id="{33C65C1B-E2AA-BA88-0C54-0F7972D386CA}"/>
                </a:ext>
              </a:extLst>
            </p:cNvPr>
            <p:cNvSpPr/>
            <p:nvPr/>
          </p:nvSpPr>
          <p:spPr>
            <a:xfrm>
              <a:off x="5478446" y="3799017"/>
              <a:ext cx="22501" cy="51558"/>
            </a:xfrm>
            <a:custGeom>
              <a:avLst/>
              <a:gdLst/>
              <a:ahLst/>
              <a:cxnLst/>
              <a:rect l="l" t="t" r="r" b="b"/>
              <a:pathLst>
                <a:path w="715" h="1529" extrusionOk="0">
                  <a:moveTo>
                    <a:pt x="345" y="0"/>
                  </a:moveTo>
                  <a:cubicBezTo>
                    <a:pt x="148" y="0"/>
                    <a:pt x="0" y="180"/>
                    <a:pt x="0" y="359"/>
                  </a:cubicBezTo>
                  <a:lnTo>
                    <a:pt x="0" y="1169"/>
                  </a:lnTo>
                  <a:cubicBezTo>
                    <a:pt x="0" y="1370"/>
                    <a:pt x="146" y="1529"/>
                    <a:pt x="341" y="1529"/>
                  </a:cubicBezTo>
                  <a:cubicBezTo>
                    <a:pt x="354" y="1529"/>
                    <a:pt x="368" y="1528"/>
                    <a:pt x="381" y="1526"/>
                  </a:cubicBezTo>
                  <a:cubicBezTo>
                    <a:pt x="596" y="1526"/>
                    <a:pt x="715" y="1360"/>
                    <a:pt x="715" y="1169"/>
                  </a:cubicBezTo>
                  <a:lnTo>
                    <a:pt x="715" y="359"/>
                  </a:lnTo>
                  <a:cubicBezTo>
                    <a:pt x="715" y="193"/>
                    <a:pt x="548" y="2"/>
                    <a:pt x="381" y="2"/>
                  </a:cubicBezTo>
                  <a:cubicBezTo>
                    <a:pt x="369" y="1"/>
                    <a:pt x="357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91;p54">
              <a:extLst>
                <a:ext uri="{FF2B5EF4-FFF2-40B4-BE49-F238E27FC236}">
                  <a16:creationId xmlns:a16="http://schemas.microsoft.com/office/drawing/2014/main" id="{B73E85D3-9861-6D5F-22BC-7AF0DDD721C0}"/>
                </a:ext>
              </a:extLst>
            </p:cNvPr>
            <p:cNvSpPr/>
            <p:nvPr/>
          </p:nvSpPr>
          <p:spPr>
            <a:xfrm>
              <a:off x="5502426" y="4084625"/>
              <a:ext cx="63727" cy="67002"/>
            </a:xfrm>
            <a:custGeom>
              <a:avLst/>
              <a:gdLst/>
              <a:ahLst/>
              <a:cxnLst/>
              <a:rect l="l" t="t" r="r" b="b"/>
              <a:pathLst>
                <a:path w="2025" h="1987" extrusionOk="0">
                  <a:moveTo>
                    <a:pt x="1810" y="0"/>
                  </a:moveTo>
                  <a:cubicBezTo>
                    <a:pt x="1772" y="0"/>
                    <a:pt x="1731" y="11"/>
                    <a:pt x="1691" y="34"/>
                  </a:cubicBezTo>
                  <a:cubicBezTo>
                    <a:pt x="1548" y="105"/>
                    <a:pt x="1382" y="129"/>
                    <a:pt x="1215" y="129"/>
                  </a:cubicBezTo>
                  <a:lnTo>
                    <a:pt x="0" y="1367"/>
                  </a:lnTo>
                  <a:cubicBezTo>
                    <a:pt x="24" y="1415"/>
                    <a:pt x="96" y="1510"/>
                    <a:pt x="119" y="1582"/>
                  </a:cubicBezTo>
                  <a:cubicBezTo>
                    <a:pt x="334" y="1844"/>
                    <a:pt x="596" y="1987"/>
                    <a:pt x="858" y="1987"/>
                  </a:cubicBezTo>
                  <a:cubicBezTo>
                    <a:pt x="1072" y="1987"/>
                    <a:pt x="1405" y="1868"/>
                    <a:pt x="1644" y="1606"/>
                  </a:cubicBezTo>
                  <a:cubicBezTo>
                    <a:pt x="1977" y="1248"/>
                    <a:pt x="2025" y="701"/>
                    <a:pt x="2025" y="248"/>
                  </a:cubicBezTo>
                  <a:cubicBezTo>
                    <a:pt x="2025" y="104"/>
                    <a:pt x="1929" y="0"/>
                    <a:pt x="1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92;p54">
              <a:extLst>
                <a:ext uri="{FF2B5EF4-FFF2-40B4-BE49-F238E27FC236}">
                  <a16:creationId xmlns:a16="http://schemas.microsoft.com/office/drawing/2014/main" id="{F57694A8-DCAD-89BC-1B6A-84A2F855BDAC}"/>
                </a:ext>
              </a:extLst>
            </p:cNvPr>
            <p:cNvSpPr/>
            <p:nvPr/>
          </p:nvSpPr>
          <p:spPr>
            <a:xfrm>
              <a:off x="5459690" y="4015095"/>
              <a:ext cx="162668" cy="195947"/>
            </a:xfrm>
            <a:custGeom>
              <a:avLst/>
              <a:gdLst/>
              <a:ahLst/>
              <a:cxnLst/>
              <a:rect l="l" t="t" r="r" b="b"/>
              <a:pathLst>
                <a:path w="5169" h="5811" extrusionOk="0">
                  <a:moveTo>
                    <a:pt x="4764" y="0"/>
                  </a:moveTo>
                  <a:lnTo>
                    <a:pt x="3573" y="1191"/>
                  </a:lnTo>
                  <a:cubicBezTo>
                    <a:pt x="3835" y="1286"/>
                    <a:pt x="4002" y="1524"/>
                    <a:pt x="4073" y="1762"/>
                  </a:cubicBezTo>
                  <a:cubicBezTo>
                    <a:pt x="4168" y="2453"/>
                    <a:pt x="4168" y="3382"/>
                    <a:pt x="3573" y="4072"/>
                  </a:cubicBezTo>
                  <a:cubicBezTo>
                    <a:pt x="3144" y="4549"/>
                    <a:pt x="2597" y="4739"/>
                    <a:pt x="2216" y="4739"/>
                  </a:cubicBezTo>
                  <a:cubicBezTo>
                    <a:pt x="1739" y="4739"/>
                    <a:pt x="1263" y="4501"/>
                    <a:pt x="906" y="4049"/>
                  </a:cubicBezTo>
                  <a:cubicBezTo>
                    <a:pt x="882" y="4025"/>
                    <a:pt x="858" y="3953"/>
                    <a:pt x="834" y="3930"/>
                  </a:cubicBezTo>
                  <a:lnTo>
                    <a:pt x="1" y="4763"/>
                  </a:lnTo>
                  <a:cubicBezTo>
                    <a:pt x="96" y="4954"/>
                    <a:pt x="263" y="5120"/>
                    <a:pt x="430" y="5263"/>
                  </a:cubicBezTo>
                  <a:cubicBezTo>
                    <a:pt x="882" y="5620"/>
                    <a:pt x="1477" y="5811"/>
                    <a:pt x="2216" y="5811"/>
                  </a:cubicBezTo>
                  <a:cubicBezTo>
                    <a:pt x="3954" y="5811"/>
                    <a:pt x="5169" y="4430"/>
                    <a:pt x="5169" y="2477"/>
                  </a:cubicBezTo>
                  <a:cubicBezTo>
                    <a:pt x="5169" y="1667"/>
                    <a:pt x="4978" y="738"/>
                    <a:pt x="4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93;p54">
              <a:extLst>
                <a:ext uri="{FF2B5EF4-FFF2-40B4-BE49-F238E27FC236}">
                  <a16:creationId xmlns:a16="http://schemas.microsoft.com/office/drawing/2014/main" id="{583D0D27-E32D-B4BE-5085-2E88418CFE04}"/>
                </a:ext>
              </a:extLst>
            </p:cNvPr>
            <p:cNvSpPr/>
            <p:nvPr/>
          </p:nvSpPr>
          <p:spPr>
            <a:xfrm>
              <a:off x="5449966" y="3877483"/>
              <a:ext cx="71972" cy="136836"/>
            </a:xfrm>
            <a:custGeom>
              <a:avLst/>
              <a:gdLst/>
              <a:ahLst/>
              <a:cxnLst/>
              <a:rect l="l" t="t" r="r" b="b"/>
              <a:pathLst>
                <a:path w="2287" h="4058" extrusionOk="0">
                  <a:moveTo>
                    <a:pt x="1263" y="1"/>
                  </a:moveTo>
                  <a:cubicBezTo>
                    <a:pt x="1231" y="1"/>
                    <a:pt x="1199" y="4"/>
                    <a:pt x="1167" y="9"/>
                  </a:cubicBezTo>
                  <a:cubicBezTo>
                    <a:pt x="1024" y="57"/>
                    <a:pt x="929" y="176"/>
                    <a:pt x="929" y="342"/>
                  </a:cubicBezTo>
                  <a:cubicBezTo>
                    <a:pt x="834" y="1319"/>
                    <a:pt x="572" y="2200"/>
                    <a:pt x="310" y="3033"/>
                  </a:cubicBezTo>
                  <a:cubicBezTo>
                    <a:pt x="215" y="3367"/>
                    <a:pt x="96" y="3700"/>
                    <a:pt x="0" y="4057"/>
                  </a:cubicBezTo>
                  <a:lnTo>
                    <a:pt x="2287" y="1771"/>
                  </a:lnTo>
                  <a:cubicBezTo>
                    <a:pt x="2096" y="1081"/>
                    <a:pt x="1810" y="414"/>
                    <a:pt x="1548" y="128"/>
                  </a:cubicBezTo>
                  <a:cubicBezTo>
                    <a:pt x="1474" y="36"/>
                    <a:pt x="1372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94;p54">
              <a:extLst>
                <a:ext uri="{FF2B5EF4-FFF2-40B4-BE49-F238E27FC236}">
                  <a16:creationId xmlns:a16="http://schemas.microsoft.com/office/drawing/2014/main" id="{0176FA9D-047E-19A6-ED4D-64AE016185CF}"/>
                </a:ext>
              </a:extLst>
            </p:cNvPr>
            <p:cNvSpPr/>
            <p:nvPr/>
          </p:nvSpPr>
          <p:spPr>
            <a:xfrm>
              <a:off x="5538396" y="3799084"/>
              <a:ext cx="192628" cy="206400"/>
            </a:xfrm>
            <a:custGeom>
              <a:avLst/>
              <a:gdLst/>
              <a:ahLst/>
              <a:cxnLst/>
              <a:rect l="l" t="t" r="r" b="b"/>
              <a:pathLst>
                <a:path w="6121" h="6121" extrusionOk="0">
                  <a:moveTo>
                    <a:pt x="1358" y="0"/>
                  </a:moveTo>
                  <a:cubicBezTo>
                    <a:pt x="1263" y="0"/>
                    <a:pt x="1191" y="48"/>
                    <a:pt x="1120" y="119"/>
                  </a:cubicBezTo>
                  <a:lnTo>
                    <a:pt x="120" y="1143"/>
                  </a:lnTo>
                  <a:cubicBezTo>
                    <a:pt x="48" y="1191"/>
                    <a:pt x="0" y="1286"/>
                    <a:pt x="0" y="1381"/>
                  </a:cubicBezTo>
                  <a:lnTo>
                    <a:pt x="0" y="2382"/>
                  </a:lnTo>
                  <a:cubicBezTo>
                    <a:pt x="0" y="2477"/>
                    <a:pt x="24" y="2572"/>
                    <a:pt x="120" y="2620"/>
                  </a:cubicBezTo>
                  <a:lnTo>
                    <a:pt x="1024" y="3548"/>
                  </a:lnTo>
                  <a:lnTo>
                    <a:pt x="524" y="4049"/>
                  </a:lnTo>
                  <a:lnTo>
                    <a:pt x="2048" y="5573"/>
                  </a:lnTo>
                  <a:lnTo>
                    <a:pt x="2549" y="5073"/>
                  </a:lnTo>
                  <a:lnTo>
                    <a:pt x="3477" y="6001"/>
                  </a:lnTo>
                  <a:cubicBezTo>
                    <a:pt x="3525" y="6049"/>
                    <a:pt x="3620" y="6120"/>
                    <a:pt x="3739" y="6120"/>
                  </a:cubicBezTo>
                  <a:lnTo>
                    <a:pt x="4763" y="6120"/>
                  </a:lnTo>
                  <a:cubicBezTo>
                    <a:pt x="4835" y="6120"/>
                    <a:pt x="4930" y="6073"/>
                    <a:pt x="5001" y="6001"/>
                  </a:cubicBezTo>
                  <a:lnTo>
                    <a:pt x="6002" y="4977"/>
                  </a:lnTo>
                  <a:cubicBezTo>
                    <a:pt x="6073" y="4930"/>
                    <a:pt x="6121" y="4834"/>
                    <a:pt x="6121" y="4739"/>
                  </a:cubicBezTo>
                  <a:lnTo>
                    <a:pt x="6121" y="3739"/>
                  </a:lnTo>
                  <a:cubicBezTo>
                    <a:pt x="6121" y="3668"/>
                    <a:pt x="6073" y="3572"/>
                    <a:pt x="6002" y="3501"/>
                  </a:cubicBezTo>
                  <a:lnTo>
                    <a:pt x="2644" y="119"/>
                  </a:lnTo>
                  <a:cubicBezTo>
                    <a:pt x="2572" y="72"/>
                    <a:pt x="2501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95;p54">
              <a:extLst>
                <a:ext uri="{FF2B5EF4-FFF2-40B4-BE49-F238E27FC236}">
                  <a16:creationId xmlns:a16="http://schemas.microsoft.com/office/drawing/2014/main" id="{1D0DEC38-9528-CF16-CDAA-3599F355B5A6}"/>
                </a:ext>
              </a:extLst>
            </p:cNvPr>
            <p:cNvSpPr/>
            <p:nvPr/>
          </p:nvSpPr>
          <p:spPr>
            <a:xfrm>
              <a:off x="5523417" y="3954061"/>
              <a:ext cx="63727" cy="68283"/>
            </a:xfrm>
            <a:custGeom>
              <a:avLst/>
              <a:gdLst/>
              <a:ahLst/>
              <a:cxnLst/>
              <a:rect l="l" t="t" r="r" b="b"/>
              <a:pathLst>
                <a:path w="2025" h="2025" extrusionOk="0">
                  <a:moveTo>
                    <a:pt x="500" y="0"/>
                  </a:moveTo>
                  <a:lnTo>
                    <a:pt x="0" y="500"/>
                  </a:lnTo>
                  <a:lnTo>
                    <a:pt x="1500" y="2025"/>
                  </a:lnTo>
                  <a:lnTo>
                    <a:pt x="2024" y="1524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" name="Google Shape;996;p54">
              <a:extLst>
                <a:ext uri="{FF2B5EF4-FFF2-40B4-BE49-F238E27FC236}">
                  <a16:creationId xmlns:a16="http://schemas.microsoft.com/office/drawing/2014/main" id="{F9517AEF-3E03-4904-9D26-F86BE534CE30}"/>
                </a:ext>
              </a:extLst>
            </p:cNvPr>
            <p:cNvSpPr/>
            <p:nvPr/>
          </p:nvSpPr>
          <p:spPr>
            <a:xfrm>
              <a:off x="5345045" y="3987781"/>
              <a:ext cx="209873" cy="224069"/>
            </a:xfrm>
            <a:custGeom>
              <a:avLst/>
              <a:gdLst/>
              <a:ahLst/>
              <a:cxnLst/>
              <a:rect l="l" t="t" r="r" b="b"/>
              <a:pathLst>
                <a:path w="6669" h="6645" extrusionOk="0">
                  <a:moveTo>
                    <a:pt x="5144" y="1"/>
                  </a:moveTo>
                  <a:lnTo>
                    <a:pt x="358" y="4811"/>
                  </a:lnTo>
                  <a:cubicBezTo>
                    <a:pt x="167" y="4978"/>
                    <a:pt x="72" y="5216"/>
                    <a:pt x="24" y="5478"/>
                  </a:cubicBezTo>
                  <a:cubicBezTo>
                    <a:pt x="0" y="5811"/>
                    <a:pt x="119" y="6121"/>
                    <a:pt x="334" y="6311"/>
                  </a:cubicBezTo>
                  <a:cubicBezTo>
                    <a:pt x="524" y="6526"/>
                    <a:pt x="810" y="6645"/>
                    <a:pt x="1096" y="6645"/>
                  </a:cubicBezTo>
                  <a:cubicBezTo>
                    <a:pt x="1358" y="6645"/>
                    <a:pt x="1644" y="6526"/>
                    <a:pt x="1882" y="6311"/>
                  </a:cubicBezTo>
                  <a:lnTo>
                    <a:pt x="6668" y="1525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5654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21E8D32F-C2A7-B31B-F169-81470D60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F548CA5E-7D34-A787-85F2-1C1F2FEFD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/>
              <a:t>Casi d’uso - Esempio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C139F20F-872B-4140-90C3-F45D37413023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CC035F5B-A9E9-DEC2-BBF8-13B00E094060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03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4CB1F843-7FDB-5DBF-2DF6-EF15E2BB4230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A3660BC0-EF1F-8DDE-D511-2C7DD20E1E8E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E2ED3E94-4EFF-5634-99D2-1B08C922BF57}"/>
              </a:ext>
            </a:extLst>
          </p:cNvPr>
          <p:cNvSpPr txBox="1">
            <a:spLocks/>
          </p:cNvSpPr>
          <p:nvPr/>
        </p:nvSpPr>
        <p:spPr>
          <a:xfrm>
            <a:off x="971466" y="1004720"/>
            <a:ext cx="7139187" cy="3375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139700" indent="0" algn="just"/>
            <a:r>
              <a:rPr lang="it-IT" sz="1300" b="1"/>
              <a:t>Attori:</a:t>
            </a:r>
            <a:r>
              <a:rPr lang="it-IT" sz="1300"/>
              <a:t> Dustin Henderson, Undici, Steve Harrington(Studenti) </a:t>
            </a:r>
          </a:p>
          <a:p>
            <a:pPr marL="139700" indent="0" algn="just"/>
            <a:r>
              <a:rPr lang="it-IT" sz="1300" b="1"/>
              <a:t>Entry </a:t>
            </a:r>
            <a:r>
              <a:rPr lang="it-IT" sz="1300" b="1" err="1"/>
              <a:t>Condition</a:t>
            </a:r>
            <a:r>
              <a:rPr lang="it-IT" sz="1300" b="1"/>
              <a:t>: </a:t>
            </a:r>
            <a:r>
              <a:rPr lang="it-IT" sz="1300"/>
              <a:t>Lo studente ha selezionato il periodo storico e avviato la conversazione. Si trova nella schermata della conversazione. </a:t>
            </a:r>
          </a:p>
          <a:p>
            <a:pPr marL="139700" indent="0" algn="just"/>
            <a:r>
              <a:rPr lang="it-IT" sz="1300" b="1"/>
              <a:t>Flusso degli eventi: </a:t>
            </a:r>
          </a:p>
          <a:p>
            <a:pPr marL="482600" indent="-342900" algn="just">
              <a:buAutoNum type="arabicPeriod"/>
            </a:pPr>
            <a:r>
              <a:rPr lang="it-IT" sz="1300"/>
              <a:t>Il sistema mostra il personaggio storico, il quale si presenta con una risposta vocale. </a:t>
            </a:r>
          </a:p>
          <a:p>
            <a:pPr marL="482600" indent="-342900" algn="just">
              <a:buAutoNum type="arabicPeriod"/>
            </a:pPr>
            <a:r>
              <a:rPr lang="it-IT" sz="1300"/>
              <a:t>Il sistema mostra la trascrizione della presentazione.</a:t>
            </a:r>
          </a:p>
          <a:p>
            <a:pPr marL="482600" indent="-342900" algn="just">
              <a:buAutoNum type="arabicPeriod"/>
            </a:pPr>
            <a:r>
              <a:rPr lang="it-IT" sz="1300"/>
              <a:t>Il sistema mostra un box per poter scrivere un messaggio o per parlare a voce.</a:t>
            </a:r>
          </a:p>
          <a:p>
            <a:pPr marL="482600" indent="-342900" algn="just">
              <a:buAutoNum type="arabicPeriod"/>
            </a:pPr>
            <a:r>
              <a:rPr lang="it-IT" sz="1300"/>
              <a:t>Lo studente pone una domanda al personaggio, premendo il pulsante per la registrazione audio e preme invio.</a:t>
            </a:r>
          </a:p>
          <a:p>
            <a:pPr marL="482600" indent="-342900" algn="just">
              <a:buAutoNum type="arabicPeriod"/>
            </a:pPr>
            <a:r>
              <a:rPr lang="it-IT" sz="1300"/>
              <a:t>Il sistema invia la domanda e mostra la trascrizione.</a:t>
            </a:r>
          </a:p>
          <a:p>
            <a:pPr marL="482600" indent="-342900" algn="just">
              <a:buAutoNum type="arabicPeriod"/>
            </a:pPr>
            <a:r>
              <a:rPr lang="it-IT" sz="1300"/>
              <a:t>Il personaggio risponde alla domanda vocalmente.</a:t>
            </a:r>
          </a:p>
          <a:p>
            <a:pPr marL="482600" indent="-342900" algn="just">
              <a:buAutoNum type="arabicPeriod"/>
            </a:pPr>
            <a:r>
              <a:rPr lang="it-IT" sz="1300"/>
              <a:t>Il sistema mostra la trascrizione della risposta. </a:t>
            </a:r>
          </a:p>
          <a:p>
            <a:pPr marL="139700" indent="0" algn="just"/>
            <a:r>
              <a:rPr lang="it-IT" sz="1300" b="1"/>
              <a:t>Exit </a:t>
            </a:r>
            <a:r>
              <a:rPr lang="it-IT" sz="1300" b="1" err="1"/>
              <a:t>Condition</a:t>
            </a:r>
            <a:r>
              <a:rPr lang="it-IT" sz="1300" b="1"/>
              <a:t>: </a:t>
            </a:r>
            <a:r>
              <a:rPr lang="it-IT" sz="1300"/>
              <a:t>La risposta del personaggio viene ascoltata e il sistema mostra la trascrizione a schermo. </a:t>
            </a:r>
          </a:p>
          <a:p>
            <a:pPr marL="139700" indent="0" algn="just"/>
            <a:r>
              <a:rPr lang="it-IT" sz="1300" b="1"/>
              <a:t>Flussi Alternativi/Eccezioni: </a:t>
            </a:r>
            <a:r>
              <a:rPr lang="it-IT" sz="1300"/>
              <a:t>Lo studente al punto 4 anziché scegliere l’opzione audio, decidere di scrivere il testo e inviare la domanda. Il flusso continua.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3099252-EDA3-E929-A577-09D24FC6FF52}"/>
              </a:ext>
            </a:extLst>
          </p:cNvPr>
          <p:cNvSpPr txBox="1"/>
          <p:nvPr/>
        </p:nvSpPr>
        <p:spPr>
          <a:xfrm>
            <a:off x="1098825" y="669705"/>
            <a:ext cx="4712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Conversazione con il personaggio</a:t>
            </a:r>
          </a:p>
        </p:txBody>
      </p:sp>
      <p:grpSp>
        <p:nvGrpSpPr>
          <p:cNvPr id="8" name="Google Shape;989;p54">
            <a:extLst>
              <a:ext uri="{FF2B5EF4-FFF2-40B4-BE49-F238E27FC236}">
                <a16:creationId xmlns:a16="http://schemas.microsoft.com/office/drawing/2014/main" id="{12A06585-98F6-FED8-9561-E4AC393A4E51}"/>
              </a:ext>
            </a:extLst>
          </p:cNvPr>
          <p:cNvGrpSpPr/>
          <p:nvPr/>
        </p:nvGrpSpPr>
        <p:grpSpPr>
          <a:xfrm>
            <a:off x="8611148" y="277321"/>
            <a:ext cx="360428" cy="384059"/>
            <a:chOff x="5345045" y="3799017"/>
            <a:chExt cx="385980" cy="412834"/>
          </a:xfrm>
        </p:grpSpPr>
        <p:sp>
          <p:nvSpPr>
            <p:cNvPr id="10" name="Google Shape;990;p54">
              <a:extLst>
                <a:ext uri="{FF2B5EF4-FFF2-40B4-BE49-F238E27FC236}">
                  <a16:creationId xmlns:a16="http://schemas.microsoft.com/office/drawing/2014/main" id="{FD0EACAF-8944-777B-76C2-506BE2289F01}"/>
                </a:ext>
              </a:extLst>
            </p:cNvPr>
            <p:cNvSpPr/>
            <p:nvPr/>
          </p:nvSpPr>
          <p:spPr>
            <a:xfrm>
              <a:off x="5478446" y="3799017"/>
              <a:ext cx="22501" cy="51558"/>
            </a:xfrm>
            <a:custGeom>
              <a:avLst/>
              <a:gdLst/>
              <a:ahLst/>
              <a:cxnLst/>
              <a:rect l="l" t="t" r="r" b="b"/>
              <a:pathLst>
                <a:path w="715" h="1529" extrusionOk="0">
                  <a:moveTo>
                    <a:pt x="345" y="0"/>
                  </a:moveTo>
                  <a:cubicBezTo>
                    <a:pt x="148" y="0"/>
                    <a:pt x="0" y="180"/>
                    <a:pt x="0" y="359"/>
                  </a:cubicBezTo>
                  <a:lnTo>
                    <a:pt x="0" y="1169"/>
                  </a:lnTo>
                  <a:cubicBezTo>
                    <a:pt x="0" y="1370"/>
                    <a:pt x="146" y="1529"/>
                    <a:pt x="341" y="1529"/>
                  </a:cubicBezTo>
                  <a:cubicBezTo>
                    <a:pt x="354" y="1529"/>
                    <a:pt x="368" y="1528"/>
                    <a:pt x="381" y="1526"/>
                  </a:cubicBezTo>
                  <a:cubicBezTo>
                    <a:pt x="596" y="1526"/>
                    <a:pt x="715" y="1360"/>
                    <a:pt x="715" y="1169"/>
                  </a:cubicBezTo>
                  <a:lnTo>
                    <a:pt x="715" y="359"/>
                  </a:lnTo>
                  <a:cubicBezTo>
                    <a:pt x="715" y="193"/>
                    <a:pt x="548" y="2"/>
                    <a:pt x="381" y="2"/>
                  </a:cubicBezTo>
                  <a:cubicBezTo>
                    <a:pt x="369" y="1"/>
                    <a:pt x="357" y="0"/>
                    <a:pt x="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91;p54">
              <a:extLst>
                <a:ext uri="{FF2B5EF4-FFF2-40B4-BE49-F238E27FC236}">
                  <a16:creationId xmlns:a16="http://schemas.microsoft.com/office/drawing/2014/main" id="{621B19E2-CD6E-7B71-EB87-BAECD5EE3D34}"/>
                </a:ext>
              </a:extLst>
            </p:cNvPr>
            <p:cNvSpPr/>
            <p:nvPr/>
          </p:nvSpPr>
          <p:spPr>
            <a:xfrm>
              <a:off x="5502426" y="4084625"/>
              <a:ext cx="63727" cy="67002"/>
            </a:xfrm>
            <a:custGeom>
              <a:avLst/>
              <a:gdLst/>
              <a:ahLst/>
              <a:cxnLst/>
              <a:rect l="l" t="t" r="r" b="b"/>
              <a:pathLst>
                <a:path w="2025" h="1987" extrusionOk="0">
                  <a:moveTo>
                    <a:pt x="1810" y="0"/>
                  </a:moveTo>
                  <a:cubicBezTo>
                    <a:pt x="1772" y="0"/>
                    <a:pt x="1731" y="11"/>
                    <a:pt x="1691" y="34"/>
                  </a:cubicBezTo>
                  <a:cubicBezTo>
                    <a:pt x="1548" y="105"/>
                    <a:pt x="1382" y="129"/>
                    <a:pt x="1215" y="129"/>
                  </a:cubicBezTo>
                  <a:lnTo>
                    <a:pt x="0" y="1367"/>
                  </a:lnTo>
                  <a:cubicBezTo>
                    <a:pt x="24" y="1415"/>
                    <a:pt x="96" y="1510"/>
                    <a:pt x="119" y="1582"/>
                  </a:cubicBezTo>
                  <a:cubicBezTo>
                    <a:pt x="334" y="1844"/>
                    <a:pt x="596" y="1987"/>
                    <a:pt x="858" y="1987"/>
                  </a:cubicBezTo>
                  <a:cubicBezTo>
                    <a:pt x="1072" y="1987"/>
                    <a:pt x="1405" y="1868"/>
                    <a:pt x="1644" y="1606"/>
                  </a:cubicBezTo>
                  <a:cubicBezTo>
                    <a:pt x="1977" y="1248"/>
                    <a:pt x="2025" y="701"/>
                    <a:pt x="2025" y="248"/>
                  </a:cubicBezTo>
                  <a:cubicBezTo>
                    <a:pt x="2025" y="104"/>
                    <a:pt x="1929" y="0"/>
                    <a:pt x="1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92;p54">
              <a:extLst>
                <a:ext uri="{FF2B5EF4-FFF2-40B4-BE49-F238E27FC236}">
                  <a16:creationId xmlns:a16="http://schemas.microsoft.com/office/drawing/2014/main" id="{DF9FC4AF-7385-4701-B5E0-6EFE3D5DF728}"/>
                </a:ext>
              </a:extLst>
            </p:cNvPr>
            <p:cNvSpPr/>
            <p:nvPr/>
          </p:nvSpPr>
          <p:spPr>
            <a:xfrm>
              <a:off x="5459690" y="4015095"/>
              <a:ext cx="162668" cy="195947"/>
            </a:xfrm>
            <a:custGeom>
              <a:avLst/>
              <a:gdLst/>
              <a:ahLst/>
              <a:cxnLst/>
              <a:rect l="l" t="t" r="r" b="b"/>
              <a:pathLst>
                <a:path w="5169" h="5811" extrusionOk="0">
                  <a:moveTo>
                    <a:pt x="4764" y="0"/>
                  </a:moveTo>
                  <a:lnTo>
                    <a:pt x="3573" y="1191"/>
                  </a:lnTo>
                  <a:cubicBezTo>
                    <a:pt x="3835" y="1286"/>
                    <a:pt x="4002" y="1524"/>
                    <a:pt x="4073" y="1762"/>
                  </a:cubicBezTo>
                  <a:cubicBezTo>
                    <a:pt x="4168" y="2453"/>
                    <a:pt x="4168" y="3382"/>
                    <a:pt x="3573" y="4072"/>
                  </a:cubicBezTo>
                  <a:cubicBezTo>
                    <a:pt x="3144" y="4549"/>
                    <a:pt x="2597" y="4739"/>
                    <a:pt x="2216" y="4739"/>
                  </a:cubicBezTo>
                  <a:cubicBezTo>
                    <a:pt x="1739" y="4739"/>
                    <a:pt x="1263" y="4501"/>
                    <a:pt x="906" y="4049"/>
                  </a:cubicBezTo>
                  <a:cubicBezTo>
                    <a:pt x="882" y="4025"/>
                    <a:pt x="858" y="3953"/>
                    <a:pt x="834" y="3930"/>
                  </a:cubicBezTo>
                  <a:lnTo>
                    <a:pt x="1" y="4763"/>
                  </a:lnTo>
                  <a:cubicBezTo>
                    <a:pt x="96" y="4954"/>
                    <a:pt x="263" y="5120"/>
                    <a:pt x="430" y="5263"/>
                  </a:cubicBezTo>
                  <a:cubicBezTo>
                    <a:pt x="882" y="5620"/>
                    <a:pt x="1477" y="5811"/>
                    <a:pt x="2216" y="5811"/>
                  </a:cubicBezTo>
                  <a:cubicBezTo>
                    <a:pt x="3954" y="5811"/>
                    <a:pt x="5169" y="4430"/>
                    <a:pt x="5169" y="2477"/>
                  </a:cubicBezTo>
                  <a:cubicBezTo>
                    <a:pt x="5169" y="1667"/>
                    <a:pt x="4978" y="738"/>
                    <a:pt x="4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93;p54">
              <a:extLst>
                <a:ext uri="{FF2B5EF4-FFF2-40B4-BE49-F238E27FC236}">
                  <a16:creationId xmlns:a16="http://schemas.microsoft.com/office/drawing/2014/main" id="{76D27E4F-F87A-279A-56C7-E08F331A0E9B}"/>
                </a:ext>
              </a:extLst>
            </p:cNvPr>
            <p:cNvSpPr/>
            <p:nvPr/>
          </p:nvSpPr>
          <p:spPr>
            <a:xfrm>
              <a:off x="5449966" y="3877483"/>
              <a:ext cx="71972" cy="136836"/>
            </a:xfrm>
            <a:custGeom>
              <a:avLst/>
              <a:gdLst/>
              <a:ahLst/>
              <a:cxnLst/>
              <a:rect l="l" t="t" r="r" b="b"/>
              <a:pathLst>
                <a:path w="2287" h="4058" extrusionOk="0">
                  <a:moveTo>
                    <a:pt x="1263" y="1"/>
                  </a:moveTo>
                  <a:cubicBezTo>
                    <a:pt x="1231" y="1"/>
                    <a:pt x="1199" y="4"/>
                    <a:pt x="1167" y="9"/>
                  </a:cubicBezTo>
                  <a:cubicBezTo>
                    <a:pt x="1024" y="57"/>
                    <a:pt x="929" y="176"/>
                    <a:pt x="929" y="342"/>
                  </a:cubicBezTo>
                  <a:cubicBezTo>
                    <a:pt x="834" y="1319"/>
                    <a:pt x="572" y="2200"/>
                    <a:pt x="310" y="3033"/>
                  </a:cubicBezTo>
                  <a:cubicBezTo>
                    <a:pt x="215" y="3367"/>
                    <a:pt x="96" y="3700"/>
                    <a:pt x="0" y="4057"/>
                  </a:cubicBezTo>
                  <a:lnTo>
                    <a:pt x="2287" y="1771"/>
                  </a:lnTo>
                  <a:cubicBezTo>
                    <a:pt x="2096" y="1081"/>
                    <a:pt x="1810" y="414"/>
                    <a:pt x="1548" y="128"/>
                  </a:cubicBezTo>
                  <a:cubicBezTo>
                    <a:pt x="1474" y="36"/>
                    <a:pt x="1372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994;p54">
              <a:extLst>
                <a:ext uri="{FF2B5EF4-FFF2-40B4-BE49-F238E27FC236}">
                  <a16:creationId xmlns:a16="http://schemas.microsoft.com/office/drawing/2014/main" id="{AB2105E1-6B42-8B76-1939-662011756205}"/>
                </a:ext>
              </a:extLst>
            </p:cNvPr>
            <p:cNvSpPr/>
            <p:nvPr/>
          </p:nvSpPr>
          <p:spPr>
            <a:xfrm>
              <a:off x="5538396" y="3799084"/>
              <a:ext cx="192628" cy="206400"/>
            </a:xfrm>
            <a:custGeom>
              <a:avLst/>
              <a:gdLst/>
              <a:ahLst/>
              <a:cxnLst/>
              <a:rect l="l" t="t" r="r" b="b"/>
              <a:pathLst>
                <a:path w="6121" h="6121" extrusionOk="0">
                  <a:moveTo>
                    <a:pt x="1358" y="0"/>
                  </a:moveTo>
                  <a:cubicBezTo>
                    <a:pt x="1263" y="0"/>
                    <a:pt x="1191" y="48"/>
                    <a:pt x="1120" y="119"/>
                  </a:cubicBezTo>
                  <a:lnTo>
                    <a:pt x="120" y="1143"/>
                  </a:lnTo>
                  <a:cubicBezTo>
                    <a:pt x="48" y="1191"/>
                    <a:pt x="0" y="1286"/>
                    <a:pt x="0" y="1381"/>
                  </a:cubicBezTo>
                  <a:lnTo>
                    <a:pt x="0" y="2382"/>
                  </a:lnTo>
                  <a:cubicBezTo>
                    <a:pt x="0" y="2477"/>
                    <a:pt x="24" y="2572"/>
                    <a:pt x="120" y="2620"/>
                  </a:cubicBezTo>
                  <a:lnTo>
                    <a:pt x="1024" y="3548"/>
                  </a:lnTo>
                  <a:lnTo>
                    <a:pt x="524" y="4049"/>
                  </a:lnTo>
                  <a:lnTo>
                    <a:pt x="2048" y="5573"/>
                  </a:lnTo>
                  <a:lnTo>
                    <a:pt x="2549" y="5073"/>
                  </a:lnTo>
                  <a:lnTo>
                    <a:pt x="3477" y="6001"/>
                  </a:lnTo>
                  <a:cubicBezTo>
                    <a:pt x="3525" y="6049"/>
                    <a:pt x="3620" y="6120"/>
                    <a:pt x="3739" y="6120"/>
                  </a:cubicBezTo>
                  <a:lnTo>
                    <a:pt x="4763" y="6120"/>
                  </a:lnTo>
                  <a:cubicBezTo>
                    <a:pt x="4835" y="6120"/>
                    <a:pt x="4930" y="6073"/>
                    <a:pt x="5001" y="6001"/>
                  </a:cubicBezTo>
                  <a:lnTo>
                    <a:pt x="6002" y="4977"/>
                  </a:lnTo>
                  <a:cubicBezTo>
                    <a:pt x="6073" y="4930"/>
                    <a:pt x="6121" y="4834"/>
                    <a:pt x="6121" y="4739"/>
                  </a:cubicBezTo>
                  <a:lnTo>
                    <a:pt x="6121" y="3739"/>
                  </a:lnTo>
                  <a:cubicBezTo>
                    <a:pt x="6121" y="3668"/>
                    <a:pt x="6073" y="3572"/>
                    <a:pt x="6002" y="3501"/>
                  </a:cubicBezTo>
                  <a:lnTo>
                    <a:pt x="2644" y="119"/>
                  </a:lnTo>
                  <a:cubicBezTo>
                    <a:pt x="2572" y="72"/>
                    <a:pt x="2501" y="0"/>
                    <a:pt x="2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995;p54">
              <a:extLst>
                <a:ext uri="{FF2B5EF4-FFF2-40B4-BE49-F238E27FC236}">
                  <a16:creationId xmlns:a16="http://schemas.microsoft.com/office/drawing/2014/main" id="{EEE340A5-0BEB-D97F-CB89-DA8541CBC068}"/>
                </a:ext>
              </a:extLst>
            </p:cNvPr>
            <p:cNvSpPr/>
            <p:nvPr/>
          </p:nvSpPr>
          <p:spPr>
            <a:xfrm>
              <a:off x="5523417" y="3954061"/>
              <a:ext cx="63727" cy="68283"/>
            </a:xfrm>
            <a:custGeom>
              <a:avLst/>
              <a:gdLst/>
              <a:ahLst/>
              <a:cxnLst/>
              <a:rect l="l" t="t" r="r" b="b"/>
              <a:pathLst>
                <a:path w="2025" h="2025" extrusionOk="0">
                  <a:moveTo>
                    <a:pt x="500" y="0"/>
                  </a:moveTo>
                  <a:lnTo>
                    <a:pt x="0" y="500"/>
                  </a:lnTo>
                  <a:lnTo>
                    <a:pt x="1500" y="2025"/>
                  </a:lnTo>
                  <a:lnTo>
                    <a:pt x="2024" y="1524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" name="Google Shape;996;p54">
              <a:extLst>
                <a:ext uri="{FF2B5EF4-FFF2-40B4-BE49-F238E27FC236}">
                  <a16:creationId xmlns:a16="http://schemas.microsoft.com/office/drawing/2014/main" id="{2C8A914E-FDDC-40A4-E352-B1B971CFDC56}"/>
                </a:ext>
              </a:extLst>
            </p:cNvPr>
            <p:cNvSpPr/>
            <p:nvPr/>
          </p:nvSpPr>
          <p:spPr>
            <a:xfrm>
              <a:off x="5345045" y="3987781"/>
              <a:ext cx="209873" cy="224069"/>
            </a:xfrm>
            <a:custGeom>
              <a:avLst/>
              <a:gdLst/>
              <a:ahLst/>
              <a:cxnLst/>
              <a:rect l="l" t="t" r="r" b="b"/>
              <a:pathLst>
                <a:path w="6669" h="6645" extrusionOk="0">
                  <a:moveTo>
                    <a:pt x="5144" y="1"/>
                  </a:moveTo>
                  <a:lnTo>
                    <a:pt x="358" y="4811"/>
                  </a:lnTo>
                  <a:cubicBezTo>
                    <a:pt x="167" y="4978"/>
                    <a:pt x="72" y="5216"/>
                    <a:pt x="24" y="5478"/>
                  </a:cubicBezTo>
                  <a:cubicBezTo>
                    <a:pt x="0" y="5811"/>
                    <a:pt x="119" y="6121"/>
                    <a:pt x="334" y="6311"/>
                  </a:cubicBezTo>
                  <a:cubicBezTo>
                    <a:pt x="524" y="6526"/>
                    <a:pt x="810" y="6645"/>
                    <a:pt x="1096" y="6645"/>
                  </a:cubicBezTo>
                  <a:cubicBezTo>
                    <a:pt x="1358" y="6645"/>
                    <a:pt x="1644" y="6526"/>
                    <a:pt x="1882" y="6311"/>
                  </a:cubicBezTo>
                  <a:lnTo>
                    <a:pt x="6668" y="1525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813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0763C1F0-AE4E-8933-041C-04AE33B3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4D9AE71F-1855-E870-DE5C-6D8B0D9B32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5177" y="885007"/>
            <a:ext cx="7019700" cy="842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it-IT"/>
              <a:t>Tra le principali piattaforme educative analizzate figurano </a:t>
            </a:r>
            <a:r>
              <a:rPr lang="it-IT" b="1"/>
              <a:t>Google </a:t>
            </a:r>
            <a:r>
              <a:rPr lang="it-IT" b="1" err="1"/>
              <a:t>Arts</a:t>
            </a:r>
            <a:r>
              <a:rPr lang="it-IT" b="1"/>
              <a:t> &amp; Colture, Time Travel Rome, </a:t>
            </a:r>
            <a:r>
              <a:rPr lang="it-IT" b="1" err="1"/>
              <a:t>Mincecraft</a:t>
            </a:r>
            <a:r>
              <a:rPr lang="it-IT" b="1"/>
              <a:t> </a:t>
            </a:r>
            <a:r>
              <a:rPr lang="it-IT" b="1" err="1"/>
              <a:t>Education</a:t>
            </a:r>
            <a:r>
              <a:rPr lang="it-IT" b="1"/>
              <a:t> e Google </a:t>
            </a:r>
            <a:r>
              <a:rPr lang="it-IT" b="1" err="1"/>
              <a:t>Classroom</a:t>
            </a:r>
            <a:endParaRPr lang="it-IT" b="1"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893CF85B-0E0F-51D9-D123-A04BE9D585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 sz="1600" b="0"/>
              <a:t>Analisi comparativa</a:t>
            </a:r>
            <a:endParaRPr lang="en"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C1372717-F04B-686F-9C0B-62648AE16385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4E6E9E94-148D-A341-291F-3E44EFF337A3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03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66519545-7CD4-6B1F-E375-42322B8AC948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73CDFED5-F127-9616-EEE0-E6034614ECC8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82A3574E-B4AD-59C5-A0EB-1DCBCF557B09}"/>
              </a:ext>
            </a:extLst>
          </p:cNvPr>
          <p:cNvSpPr txBox="1">
            <a:spLocks/>
          </p:cNvSpPr>
          <p:nvPr/>
        </p:nvSpPr>
        <p:spPr>
          <a:xfrm>
            <a:off x="633199" y="1817950"/>
            <a:ext cx="3705000" cy="187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200" b="1"/>
              <a:t>Caratteristiche principali:</a:t>
            </a:r>
          </a:p>
          <a:p>
            <a:pPr marL="285750" indent="-285750">
              <a:buFont typeface="Arial"/>
              <a:buChar char="•"/>
            </a:pPr>
            <a:r>
              <a:rPr lang="it-IT" sz="1200"/>
              <a:t>Creazione di classi virtuali con compiti, materiali e comunicazioni centralizzate</a:t>
            </a:r>
          </a:p>
          <a:p>
            <a:pPr marL="285750" indent="-285750">
              <a:buFont typeface="Arial"/>
              <a:buChar char="•"/>
            </a:pPr>
            <a:r>
              <a:rPr lang="it-IT" sz="1200"/>
              <a:t>Integrazione con strumenti Google </a:t>
            </a:r>
          </a:p>
          <a:p>
            <a:pPr marL="0" indent="0"/>
            <a:r>
              <a:rPr lang="it-IT" sz="1200"/>
              <a:t>      (Drive, Documenti, Meet) </a:t>
            </a:r>
          </a:p>
          <a:p>
            <a:pPr marL="285750" indent="-285750">
              <a:buFont typeface="Arial"/>
              <a:buChar char="•"/>
            </a:pPr>
            <a:r>
              <a:rPr lang="it-IT" sz="1200"/>
              <a:t>Monitoraggio continuo con feedback personalizzati e valutazioni dirette.</a:t>
            </a:r>
          </a:p>
          <a:p>
            <a:pPr marL="285750" indent="-285750">
              <a:buFont typeface="Arial"/>
              <a:buChar char="•"/>
            </a:pPr>
            <a:endParaRPr lang="it-IT" sz="1200"/>
          </a:p>
          <a:p>
            <a:pPr marL="285750" indent="-285750">
              <a:buFont typeface="Arial"/>
              <a:buChar char="•"/>
            </a:pPr>
            <a:endParaRPr lang="it-IT" sz="1200"/>
          </a:p>
          <a:p>
            <a:pPr marL="285750" indent="-285750">
              <a:buFont typeface="Arial"/>
              <a:buChar char="•"/>
            </a:pPr>
            <a:endParaRPr lang="it-IT" sz="1200"/>
          </a:p>
          <a:p>
            <a:pPr marL="285750" indent="-285750">
              <a:buFont typeface="Arial"/>
              <a:buChar char="•"/>
            </a:pPr>
            <a:endParaRPr lang="it-IT" sz="1200"/>
          </a:p>
        </p:txBody>
      </p:sp>
      <p:sp>
        <p:nvSpPr>
          <p:cNvPr id="5" name="Google Shape;172;p35">
            <a:extLst>
              <a:ext uri="{FF2B5EF4-FFF2-40B4-BE49-F238E27FC236}">
                <a16:creationId xmlns:a16="http://schemas.microsoft.com/office/drawing/2014/main" id="{D425176E-D711-4630-F53E-68367E9E2558}"/>
              </a:ext>
            </a:extLst>
          </p:cNvPr>
          <p:cNvSpPr txBox="1">
            <a:spLocks/>
          </p:cNvSpPr>
          <p:nvPr/>
        </p:nvSpPr>
        <p:spPr>
          <a:xfrm>
            <a:off x="9443892" y="1523145"/>
            <a:ext cx="3705000" cy="226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200" b="1">
                <a:solidFill>
                  <a:schemeClr val="tx1"/>
                </a:solidFill>
              </a:rPr>
              <a:t>Confronto con il nostro progetto:</a:t>
            </a:r>
          </a:p>
          <a:p>
            <a:pPr marL="285750" indent="-285750">
              <a:buFont typeface="Arial"/>
              <a:buChar char="•"/>
            </a:pPr>
            <a:r>
              <a:rPr lang="it-IT" sz="1200" b="1">
                <a:solidFill>
                  <a:schemeClr val="tx1"/>
                </a:solidFill>
              </a:rPr>
              <a:t>Punti in comune:</a:t>
            </a:r>
            <a:r>
              <a:rPr lang="it-IT" sz="1200">
                <a:solidFill>
                  <a:schemeClr val="tx1"/>
                </a:solidFill>
              </a:rPr>
              <a:t> gestione del lavoro scolastico, interazione docente-studente, </a:t>
            </a:r>
          </a:p>
          <a:p>
            <a:pPr marL="0" indent="0"/>
            <a:r>
              <a:rPr lang="it-IT" sz="1200">
                <a:solidFill>
                  <a:schemeClr val="tx1"/>
                </a:solidFill>
              </a:rPr>
              <a:t>       uso di tecnologie digitali.</a:t>
            </a:r>
          </a:p>
          <a:p>
            <a:pPr marL="285750" indent="-285750">
              <a:buFont typeface="Arial"/>
              <a:buChar char="•"/>
            </a:pPr>
            <a:r>
              <a:rPr lang="it-IT" sz="1200" b="1">
                <a:solidFill>
                  <a:schemeClr val="tx1"/>
                </a:solidFill>
              </a:rPr>
              <a:t>Limiti rispetto al progetto proposto:</a:t>
            </a:r>
            <a:r>
              <a:rPr lang="it-IT" sz="1200">
                <a:solidFill>
                  <a:schemeClr val="tx1"/>
                </a:solidFill>
              </a:rPr>
              <a:t> interfaccia poco immersiva, assenza di narrazione storica o ambientazione tematica, limitata personalizzazione empatica.</a:t>
            </a:r>
          </a:p>
          <a:p>
            <a:pPr marL="285750" indent="-285750">
              <a:buFont typeface="Arial"/>
              <a:buChar char="•"/>
            </a:pPr>
            <a:r>
              <a:rPr lang="it-IT" sz="1200" b="1">
                <a:solidFill>
                  <a:schemeClr val="tx1"/>
                </a:solidFill>
              </a:rPr>
              <a:t>Valore aggiunto del progetto proposto:</a:t>
            </a:r>
            <a:r>
              <a:rPr lang="it-IT" sz="1200">
                <a:solidFill>
                  <a:schemeClr val="tx1"/>
                </a:solidFill>
              </a:rPr>
              <a:t> apprendimento centrato sull’esperienza e </a:t>
            </a:r>
          </a:p>
          <a:p>
            <a:pPr marL="0" indent="0"/>
            <a:r>
              <a:rPr lang="it-IT" sz="1200">
                <a:solidFill>
                  <a:schemeClr val="tx1"/>
                </a:solidFill>
              </a:rPr>
              <a:t>       sul coinvolgimento emotivo.</a:t>
            </a:r>
          </a:p>
          <a:p>
            <a:pPr marL="0" indent="0"/>
            <a:endParaRPr lang="it-IT" sz="12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endParaRPr lang="it-IT" sz="1200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6C335C5-B4EC-B915-A38E-AAE42EAB63F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"/>
          <a:stretch/>
        </p:blipFill>
        <p:spPr bwMode="auto">
          <a:xfrm>
            <a:off x="4015740" y="1598832"/>
            <a:ext cx="4778884" cy="21386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972;p54">
            <a:extLst>
              <a:ext uri="{FF2B5EF4-FFF2-40B4-BE49-F238E27FC236}">
                <a16:creationId xmlns:a16="http://schemas.microsoft.com/office/drawing/2014/main" id="{8D4211A4-3F91-F2C0-1228-B945B67601D7}"/>
              </a:ext>
            </a:extLst>
          </p:cNvPr>
          <p:cNvSpPr/>
          <p:nvPr/>
        </p:nvSpPr>
        <p:spPr>
          <a:xfrm>
            <a:off x="8611148" y="287450"/>
            <a:ext cx="349766" cy="377560"/>
          </a:xfrm>
          <a:custGeom>
            <a:avLst/>
            <a:gdLst/>
            <a:ahLst/>
            <a:cxnLst/>
            <a:rect l="l" t="t" r="r" b="b"/>
            <a:pathLst>
              <a:path w="12170" h="12201" extrusionOk="0">
                <a:moveTo>
                  <a:pt x="6085" y="2792"/>
                </a:moveTo>
                <a:cubicBezTo>
                  <a:pt x="6282" y="2792"/>
                  <a:pt x="6430" y="2972"/>
                  <a:pt x="6430" y="3151"/>
                </a:cubicBezTo>
                <a:lnTo>
                  <a:pt x="6430" y="3509"/>
                </a:lnTo>
                <a:lnTo>
                  <a:pt x="6073" y="3509"/>
                </a:lnTo>
                <a:cubicBezTo>
                  <a:pt x="6001" y="3497"/>
                  <a:pt x="5936" y="3491"/>
                  <a:pt x="5876" y="3491"/>
                </a:cubicBezTo>
                <a:cubicBezTo>
                  <a:pt x="5817" y="3491"/>
                  <a:pt x="5763" y="3497"/>
                  <a:pt x="5716" y="3509"/>
                </a:cubicBezTo>
                <a:lnTo>
                  <a:pt x="5716" y="3151"/>
                </a:lnTo>
                <a:cubicBezTo>
                  <a:pt x="5716" y="2985"/>
                  <a:pt x="5859" y="2794"/>
                  <a:pt x="6049" y="2794"/>
                </a:cubicBezTo>
                <a:cubicBezTo>
                  <a:pt x="6061" y="2793"/>
                  <a:pt x="6073" y="2792"/>
                  <a:pt x="6085" y="2792"/>
                </a:cubicBezTo>
                <a:close/>
                <a:moveTo>
                  <a:pt x="2048" y="6700"/>
                </a:moveTo>
                <a:lnTo>
                  <a:pt x="2239" y="9986"/>
                </a:lnTo>
                <a:lnTo>
                  <a:pt x="834" y="9986"/>
                </a:lnTo>
                <a:lnTo>
                  <a:pt x="2048" y="6700"/>
                </a:lnTo>
                <a:close/>
                <a:moveTo>
                  <a:pt x="2834" y="7367"/>
                </a:moveTo>
                <a:lnTo>
                  <a:pt x="3811" y="9986"/>
                </a:lnTo>
                <a:lnTo>
                  <a:pt x="2977" y="9986"/>
                </a:lnTo>
                <a:lnTo>
                  <a:pt x="2834" y="7367"/>
                </a:lnTo>
                <a:close/>
                <a:moveTo>
                  <a:pt x="9312" y="7367"/>
                </a:moveTo>
                <a:lnTo>
                  <a:pt x="9169" y="9986"/>
                </a:lnTo>
                <a:lnTo>
                  <a:pt x="8335" y="9986"/>
                </a:lnTo>
                <a:lnTo>
                  <a:pt x="9312" y="7367"/>
                </a:lnTo>
                <a:close/>
                <a:moveTo>
                  <a:pt x="10074" y="6700"/>
                </a:moveTo>
                <a:lnTo>
                  <a:pt x="11288" y="9986"/>
                </a:lnTo>
                <a:lnTo>
                  <a:pt x="9859" y="9986"/>
                </a:lnTo>
                <a:lnTo>
                  <a:pt x="10074" y="6700"/>
                </a:lnTo>
                <a:close/>
                <a:moveTo>
                  <a:pt x="6031" y="1"/>
                </a:moveTo>
                <a:cubicBezTo>
                  <a:pt x="5849" y="1"/>
                  <a:pt x="5716" y="173"/>
                  <a:pt x="5716" y="365"/>
                </a:cubicBezTo>
                <a:lnTo>
                  <a:pt x="5716" y="2151"/>
                </a:lnTo>
                <a:cubicBezTo>
                  <a:pt x="5311" y="2294"/>
                  <a:pt x="5001" y="2675"/>
                  <a:pt x="5001" y="3151"/>
                </a:cubicBezTo>
                <a:lnTo>
                  <a:pt x="5001" y="3628"/>
                </a:lnTo>
                <a:cubicBezTo>
                  <a:pt x="4406" y="3771"/>
                  <a:pt x="3930" y="4009"/>
                  <a:pt x="3549" y="4223"/>
                </a:cubicBezTo>
                <a:cubicBezTo>
                  <a:pt x="3096" y="4461"/>
                  <a:pt x="2739" y="4652"/>
                  <a:pt x="2334" y="4652"/>
                </a:cubicBezTo>
                <a:lnTo>
                  <a:pt x="1548" y="4652"/>
                </a:lnTo>
                <a:cubicBezTo>
                  <a:pt x="1358" y="4652"/>
                  <a:pt x="1191" y="4795"/>
                  <a:pt x="1191" y="4961"/>
                </a:cubicBezTo>
                <a:cubicBezTo>
                  <a:pt x="1167" y="5176"/>
                  <a:pt x="1334" y="5366"/>
                  <a:pt x="1548" y="5366"/>
                </a:cubicBezTo>
                <a:lnTo>
                  <a:pt x="1810" y="5366"/>
                </a:lnTo>
                <a:lnTo>
                  <a:pt x="0" y="10200"/>
                </a:lnTo>
                <a:lnTo>
                  <a:pt x="0" y="10248"/>
                </a:lnTo>
                <a:lnTo>
                  <a:pt x="0" y="10272"/>
                </a:lnTo>
                <a:lnTo>
                  <a:pt x="0" y="10296"/>
                </a:lnTo>
                <a:lnTo>
                  <a:pt x="0" y="10343"/>
                </a:lnTo>
                <a:lnTo>
                  <a:pt x="0" y="10367"/>
                </a:lnTo>
                <a:cubicBezTo>
                  <a:pt x="0" y="10867"/>
                  <a:pt x="262" y="11344"/>
                  <a:pt x="715" y="11701"/>
                </a:cubicBezTo>
                <a:cubicBezTo>
                  <a:pt x="1167" y="12034"/>
                  <a:pt x="1715" y="12201"/>
                  <a:pt x="2358" y="12201"/>
                </a:cubicBezTo>
                <a:cubicBezTo>
                  <a:pt x="2977" y="12201"/>
                  <a:pt x="3549" y="12034"/>
                  <a:pt x="3977" y="11701"/>
                </a:cubicBezTo>
                <a:cubicBezTo>
                  <a:pt x="4454" y="11344"/>
                  <a:pt x="4692" y="10867"/>
                  <a:pt x="4692" y="10367"/>
                </a:cubicBezTo>
                <a:lnTo>
                  <a:pt x="4692" y="10343"/>
                </a:lnTo>
                <a:lnTo>
                  <a:pt x="4692" y="10296"/>
                </a:lnTo>
                <a:lnTo>
                  <a:pt x="4692" y="10272"/>
                </a:lnTo>
                <a:lnTo>
                  <a:pt x="4692" y="10248"/>
                </a:lnTo>
                <a:lnTo>
                  <a:pt x="4692" y="10200"/>
                </a:lnTo>
                <a:lnTo>
                  <a:pt x="2858" y="5271"/>
                </a:lnTo>
                <a:cubicBezTo>
                  <a:pt x="3239" y="5176"/>
                  <a:pt x="3572" y="5009"/>
                  <a:pt x="3906" y="4818"/>
                </a:cubicBezTo>
                <a:cubicBezTo>
                  <a:pt x="4501" y="4485"/>
                  <a:pt x="5120" y="4175"/>
                  <a:pt x="6121" y="4175"/>
                </a:cubicBezTo>
                <a:cubicBezTo>
                  <a:pt x="7145" y="4175"/>
                  <a:pt x="7740" y="4485"/>
                  <a:pt x="8359" y="4818"/>
                </a:cubicBezTo>
                <a:cubicBezTo>
                  <a:pt x="8716" y="5009"/>
                  <a:pt x="9050" y="5176"/>
                  <a:pt x="9407" y="5271"/>
                </a:cubicBezTo>
                <a:lnTo>
                  <a:pt x="7549" y="10200"/>
                </a:lnTo>
                <a:lnTo>
                  <a:pt x="7549" y="10248"/>
                </a:lnTo>
                <a:lnTo>
                  <a:pt x="7549" y="10272"/>
                </a:lnTo>
                <a:lnTo>
                  <a:pt x="7549" y="10296"/>
                </a:lnTo>
                <a:lnTo>
                  <a:pt x="7549" y="10343"/>
                </a:lnTo>
                <a:lnTo>
                  <a:pt x="7549" y="10367"/>
                </a:lnTo>
                <a:cubicBezTo>
                  <a:pt x="7549" y="10867"/>
                  <a:pt x="7835" y="11344"/>
                  <a:pt x="8264" y="11701"/>
                </a:cubicBezTo>
                <a:cubicBezTo>
                  <a:pt x="8716" y="12034"/>
                  <a:pt x="9288" y="12201"/>
                  <a:pt x="9907" y="12201"/>
                </a:cubicBezTo>
                <a:cubicBezTo>
                  <a:pt x="10526" y="12201"/>
                  <a:pt x="11098" y="12034"/>
                  <a:pt x="11550" y="11701"/>
                </a:cubicBezTo>
                <a:cubicBezTo>
                  <a:pt x="11907" y="11344"/>
                  <a:pt x="12169" y="10867"/>
                  <a:pt x="12169" y="10367"/>
                </a:cubicBezTo>
                <a:lnTo>
                  <a:pt x="12169" y="10343"/>
                </a:lnTo>
                <a:lnTo>
                  <a:pt x="12169" y="10296"/>
                </a:lnTo>
                <a:lnTo>
                  <a:pt x="12169" y="10272"/>
                </a:lnTo>
                <a:lnTo>
                  <a:pt x="12169" y="10248"/>
                </a:lnTo>
                <a:lnTo>
                  <a:pt x="12169" y="10200"/>
                </a:lnTo>
                <a:lnTo>
                  <a:pt x="10360" y="5366"/>
                </a:lnTo>
                <a:lnTo>
                  <a:pt x="10598" y="5366"/>
                </a:lnTo>
                <a:cubicBezTo>
                  <a:pt x="10788" y="5366"/>
                  <a:pt x="10955" y="5199"/>
                  <a:pt x="10955" y="5033"/>
                </a:cubicBezTo>
                <a:cubicBezTo>
                  <a:pt x="10979" y="4818"/>
                  <a:pt x="10812" y="4652"/>
                  <a:pt x="10598" y="4652"/>
                </a:cubicBezTo>
                <a:lnTo>
                  <a:pt x="9836" y="4652"/>
                </a:lnTo>
                <a:cubicBezTo>
                  <a:pt x="9407" y="4652"/>
                  <a:pt x="9050" y="4461"/>
                  <a:pt x="8597" y="4223"/>
                </a:cubicBezTo>
                <a:cubicBezTo>
                  <a:pt x="8216" y="4009"/>
                  <a:pt x="7740" y="3771"/>
                  <a:pt x="7145" y="3628"/>
                </a:cubicBezTo>
                <a:lnTo>
                  <a:pt x="7145" y="3151"/>
                </a:lnTo>
                <a:cubicBezTo>
                  <a:pt x="7145" y="2675"/>
                  <a:pt x="6835" y="2294"/>
                  <a:pt x="6430" y="2151"/>
                </a:cubicBezTo>
                <a:lnTo>
                  <a:pt x="6430" y="365"/>
                </a:lnTo>
                <a:cubicBezTo>
                  <a:pt x="6430" y="175"/>
                  <a:pt x="6287" y="8"/>
                  <a:pt x="6097" y="8"/>
                </a:cubicBezTo>
                <a:cubicBezTo>
                  <a:pt x="6074" y="3"/>
                  <a:pt x="6052" y="1"/>
                  <a:pt x="603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90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DAFE3FE1-ABE6-E351-026B-392DDDC8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7EE7B2C9-FC0F-6AAD-C576-1BF65A3430C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5177" y="885007"/>
            <a:ext cx="7019700" cy="842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it-IT"/>
              <a:t>Tra le principali piattaforme educative analizzate figurano </a:t>
            </a:r>
            <a:r>
              <a:rPr lang="it-IT" b="1"/>
              <a:t>Google </a:t>
            </a:r>
            <a:r>
              <a:rPr lang="it-IT" b="1" err="1"/>
              <a:t>Arts</a:t>
            </a:r>
            <a:r>
              <a:rPr lang="it-IT" b="1"/>
              <a:t> &amp; Colture, Time Travel Rome, </a:t>
            </a:r>
            <a:r>
              <a:rPr lang="it-IT" b="1" err="1"/>
              <a:t>Mincecraft</a:t>
            </a:r>
            <a:r>
              <a:rPr lang="it-IT" b="1"/>
              <a:t> </a:t>
            </a:r>
            <a:r>
              <a:rPr lang="it-IT" b="1" err="1"/>
              <a:t>Education</a:t>
            </a:r>
            <a:r>
              <a:rPr lang="it-IT" b="1"/>
              <a:t> e Google </a:t>
            </a:r>
            <a:r>
              <a:rPr lang="it-IT" b="1" err="1"/>
              <a:t>Classroom</a:t>
            </a:r>
            <a:endParaRPr lang="it-IT" b="1"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81B6D1D3-21F4-A4A8-C74B-CD5F53C2D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 sz="1600" b="0"/>
              <a:t>Analisi comparativa</a:t>
            </a:r>
            <a:endParaRPr lang="en"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FEF93335-4D38-98C3-2343-310AACF64F48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15C6E784-4CF1-AAF2-4453-82C52D69190E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03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05A5058B-2B3B-C0EC-F36A-F6BB2BDED6C1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A93F1EE1-42D4-FAF3-7E24-1F52ECF22C2B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C7291A04-F1E6-6C7C-2A76-71B74D3DBA81}"/>
              </a:ext>
            </a:extLst>
          </p:cNvPr>
          <p:cNvSpPr txBox="1">
            <a:spLocks/>
          </p:cNvSpPr>
          <p:nvPr/>
        </p:nvSpPr>
        <p:spPr>
          <a:xfrm>
            <a:off x="-4068341" y="1817950"/>
            <a:ext cx="3705000" cy="187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200" b="1"/>
              <a:t>Caratteristiche principali:</a:t>
            </a:r>
          </a:p>
          <a:p>
            <a:pPr marL="285750" indent="-285750">
              <a:buFont typeface="Arial"/>
              <a:buChar char="•"/>
            </a:pPr>
            <a:r>
              <a:rPr lang="it-IT" sz="1200"/>
              <a:t>Creazione di classi virtuali con compiti, materiali e comunicazioni centralizzate</a:t>
            </a:r>
          </a:p>
          <a:p>
            <a:pPr marL="285750" indent="-285750">
              <a:buFont typeface="Arial"/>
              <a:buChar char="•"/>
            </a:pPr>
            <a:r>
              <a:rPr lang="it-IT" sz="1200"/>
              <a:t>Integrazione con strumenti Google </a:t>
            </a:r>
          </a:p>
          <a:p>
            <a:pPr marL="0" indent="0"/>
            <a:r>
              <a:rPr lang="it-IT" sz="1200"/>
              <a:t>      (Drive, Documenti, Meet) </a:t>
            </a:r>
          </a:p>
          <a:p>
            <a:pPr marL="285750" indent="-285750">
              <a:buFont typeface="Arial"/>
              <a:buChar char="•"/>
            </a:pPr>
            <a:r>
              <a:rPr lang="it-IT" sz="1200"/>
              <a:t>Monitoraggio continuo con feedback personalizzati e valutazioni dirette.</a:t>
            </a:r>
          </a:p>
          <a:p>
            <a:pPr marL="285750" indent="-285750">
              <a:buFont typeface="Arial"/>
              <a:buChar char="•"/>
            </a:pPr>
            <a:endParaRPr lang="it-IT" sz="1200"/>
          </a:p>
          <a:p>
            <a:pPr marL="285750" indent="-285750">
              <a:buFont typeface="Arial"/>
              <a:buChar char="•"/>
            </a:pPr>
            <a:endParaRPr lang="it-IT" sz="1200"/>
          </a:p>
          <a:p>
            <a:pPr marL="285750" indent="-285750">
              <a:buFont typeface="Arial"/>
              <a:buChar char="•"/>
            </a:pPr>
            <a:endParaRPr lang="it-IT" sz="1200"/>
          </a:p>
          <a:p>
            <a:pPr marL="285750" indent="-285750">
              <a:buFont typeface="Arial"/>
              <a:buChar char="•"/>
            </a:pPr>
            <a:endParaRPr lang="it-IT" sz="1200"/>
          </a:p>
        </p:txBody>
      </p:sp>
      <p:sp>
        <p:nvSpPr>
          <p:cNvPr id="5" name="Google Shape;172;p35">
            <a:extLst>
              <a:ext uri="{FF2B5EF4-FFF2-40B4-BE49-F238E27FC236}">
                <a16:creationId xmlns:a16="http://schemas.microsoft.com/office/drawing/2014/main" id="{83D403EE-DEBB-8655-A14A-035EE6D25181}"/>
              </a:ext>
            </a:extLst>
          </p:cNvPr>
          <p:cNvSpPr txBox="1">
            <a:spLocks/>
          </p:cNvSpPr>
          <p:nvPr/>
        </p:nvSpPr>
        <p:spPr>
          <a:xfrm>
            <a:off x="398952" y="1523145"/>
            <a:ext cx="3705000" cy="226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200" b="1">
                <a:solidFill>
                  <a:schemeClr val="tx1"/>
                </a:solidFill>
              </a:rPr>
              <a:t>Confronto con il nostro progetto:</a:t>
            </a:r>
          </a:p>
          <a:p>
            <a:pPr marL="285750" indent="-285750">
              <a:buFont typeface="Arial"/>
              <a:buChar char="•"/>
            </a:pPr>
            <a:r>
              <a:rPr lang="it-IT" sz="1200" b="1">
                <a:solidFill>
                  <a:schemeClr val="tx1"/>
                </a:solidFill>
              </a:rPr>
              <a:t>Punti in comune:</a:t>
            </a:r>
            <a:r>
              <a:rPr lang="it-IT" sz="1200">
                <a:solidFill>
                  <a:schemeClr val="tx1"/>
                </a:solidFill>
              </a:rPr>
              <a:t> gestione del lavoro scolastico, interazione docente-studente, </a:t>
            </a:r>
          </a:p>
          <a:p>
            <a:pPr marL="0" indent="0"/>
            <a:r>
              <a:rPr lang="it-IT" sz="1200">
                <a:solidFill>
                  <a:schemeClr val="tx1"/>
                </a:solidFill>
              </a:rPr>
              <a:t>       uso di tecnologie digitali.</a:t>
            </a:r>
          </a:p>
          <a:p>
            <a:pPr marL="285750" indent="-285750">
              <a:buFont typeface="Arial"/>
              <a:buChar char="•"/>
            </a:pPr>
            <a:r>
              <a:rPr lang="it-IT" sz="1200" b="1">
                <a:solidFill>
                  <a:schemeClr val="tx1"/>
                </a:solidFill>
              </a:rPr>
              <a:t>Limiti rispetto al progetto proposto:</a:t>
            </a:r>
            <a:r>
              <a:rPr lang="it-IT" sz="1200">
                <a:solidFill>
                  <a:schemeClr val="tx1"/>
                </a:solidFill>
              </a:rPr>
              <a:t> interfaccia poco immersiva, assenza di narrazione storica o ambientazione tematica, limitata personalizzazione empatica.</a:t>
            </a:r>
          </a:p>
          <a:p>
            <a:pPr marL="285750" indent="-285750">
              <a:buFont typeface="Arial"/>
              <a:buChar char="•"/>
            </a:pPr>
            <a:r>
              <a:rPr lang="it-IT" sz="1200" b="1">
                <a:solidFill>
                  <a:schemeClr val="tx1"/>
                </a:solidFill>
              </a:rPr>
              <a:t>Valore aggiunto del progetto proposto:</a:t>
            </a:r>
            <a:r>
              <a:rPr lang="it-IT" sz="1200">
                <a:solidFill>
                  <a:schemeClr val="tx1"/>
                </a:solidFill>
              </a:rPr>
              <a:t> apprendimento centrato sull’esperienza e </a:t>
            </a:r>
          </a:p>
          <a:p>
            <a:pPr marL="0" indent="0"/>
            <a:r>
              <a:rPr lang="it-IT" sz="1200">
                <a:solidFill>
                  <a:schemeClr val="tx1"/>
                </a:solidFill>
              </a:rPr>
              <a:t>       sul coinvolgimento emotivo.</a:t>
            </a:r>
          </a:p>
          <a:p>
            <a:pPr marL="0" indent="0"/>
            <a:endParaRPr lang="it-IT" sz="12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endParaRPr lang="it-IT" sz="1200">
              <a:solidFill>
                <a:schemeClr val="tx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FD31D1B-F1F3-B8FF-B528-55417F4E01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1"/>
          <a:stretch/>
        </p:blipFill>
        <p:spPr bwMode="auto">
          <a:xfrm>
            <a:off x="4015740" y="1598832"/>
            <a:ext cx="4778884" cy="21386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972;p54">
            <a:extLst>
              <a:ext uri="{FF2B5EF4-FFF2-40B4-BE49-F238E27FC236}">
                <a16:creationId xmlns:a16="http://schemas.microsoft.com/office/drawing/2014/main" id="{5D211E3A-86BE-C97E-F195-F214FDEE62CF}"/>
              </a:ext>
            </a:extLst>
          </p:cNvPr>
          <p:cNvSpPr/>
          <p:nvPr/>
        </p:nvSpPr>
        <p:spPr>
          <a:xfrm>
            <a:off x="8611148" y="287450"/>
            <a:ext cx="349766" cy="377560"/>
          </a:xfrm>
          <a:custGeom>
            <a:avLst/>
            <a:gdLst/>
            <a:ahLst/>
            <a:cxnLst/>
            <a:rect l="l" t="t" r="r" b="b"/>
            <a:pathLst>
              <a:path w="12170" h="12201" extrusionOk="0">
                <a:moveTo>
                  <a:pt x="6085" y="2792"/>
                </a:moveTo>
                <a:cubicBezTo>
                  <a:pt x="6282" y="2792"/>
                  <a:pt x="6430" y="2972"/>
                  <a:pt x="6430" y="3151"/>
                </a:cubicBezTo>
                <a:lnTo>
                  <a:pt x="6430" y="3509"/>
                </a:lnTo>
                <a:lnTo>
                  <a:pt x="6073" y="3509"/>
                </a:lnTo>
                <a:cubicBezTo>
                  <a:pt x="6001" y="3497"/>
                  <a:pt x="5936" y="3491"/>
                  <a:pt x="5876" y="3491"/>
                </a:cubicBezTo>
                <a:cubicBezTo>
                  <a:pt x="5817" y="3491"/>
                  <a:pt x="5763" y="3497"/>
                  <a:pt x="5716" y="3509"/>
                </a:cubicBezTo>
                <a:lnTo>
                  <a:pt x="5716" y="3151"/>
                </a:lnTo>
                <a:cubicBezTo>
                  <a:pt x="5716" y="2985"/>
                  <a:pt x="5859" y="2794"/>
                  <a:pt x="6049" y="2794"/>
                </a:cubicBezTo>
                <a:cubicBezTo>
                  <a:pt x="6061" y="2793"/>
                  <a:pt x="6073" y="2792"/>
                  <a:pt x="6085" y="2792"/>
                </a:cubicBezTo>
                <a:close/>
                <a:moveTo>
                  <a:pt x="2048" y="6700"/>
                </a:moveTo>
                <a:lnTo>
                  <a:pt x="2239" y="9986"/>
                </a:lnTo>
                <a:lnTo>
                  <a:pt x="834" y="9986"/>
                </a:lnTo>
                <a:lnTo>
                  <a:pt x="2048" y="6700"/>
                </a:lnTo>
                <a:close/>
                <a:moveTo>
                  <a:pt x="2834" y="7367"/>
                </a:moveTo>
                <a:lnTo>
                  <a:pt x="3811" y="9986"/>
                </a:lnTo>
                <a:lnTo>
                  <a:pt x="2977" y="9986"/>
                </a:lnTo>
                <a:lnTo>
                  <a:pt x="2834" y="7367"/>
                </a:lnTo>
                <a:close/>
                <a:moveTo>
                  <a:pt x="9312" y="7367"/>
                </a:moveTo>
                <a:lnTo>
                  <a:pt x="9169" y="9986"/>
                </a:lnTo>
                <a:lnTo>
                  <a:pt x="8335" y="9986"/>
                </a:lnTo>
                <a:lnTo>
                  <a:pt x="9312" y="7367"/>
                </a:lnTo>
                <a:close/>
                <a:moveTo>
                  <a:pt x="10074" y="6700"/>
                </a:moveTo>
                <a:lnTo>
                  <a:pt x="11288" y="9986"/>
                </a:lnTo>
                <a:lnTo>
                  <a:pt x="9859" y="9986"/>
                </a:lnTo>
                <a:lnTo>
                  <a:pt x="10074" y="6700"/>
                </a:lnTo>
                <a:close/>
                <a:moveTo>
                  <a:pt x="6031" y="1"/>
                </a:moveTo>
                <a:cubicBezTo>
                  <a:pt x="5849" y="1"/>
                  <a:pt x="5716" y="173"/>
                  <a:pt x="5716" y="365"/>
                </a:cubicBezTo>
                <a:lnTo>
                  <a:pt x="5716" y="2151"/>
                </a:lnTo>
                <a:cubicBezTo>
                  <a:pt x="5311" y="2294"/>
                  <a:pt x="5001" y="2675"/>
                  <a:pt x="5001" y="3151"/>
                </a:cubicBezTo>
                <a:lnTo>
                  <a:pt x="5001" y="3628"/>
                </a:lnTo>
                <a:cubicBezTo>
                  <a:pt x="4406" y="3771"/>
                  <a:pt x="3930" y="4009"/>
                  <a:pt x="3549" y="4223"/>
                </a:cubicBezTo>
                <a:cubicBezTo>
                  <a:pt x="3096" y="4461"/>
                  <a:pt x="2739" y="4652"/>
                  <a:pt x="2334" y="4652"/>
                </a:cubicBezTo>
                <a:lnTo>
                  <a:pt x="1548" y="4652"/>
                </a:lnTo>
                <a:cubicBezTo>
                  <a:pt x="1358" y="4652"/>
                  <a:pt x="1191" y="4795"/>
                  <a:pt x="1191" y="4961"/>
                </a:cubicBezTo>
                <a:cubicBezTo>
                  <a:pt x="1167" y="5176"/>
                  <a:pt x="1334" y="5366"/>
                  <a:pt x="1548" y="5366"/>
                </a:cubicBezTo>
                <a:lnTo>
                  <a:pt x="1810" y="5366"/>
                </a:lnTo>
                <a:lnTo>
                  <a:pt x="0" y="10200"/>
                </a:lnTo>
                <a:lnTo>
                  <a:pt x="0" y="10248"/>
                </a:lnTo>
                <a:lnTo>
                  <a:pt x="0" y="10272"/>
                </a:lnTo>
                <a:lnTo>
                  <a:pt x="0" y="10296"/>
                </a:lnTo>
                <a:lnTo>
                  <a:pt x="0" y="10343"/>
                </a:lnTo>
                <a:lnTo>
                  <a:pt x="0" y="10367"/>
                </a:lnTo>
                <a:cubicBezTo>
                  <a:pt x="0" y="10867"/>
                  <a:pt x="262" y="11344"/>
                  <a:pt x="715" y="11701"/>
                </a:cubicBezTo>
                <a:cubicBezTo>
                  <a:pt x="1167" y="12034"/>
                  <a:pt x="1715" y="12201"/>
                  <a:pt x="2358" y="12201"/>
                </a:cubicBezTo>
                <a:cubicBezTo>
                  <a:pt x="2977" y="12201"/>
                  <a:pt x="3549" y="12034"/>
                  <a:pt x="3977" y="11701"/>
                </a:cubicBezTo>
                <a:cubicBezTo>
                  <a:pt x="4454" y="11344"/>
                  <a:pt x="4692" y="10867"/>
                  <a:pt x="4692" y="10367"/>
                </a:cubicBezTo>
                <a:lnTo>
                  <a:pt x="4692" y="10343"/>
                </a:lnTo>
                <a:lnTo>
                  <a:pt x="4692" y="10296"/>
                </a:lnTo>
                <a:lnTo>
                  <a:pt x="4692" y="10272"/>
                </a:lnTo>
                <a:lnTo>
                  <a:pt x="4692" y="10248"/>
                </a:lnTo>
                <a:lnTo>
                  <a:pt x="4692" y="10200"/>
                </a:lnTo>
                <a:lnTo>
                  <a:pt x="2858" y="5271"/>
                </a:lnTo>
                <a:cubicBezTo>
                  <a:pt x="3239" y="5176"/>
                  <a:pt x="3572" y="5009"/>
                  <a:pt x="3906" y="4818"/>
                </a:cubicBezTo>
                <a:cubicBezTo>
                  <a:pt x="4501" y="4485"/>
                  <a:pt x="5120" y="4175"/>
                  <a:pt x="6121" y="4175"/>
                </a:cubicBezTo>
                <a:cubicBezTo>
                  <a:pt x="7145" y="4175"/>
                  <a:pt x="7740" y="4485"/>
                  <a:pt x="8359" y="4818"/>
                </a:cubicBezTo>
                <a:cubicBezTo>
                  <a:pt x="8716" y="5009"/>
                  <a:pt x="9050" y="5176"/>
                  <a:pt x="9407" y="5271"/>
                </a:cubicBezTo>
                <a:lnTo>
                  <a:pt x="7549" y="10200"/>
                </a:lnTo>
                <a:lnTo>
                  <a:pt x="7549" y="10248"/>
                </a:lnTo>
                <a:lnTo>
                  <a:pt x="7549" y="10272"/>
                </a:lnTo>
                <a:lnTo>
                  <a:pt x="7549" y="10296"/>
                </a:lnTo>
                <a:lnTo>
                  <a:pt x="7549" y="10343"/>
                </a:lnTo>
                <a:lnTo>
                  <a:pt x="7549" y="10367"/>
                </a:lnTo>
                <a:cubicBezTo>
                  <a:pt x="7549" y="10867"/>
                  <a:pt x="7835" y="11344"/>
                  <a:pt x="8264" y="11701"/>
                </a:cubicBezTo>
                <a:cubicBezTo>
                  <a:pt x="8716" y="12034"/>
                  <a:pt x="9288" y="12201"/>
                  <a:pt x="9907" y="12201"/>
                </a:cubicBezTo>
                <a:cubicBezTo>
                  <a:pt x="10526" y="12201"/>
                  <a:pt x="11098" y="12034"/>
                  <a:pt x="11550" y="11701"/>
                </a:cubicBezTo>
                <a:cubicBezTo>
                  <a:pt x="11907" y="11344"/>
                  <a:pt x="12169" y="10867"/>
                  <a:pt x="12169" y="10367"/>
                </a:cubicBezTo>
                <a:lnTo>
                  <a:pt x="12169" y="10343"/>
                </a:lnTo>
                <a:lnTo>
                  <a:pt x="12169" y="10296"/>
                </a:lnTo>
                <a:lnTo>
                  <a:pt x="12169" y="10272"/>
                </a:lnTo>
                <a:lnTo>
                  <a:pt x="12169" y="10248"/>
                </a:lnTo>
                <a:lnTo>
                  <a:pt x="12169" y="10200"/>
                </a:lnTo>
                <a:lnTo>
                  <a:pt x="10360" y="5366"/>
                </a:lnTo>
                <a:lnTo>
                  <a:pt x="10598" y="5366"/>
                </a:lnTo>
                <a:cubicBezTo>
                  <a:pt x="10788" y="5366"/>
                  <a:pt x="10955" y="5199"/>
                  <a:pt x="10955" y="5033"/>
                </a:cubicBezTo>
                <a:cubicBezTo>
                  <a:pt x="10979" y="4818"/>
                  <a:pt x="10812" y="4652"/>
                  <a:pt x="10598" y="4652"/>
                </a:cubicBezTo>
                <a:lnTo>
                  <a:pt x="9836" y="4652"/>
                </a:lnTo>
                <a:cubicBezTo>
                  <a:pt x="9407" y="4652"/>
                  <a:pt x="9050" y="4461"/>
                  <a:pt x="8597" y="4223"/>
                </a:cubicBezTo>
                <a:cubicBezTo>
                  <a:pt x="8216" y="4009"/>
                  <a:pt x="7740" y="3771"/>
                  <a:pt x="7145" y="3628"/>
                </a:cubicBezTo>
                <a:lnTo>
                  <a:pt x="7145" y="3151"/>
                </a:lnTo>
                <a:cubicBezTo>
                  <a:pt x="7145" y="2675"/>
                  <a:pt x="6835" y="2294"/>
                  <a:pt x="6430" y="2151"/>
                </a:cubicBezTo>
                <a:lnTo>
                  <a:pt x="6430" y="365"/>
                </a:lnTo>
                <a:cubicBezTo>
                  <a:pt x="6430" y="175"/>
                  <a:pt x="6287" y="8"/>
                  <a:pt x="6097" y="8"/>
                </a:cubicBezTo>
                <a:cubicBezTo>
                  <a:pt x="6074" y="3"/>
                  <a:pt x="6052" y="1"/>
                  <a:pt x="603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81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9BCBC32-4C93-2628-4476-919D4A484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>
            <a:extLst>
              <a:ext uri="{FF2B5EF4-FFF2-40B4-BE49-F238E27FC236}">
                <a16:creationId xmlns:a16="http://schemas.microsoft.com/office/drawing/2014/main" id="{C99F4EC6-023C-072B-43BF-9479FDFED27D}"/>
              </a:ext>
            </a:extLst>
          </p:cNvPr>
          <p:cNvSpPr/>
          <p:nvPr/>
        </p:nvSpPr>
        <p:spPr>
          <a:xfrm>
            <a:off x="4114400" y="1113040"/>
            <a:ext cx="915200" cy="744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4">
            <a:extLst>
              <a:ext uri="{FF2B5EF4-FFF2-40B4-BE49-F238E27FC236}">
                <a16:creationId xmlns:a16="http://schemas.microsoft.com/office/drawing/2014/main" id="{45A2F882-B8B8-2C20-FF62-D8840E5C65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8401" y="1943215"/>
            <a:ext cx="3647195" cy="1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/>
              <a:t>Prototipo</a:t>
            </a:r>
            <a:endParaRPr sz="3000"/>
          </a:p>
        </p:txBody>
      </p:sp>
      <p:sp>
        <p:nvSpPr>
          <p:cNvPr id="167" name="Google Shape;167;p34">
            <a:extLst>
              <a:ext uri="{FF2B5EF4-FFF2-40B4-BE49-F238E27FC236}">
                <a16:creationId xmlns:a16="http://schemas.microsoft.com/office/drawing/2014/main" id="{5B0D45AC-2B79-CDC6-1DC5-609FB2D4968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28348" y="1198565"/>
            <a:ext cx="1287300" cy="5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04</a:t>
            </a:r>
            <a:endParaRPr/>
          </a:p>
        </p:txBody>
      </p:sp>
      <p:pic>
        <p:nvPicPr>
          <p:cNvPr id="4" name="Immagine 3" descr="Immagine che contiene vestiti, cartone animato, cappello, eretto">
            <a:extLst>
              <a:ext uri="{FF2B5EF4-FFF2-40B4-BE49-F238E27FC236}">
                <a16:creationId xmlns:a16="http://schemas.microsoft.com/office/drawing/2014/main" id="{A7158624-A52F-1CEB-4AFF-4339824B4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0391" y="1887852"/>
            <a:ext cx="2241629" cy="336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48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F7FB0D96-DC5E-5656-34F7-06FFF7BA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5C9AC69D-5CC7-CB20-9733-9F14C38C350A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381D385-CE1E-1F35-1E45-A6A1BA2BE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3580" y="760639"/>
            <a:ext cx="1571021" cy="340178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EA06B82-E8A0-11F2-774B-556951D974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66082" y="1178891"/>
            <a:ext cx="1571021" cy="340178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702A79D-1F8D-2641-E0FB-8ED7823061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0032" y="1364796"/>
            <a:ext cx="1530145" cy="330381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669025B-C503-51C4-7826-4060C87317A6}"/>
              </a:ext>
            </a:extLst>
          </p:cNvPr>
          <p:cNvSpPr txBox="1"/>
          <p:nvPr/>
        </p:nvSpPr>
        <p:spPr>
          <a:xfrm>
            <a:off x="5311685" y="1010738"/>
            <a:ext cx="1264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kern="50" err="1">
                <a:latin typeface="Quicksand Medium"/>
              </a:rPr>
              <a:t>Viene</a:t>
            </a:r>
            <a:r>
              <a:rPr lang="en-US" sz="800" kern="50">
                <a:latin typeface="Quicksand Medium"/>
              </a:rPr>
              <a:t> </a:t>
            </a:r>
            <a:r>
              <a:rPr lang="en-US" sz="800" b="1" kern="50" err="1">
                <a:latin typeface="Quicksand Medium"/>
              </a:rPr>
              <a:t>selezionata</a:t>
            </a:r>
            <a:r>
              <a:rPr lang="en-US" sz="800" kern="50">
                <a:latin typeface="Quicksand Medium"/>
              </a:rPr>
              <a:t> </a:t>
            </a:r>
            <a:r>
              <a:rPr lang="en-US" sz="800" kern="50" err="1">
                <a:latin typeface="Quicksand Medium"/>
              </a:rPr>
              <a:t>l’opzione</a:t>
            </a:r>
            <a:r>
              <a:rPr lang="en-US" sz="800" kern="50">
                <a:latin typeface="Quicksand Medium"/>
              </a:rPr>
              <a:t>  </a:t>
            </a:r>
          </a:p>
          <a:p>
            <a:r>
              <a:rPr lang="en-US" sz="800" b="1" i="1" kern="50">
                <a:latin typeface="Quicksand Medium"/>
              </a:rPr>
              <a:t>Nuova conversazione</a:t>
            </a:r>
            <a:r>
              <a:rPr lang="en-US" i="1">
                <a:latin typeface="Quicksand Medium"/>
              </a:rPr>
              <a:t> </a:t>
            </a:r>
            <a:endParaRPr lang="en-US" i="1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5AB1E3F-8622-E3C0-E16B-3B17799AF521}"/>
              </a:ext>
            </a:extLst>
          </p:cNvPr>
          <p:cNvSpPr txBox="1"/>
          <p:nvPr/>
        </p:nvSpPr>
        <p:spPr>
          <a:xfrm>
            <a:off x="2404373" y="2166453"/>
            <a:ext cx="14487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800" err="1">
                <a:latin typeface="Quicksand Medium"/>
              </a:rPr>
              <a:t>Viene</a:t>
            </a:r>
            <a:r>
              <a:rPr lang="en-US" sz="800">
                <a:latin typeface="Quicksand Medium"/>
              </a:rPr>
              <a:t> </a:t>
            </a:r>
            <a:r>
              <a:rPr lang="en-US" sz="800" b="1" err="1">
                <a:latin typeface="Quicksand Medium"/>
              </a:rPr>
              <a:t>selezionato</a:t>
            </a:r>
            <a:r>
              <a:rPr lang="en-US" sz="800">
                <a:latin typeface="Quicksand Medium"/>
              </a:rPr>
              <a:t> il </a:t>
            </a:r>
            <a:r>
              <a:rPr lang="en-US" sz="800" b="1" err="1">
                <a:latin typeface="Quicksand Medium"/>
              </a:rPr>
              <a:t>periodo</a:t>
            </a:r>
            <a:r>
              <a:rPr lang="en-US" sz="800" b="1">
                <a:latin typeface="Quicksand Medium"/>
              </a:rPr>
              <a:t> storico </a:t>
            </a:r>
            <a:r>
              <a:rPr lang="en-US" sz="800">
                <a:latin typeface="Quicksand Medium"/>
              </a:rPr>
              <a:t>e </a:t>
            </a:r>
            <a:r>
              <a:rPr lang="en-US" sz="800" b="1" err="1">
                <a:latin typeface="Quicksand Medium"/>
              </a:rPr>
              <a:t>avviata</a:t>
            </a:r>
            <a:r>
              <a:rPr lang="en-US" sz="800">
                <a:latin typeface="Quicksand Medium"/>
              </a:rPr>
              <a:t> la conversazione.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DB0AEDE8-EABC-3BDB-46EE-6A2F148ACDC8}"/>
              </a:ext>
            </a:extLst>
          </p:cNvPr>
          <p:cNvCxnSpPr>
            <a:cxnSpLocks/>
          </p:cNvCxnSpPr>
          <p:nvPr/>
        </p:nvCxnSpPr>
        <p:spPr>
          <a:xfrm flipH="1">
            <a:off x="5310055" y="1919084"/>
            <a:ext cx="1385614" cy="435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DDA873E4-BA35-3C22-1239-547CE197B58C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2452009" y="2628118"/>
            <a:ext cx="1748284" cy="388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Google Shape;173;p35">
            <a:extLst>
              <a:ext uri="{FF2B5EF4-FFF2-40B4-BE49-F238E27FC236}">
                <a16:creationId xmlns:a16="http://schemas.microsoft.com/office/drawing/2014/main" id="{B1F51CF0-D7D8-E128-E467-E69CD2159D7A}"/>
              </a:ext>
            </a:extLst>
          </p:cNvPr>
          <p:cNvSpPr txBox="1">
            <a:spLocks noGrp="1"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avvio conversazione </a:t>
            </a:r>
          </a:p>
        </p:txBody>
      </p:sp>
      <p:cxnSp>
        <p:nvCxnSpPr>
          <p:cNvPr id="16" name="Google Shape;175;p35">
            <a:extLst>
              <a:ext uri="{FF2B5EF4-FFF2-40B4-BE49-F238E27FC236}">
                <a16:creationId xmlns:a16="http://schemas.microsoft.com/office/drawing/2014/main" id="{C89FE375-77C0-8444-FF61-EEF61AE56631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3999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67;p34">
            <a:extLst>
              <a:ext uri="{FF2B5EF4-FFF2-40B4-BE49-F238E27FC236}">
                <a16:creationId xmlns:a16="http://schemas.microsoft.com/office/drawing/2014/main" id="{DF49ACD4-6DF6-F8BB-D574-0088356DB90C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18" name="Google Shape;164;p34">
            <a:extLst>
              <a:ext uri="{FF2B5EF4-FFF2-40B4-BE49-F238E27FC236}">
                <a16:creationId xmlns:a16="http://schemas.microsoft.com/office/drawing/2014/main" id="{AD840DDA-A246-64BD-4991-371F2E64E20F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CasellaDiTesto 14">
            <a:extLst>
              <a:ext uri="{FF2B5EF4-FFF2-40B4-BE49-F238E27FC236}">
                <a16:creationId xmlns:a16="http://schemas.microsoft.com/office/drawing/2014/main" id="{450B7D45-6FE6-F493-945C-93ED5006F3CF}"/>
              </a:ext>
            </a:extLst>
          </p:cNvPr>
          <p:cNvSpPr txBox="1"/>
          <p:nvPr/>
        </p:nvSpPr>
        <p:spPr>
          <a:xfrm>
            <a:off x="1102178" y="685800"/>
            <a:ext cx="478427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>
                <a:solidFill>
                  <a:srgbClr val="191919"/>
                </a:solidFill>
                <a:latin typeface="Quicksand Medium"/>
              </a:rPr>
              <a:t>IP1 -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Selezione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del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periodo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storico e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avvio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della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conversazione</a:t>
            </a:r>
            <a:endParaRPr lang="en-US" sz="1200">
              <a:latin typeface="Quicksand Medium"/>
            </a:endParaRPr>
          </a:p>
        </p:txBody>
      </p:sp>
      <p:grpSp>
        <p:nvGrpSpPr>
          <p:cNvPr id="20" name="Google Shape;1069;p54">
            <a:extLst>
              <a:ext uri="{FF2B5EF4-FFF2-40B4-BE49-F238E27FC236}">
                <a16:creationId xmlns:a16="http://schemas.microsoft.com/office/drawing/2014/main" id="{3AD07AD9-C049-11E6-6640-6B8A5C15A46A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21" name="Google Shape;1070;p54">
              <a:extLst>
                <a:ext uri="{FF2B5EF4-FFF2-40B4-BE49-F238E27FC236}">
                  <a16:creationId xmlns:a16="http://schemas.microsoft.com/office/drawing/2014/main" id="{A96192F8-A8C2-D99B-B910-B0BB88AF3F84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2" name="Google Shape;1071;p54">
              <a:extLst>
                <a:ext uri="{FF2B5EF4-FFF2-40B4-BE49-F238E27FC236}">
                  <a16:creationId xmlns:a16="http://schemas.microsoft.com/office/drawing/2014/main" id="{F6F6C8A4-7626-AD15-DAD5-8216A9B3545E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" name="Google Shape;1072;p54">
              <a:extLst>
                <a:ext uri="{FF2B5EF4-FFF2-40B4-BE49-F238E27FC236}">
                  <a16:creationId xmlns:a16="http://schemas.microsoft.com/office/drawing/2014/main" id="{07E5756C-E590-6E5B-6C90-DD3F137B85F0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" name="Google Shape;1073;p54">
              <a:extLst>
                <a:ext uri="{FF2B5EF4-FFF2-40B4-BE49-F238E27FC236}">
                  <a16:creationId xmlns:a16="http://schemas.microsoft.com/office/drawing/2014/main" id="{343C72DF-4A86-2D4A-BC04-772E52E8AD7A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4115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13BB8769-7987-591C-6CF5-0104FBB0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ABDF6937-0924-19FE-2B03-1DB06E4523F7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3" name="Google Shape;173;p35">
            <a:extLst>
              <a:ext uri="{FF2B5EF4-FFF2-40B4-BE49-F238E27FC236}">
                <a16:creationId xmlns:a16="http://schemas.microsoft.com/office/drawing/2014/main" id="{AC73588F-A6F7-4EBA-D788-12E2FD9CD465}"/>
              </a:ext>
            </a:extLst>
          </p:cNvPr>
          <p:cNvSpPr txBox="1">
            <a:spLocks noGrp="1"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avvio conversazione </a:t>
            </a:r>
          </a:p>
        </p:txBody>
      </p:sp>
      <p:sp>
        <p:nvSpPr>
          <p:cNvPr id="17" name="Google Shape;167;p34">
            <a:extLst>
              <a:ext uri="{FF2B5EF4-FFF2-40B4-BE49-F238E27FC236}">
                <a16:creationId xmlns:a16="http://schemas.microsoft.com/office/drawing/2014/main" id="{8FB84B9C-599A-49A4-3EA0-F226E10DFC16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18" name="Google Shape;164;p34">
            <a:extLst>
              <a:ext uri="{FF2B5EF4-FFF2-40B4-BE49-F238E27FC236}">
                <a16:creationId xmlns:a16="http://schemas.microsoft.com/office/drawing/2014/main" id="{C8FA8F4B-CC74-FF42-DA29-3121A70A278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CasellaDiTesto 14">
            <a:extLst>
              <a:ext uri="{FF2B5EF4-FFF2-40B4-BE49-F238E27FC236}">
                <a16:creationId xmlns:a16="http://schemas.microsoft.com/office/drawing/2014/main" id="{D291FD57-8814-559D-EFF0-007BC25D9301}"/>
              </a:ext>
            </a:extLst>
          </p:cNvPr>
          <p:cNvSpPr txBox="1"/>
          <p:nvPr/>
        </p:nvSpPr>
        <p:spPr>
          <a:xfrm>
            <a:off x="1102178" y="685800"/>
            <a:ext cx="478427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>
                <a:solidFill>
                  <a:srgbClr val="191919"/>
                </a:solidFill>
                <a:latin typeface="Quicksand Medium"/>
              </a:rPr>
              <a:t>IP2 -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Selezione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del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periodo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storico e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avvio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della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conversazione</a:t>
            </a:r>
            <a:endParaRPr lang="en-US" sz="1200">
              <a:latin typeface="Quicksand Medium"/>
            </a:endParaRPr>
          </a:p>
        </p:txBody>
      </p:sp>
      <p:sp>
        <p:nvSpPr>
          <p:cNvPr id="2" name="Google Shape;125;p31">
            <a:extLst>
              <a:ext uri="{FF2B5EF4-FFF2-40B4-BE49-F238E27FC236}">
                <a16:creationId xmlns:a16="http://schemas.microsoft.com/office/drawing/2014/main" id="{9CDDDC61-4F42-F720-73E6-38122971367C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5AA7014-75DD-6E54-D085-42660C3319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7801" y="1257572"/>
            <a:ext cx="1412914" cy="305943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43C3C9B-4D42-D9CB-9F07-D937C1F439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59033" y="1610678"/>
            <a:ext cx="1408515" cy="304990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F6E86C9-7FCE-F4FD-8F43-EF5F0536DB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28391" y="1605915"/>
            <a:ext cx="1416959" cy="305943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DD4C74C-D447-2405-2917-ACDE9C0A50D9}"/>
              </a:ext>
            </a:extLst>
          </p:cNvPr>
          <p:cNvSpPr txBox="1"/>
          <p:nvPr/>
        </p:nvSpPr>
        <p:spPr>
          <a:xfrm>
            <a:off x="913311" y="4409258"/>
            <a:ext cx="156972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selezionata</a:t>
            </a:r>
            <a:r>
              <a:rPr lang="en-US" sz="800"/>
              <a:t> </a:t>
            </a:r>
            <a:r>
              <a:rPr lang="en-US" sz="800" err="1"/>
              <a:t>l’opzione</a:t>
            </a:r>
            <a:r>
              <a:rPr lang="en-US" sz="800"/>
              <a:t> </a:t>
            </a:r>
            <a:r>
              <a:rPr lang="en-US" sz="800" b="1" i="1"/>
              <a:t>Nuova conversazione</a:t>
            </a:r>
            <a:r>
              <a:rPr lang="en-US" sz="800"/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862CAC9-01DF-C75D-51D5-95B4516CA453}"/>
              </a:ext>
            </a:extLst>
          </p:cNvPr>
          <p:cNvSpPr txBox="1"/>
          <p:nvPr/>
        </p:nvSpPr>
        <p:spPr>
          <a:xfrm>
            <a:off x="3738803" y="1129277"/>
            <a:ext cx="1661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selezionato</a:t>
            </a:r>
            <a:r>
              <a:rPr lang="en-US" sz="800"/>
              <a:t> il </a:t>
            </a:r>
            <a:r>
              <a:rPr lang="en-US" sz="800" b="1" err="1"/>
              <a:t>periodo</a:t>
            </a:r>
            <a:r>
              <a:rPr lang="en-US" sz="800"/>
              <a:t> </a:t>
            </a:r>
            <a:r>
              <a:rPr lang="en-US" sz="800" b="1"/>
              <a:t>storico</a:t>
            </a:r>
            <a:r>
              <a:rPr lang="en-US" sz="800"/>
              <a:t> e </a:t>
            </a:r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mostrata</a:t>
            </a:r>
            <a:r>
              <a:rPr lang="en-US" sz="800"/>
              <a:t> </a:t>
            </a:r>
            <a:r>
              <a:rPr lang="en-US" sz="800" err="1"/>
              <a:t>una</a:t>
            </a:r>
            <a:r>
              <a:rPr lang="en-US" sz="800"/>
              <a:t> </a:t>
            </a:r>
            <a:r>
              <a:rPr lang="en-US" sz="800" b="1" err="1"/>
              <a:t>descrizione</a:t>
            </a:r>
            <a:r>
              <a:rPr lang="en-US" sz="800"/>
              <a:t>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4D2E083-1831-9523-3BD2-304E2F480AA2}"/>
              </a:ext>
            </a:extLst>
          </p:cNvPr>
          <p:cNvSpPr txBox="1"/>
          <p:nvPr/>
        </p:nvSpPr>
        <p:spPr>
          <a:xfrm>
            <a:off x="6966746" y="536554"/>
            <a:ext cx="14249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avviata</a:t>
            </a:r>
            <a:r>
              <a:rPr lang="en-US" sz="800"/>
              <a:t> la </a:t>
            </a:r>
            <a:r>
              <a:rPr lang="en-US" sz="800" b="1"/>
              <a:t>conversazione</a:t>
            </a:r>
            <a:r>
              <a:rPr lang="en-US" sz="800"/>
              <a:t>.</a:t>
            </a:r>
          </a:p>
        </p:txBody>
      </p:sp>
      <p:cxnSp>
        <p:nvCxnSpPr>
          <p:cNvPr id="22" name="Connettore a gomito 21">
            <a:extLst>
              <a:ext uri="{FF2B5EF4-FFF2-40B4-BE49-F238E27FC236}">
                <a16:creationId xmlns:a16="http://schemas.microsoft.com/office/drawing/2014/main" id="{DBA877F5-4B79-2D36-3FEC-D7DAB9EABD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9261" y="4381341"/>
            <a:ext cx="234586" cy="1059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B42B83BF-074E-9C5E-7309-B781EE722FA0}"/>
              </a:ext>
            </a:extLst>
          </p:cNvPr>
          <p:cNvCxnSpPr/>
          <p:nvPr/>
        </p:nvCxnSpPr>
        <p:spPr>
          <a:xfrm flipV="1">
            <a:off x="2320697" y="3863748"/>
            <a:ext cx="379641" cy="720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AF51B1F-383F-6066-C03D-DF2BC8ED6E72}"/>
              </a:ext>
            </a:extLst>
          </p:cNvPr>
          <p:cNvCxnSpPr>
            <a:cxnSpLocks/>
          </p:cNvCxnSpPr>
          <p:nvPr/>
        </p:nvCxnSpPr>
        <p:spPr>
          <a:xfrm flipV="1">
            <a:off x="3368176" y="1977483"/>
            <a:ext cx="1359082" cy="559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E6A70AEA-0EA0-CCFA-B0E0-84636C847A63}"/>
              </a:ext>
            </a:extLst>
          </p:cNvPr>
          <p:cNvCxnSpPr>
            <a:cxnSpLocks/>
          </p:cNvCxnSpPr>
          <p:nvPr/>
        </p:nvCxnSpPr>
        <p:spPr>
          <a:xfrm flipV="1">
            <a:off x="5714324" y="2787287"/>
            <a:ext cx="1014136" cy="1234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Immagine 25">
            <a:extLst>
              <a:ext uri="{FF2B5EF4-FFF2-40B4-BE49-F238E27FC236}">
                <a16:creationId xmlns:a16="http://schemas.microsoft.com/office/drawing/2014/main" id="{529D7F96-84F1-DD4D-8D2D-1857DC892E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33332" y="883920"/>
            <a:ext cx="1415195" cy="3055620"/>
          </a:xfrm>
          <a:prstGeom prst="rect">
            <a:avLst/>
          </a:prstGeom>
        </p:spPr>
      </p:pic>
      <p:grpSp>
        <p:nvGrpSpPr>
          <p:cNvPr id="32" name="Google Shape;1069;p54">
            <a:extLst>
              <a:ext uri="{FF2B5EF4-FFF2-40B4-BE49-F238E27FC236}">
                <a16:creationId xmlns:a16="http://schemas.microsoft.com/office/drawing/2014/main" id="{FE906D1B-CA00-55E1-607C-6EB7B081F382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33" name="Google Shape;1070;p54">
              <a:extLst>
                <a:ext uri="{FF2B5EF4-FFF2-40B4-BE49-F238E27FC236}">
                  <a16:creationId xmlns:a16="http://schemas.microsoft.com/office/drawing/2014/main" id="{9193D198-186C-7BF8-67DE-A3038D0FCDBA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" name="Google Shape;1071;p54">
              <a:extLst>
                <a:ext uri="{FF2B5EF4-FFF2-40B4-BE49-F238E27FC236}">
                  <a16:creationId xmlns:a16="http://schemas.microsoft.com/office/drawing/2014/main" id="{DC977253-21BA-DA7F-B043-E6A121DFAA90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5" name="Google Shape;1072;p54">
              <a:extLst>
                <a:ext uri="{FF2B5EF4-FFF2-40B4-BE49-F238E27FC236}">
                  <a16:creationId xmlns:a16="http://schemas.microsoft.com/office/drawing/2014/main" id="{FD8BD0E8-DADC-5081-6B48-E9545B58E083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" name="Google Shape;1073;p54">
              <a:extLst>
                <a:ext uri="{FF2B5EF4-FFF2-40B4-BE49-F238E27FC236}">
                  <a16:creationId xmlns:a16="http://schemas.microsoft.com/office/drawing/2014/main" id="{194EF75E-E7BC-F6DE-484A-0A47045CB34B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38" name="Google Shape;175;p35">
            <a:extLst>
              <a:ext uri="{FF2B5EF4-FFF2-40B4-BE49-F238E27FC236}">
                <a16:creationId xmlns:a16="http://schemas.microsoft.com/office/drawing/2014/main" id="{C3A03996-4C26-44E3-FC8A-6CEA79847A55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3999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37099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2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352814CC-3DF7-AC32-BAC4-CCC0EDB3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9F15BB3B-B98D-0AD8-AE2D-52A15E15A1D7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0A9D258-1E3C-35ED-369A-881E276F6E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1488" y="1104083"/>
            <a:ext cx="1644671" cy="356126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60FD325-4446-A58D-B0E2-223C1943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849" y="1104084"/>
            <a:ext cx="1689735" cy="3561262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14E451E-5408-B776-6F80-1A7BFF1BE728}"/>
              </a:ext>
            </a:extLst>
          </p:cNvPr>
          <p:cNvSpPr txBox="1"/>
          <p:nvPr/>
        </p:nvSpPr>
        <p:spPr>
          <a:xfrm>
            <a:off x="3452949" y="2384516"/>
            <a:ext cx="18059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>
                <a:latin typeface="Quicksand Medium"/>
              </a:rPr>
              <a:t>Viene</a:t>
            </a:r>
            <a:r>
              <a:rPr lang="en-US" sz="900">
                <a:latin typeface="Quicksand Medium"/>
              </a:rPr>
              <a:t> </a:t>
            </a:r>
            <a:r>
              <a:rPr lang="en-US" sz="900" b="1" err="1">
                <a:latin typeface="Quicksand Medium"/>
              </a:rPr>
              <a:t>selezionata</a:t>
            </a:r>
            <a:r>
              <a:rPr lang="en-US" sz="900">
                <a:latin typeface="Quicksand Medium"/>
              </a:rPr>
              <a:t> </a:t>
            </a:r>
            <a:r>
              <a:rPr lang="en-US" sz="900" err="1">
                <a:latin typeface="Quicksand Medium"/>
              </a:rPr>
              <a:t>l’opzione</a:t>
            </a:r>
            <a:r>
              <a:rPr lang="en-US" sz="900">
                <a:latin typeface="Quicksand Medium"/>
              </a:rPr>
              <a:t> </a:t>
            </a:r>
            <a:r>
              <a:rPr lang="en-US" sz="900" b="1" i="1" err="1">
                <a:latin typeface="Quicksand Medium"/>
              </a:rPr>
              <a:t>Domande</a:t>
            </a:r>
            <a:r>
              <a:rPr lang="en-US" sz="900">
                <a:latin typeface="Quicksand Medium"/>
              </a:rPr>
              <a:t>.</a:t>
            </a:r>
            <a:endParaRPr lang="it-IT" sz="900">
              <a:latin typeface="Quicksand Medium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9D24898F-6B4A-6028-2A80-92FC3E59076F}"/>
              </a:ext>
            </a:extLst>
          </p:cNvPr>
          <p:cNvCxnSpPr>
            <a:cxnSpLocks/>
          </p:cNvCxnSpPr>
          <p:nvPr/>
        </p:nvCxnSpPr>
        <p:spPr>
          <a:xfrm flipV="1">
            <a:off x="3010829" y="2737076"/>
            <a:ext cx="2798058" cy="36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oogle Shape;173;p35">
            <a:extLst>
              <a:ext uri="{FF2B5EF4-FFF2-40B4-BE49-F238E27FC236}">
                <a16:creationId xmlns:a16="http://schemas.microsoft.com/office/drawing/2014/main" id="{726DC881-8FB3-03DD-87BB-835D6C3C6E45}"/>
              </a:ext>
            </a:extLst>
          </p:cNvPr>
          <p:cNvSpPr txBox="1">
            <a:spLocks noGrp="1"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visualizzazione domande  </a:t>
            </a:r>
          </a:p>
        </p:txBody>
      </p:sp>
      <p:cxnSp>
        <p:nvCxnSpPr>
          <p:cNvPr id="13" name="Google Shape;175;p35">
            <a:extLst>
              <a:ext uri="{FF2B5EF4-FFF2-40B4-BE49-F238E27FC236}">
                <a16:creationId xmlns:a16="http://schemas.microsoft.com/office/drawing/2014/main" id="{9DBB0562-AF4A-EA6F-6348-D3302C96CBCD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51887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67;p34">
            <a:extLst>
              <a:ext uri="{FF2B5EF4-FFF2-40B4-BE49-F238E27FC236}">
                <a16:creationId xmlns:a16="http://schemas.microsoft.com/office/drawing/2014/main" id="{21837DED-89C3-8B30-3B58-602D7C1E5CA5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15" name="Google Shape;164;p34">
            <a:extLst>
              <a:ext uri="{FF2B5EF4-FFF2-40B4-BE49-F238E27FC236}">
                <a16:creationId xmlns:a16="http://schemas.microsoft.com/office/drawing/2014/main" id="{BB421F5E-A8A3-BADB-19A7-39AC98DE84E9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CasellaDiTesto 14">
            <a:extLst>
              <a:ext uri="{FF2B5EF4-FFF2-40B4-BE49-F238E27FC236}">
                <a16:creationId xmlns:a16="http://schemas.microsoft.com/office/drawing/2014/main" id="{40F89E9F-EF35-0B21-9C36-25E1A328D598}"/>
              </a:ext>
            </a:extLst>
          </p:cNvPr>
          <p:cNvSpPr txBox="1"/>
          <p:nvPr/>
        </p:nvSpPr>
        <p:spPr>
          <a:xfrm>
            <a:off x="1102178" y="685800"/>
            <a:ext cx="478427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>
                <a:solidFill>
                  <a:srgbClr val="191919"/>
                </a:solidFill>
                <a:latin typeface="Quicksand Medium"/>
              </a:rPr>
              <a:t>IP1 –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Visualizzare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le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domande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assegnate</a:t>
            </a:r>
          </a:p>
        </p:txBody>
      </p:sp>
      <p:grpSp>
        <p:nvGrpSpPr>
          <p:cNvPr id="7" name="Google Shape;1069;p54">
            <a:extLst>
              <a:ext uri="{FF2B5EF4-FFF2-40B4-BE49-F238E27FC236}">
                <a16:creationId xmlns:a16="http://schemas.microsoft.com/office/drawing/2014/main" id="{3A37FAFF-019C-16F4-307A-B6674A2FFF96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9" name="Google Shape;1070;p54">
              <a:extLst>
                <a:ext uri="{FF2B5EF4-FFF2-40B4-BE49-F238E27FC236}">
                  <a16:creationId xmlns:a16="http://schemas.microsoft.com/office/drawing/2014/main" id="{88080382-D47A-2F34-2197-C9F85C0E0CDB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" name="Google Shape;1071;p54">
              <a:extLst>
                <a:ext uri="{FF2B5EF4-FFF2-40B4-BE49-F238E27FC236}">
                  <a16:creationId xmlns:a16="http://schemas.microsoft.com/office/drawing/2014/main" id="{E37E88CE-A469-8678-1280-0B7299485718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" name="Google Shape;1072;p54">
              <a:extLst>
                <a:ext uri="{FF2B5EF4-FFF2-40B4-BE49-F238E27FC236}">
                  <a16:creationId xmlns:a16="http://schemas.microsoft.com/office/drawing/2014/main" id="{ACAE76A0-F795-014D-E2AB-EC67105C4C68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" name="Google Shape;1073;p54">
              <a:extLst>
                <a:ext uri="{FF2B5EF4-FFF2-40B4-BE49-F238E27FC236}">
                  <a16:creationId xmlns:a16="http://schemas.microsoft.com/office/drawing/2014/main" id="{1DCA012A-7FD8-2C14-0C7D-39FC38C0CA29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507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3FC88A1B-675B-F059-AE4A-660445D0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345C87AB-2F37-FDE4-8624-8B910289B2D9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886050D-9BDE-8499-0DAE-9EF652AC7FCC}"/>
              </a:ext>
            </a:extLst>
          </p:cNvPr>
          <p:cNvSpPr txBox="1"/>
          <p:nvPr/>
        </p:nvSpPr>
        <p:spPr>
          <a:xfrm>
            <a:off x="3248841" y="3429544"/>
            <a:ext cx="18059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1000" err="1">
                <a:latin typeface="Quicksand Medium"/>
              </a:rPr>
              <a:t>Viene</a:t>
            </a:r>
            <a:r>
              <a:rPr lang="en-US" sz="1000">
                <a:latin typeface="Quicksand Medium"/>
              </a:rPr>
              <a:t> </a:t>
            </a:r>
            <a:r>
              <a:rPr lang="en-US" sz="1000" b="1" err="1">
                <a:latin typeface="Quicksand Medium"/>
              </a:rPr>
              <a:t>selezionata</a:t>
            </a:r>
            <a:r>
              <a:rPr lang="en-US" sz="1000">
                <a:latin typeface="Quicksand Medium"/>
              </a:rPr>
              <a:t> </a:t>
            </a:r>
            <a:r>
              <a:rPr lang="en-US" sz="1000" err="1">
                <a:latin typeface="Quicksand Medium"/>
              </a:rPr>
              <a:t>l’opzione</a:t>
            </a:r>
            <a:r>
              <a:rPr lang="en-US" sz="1000">
                <a:latin typeface="Quicksand Medium"/>
              </a:rPr>
              <a:t> </a:t>
            </a:r>
            <a:r>
              <a:rPr lang="en-US" sz="1000" b="1" i="1" err="1">
                <a:latin typeface="Quicksand Medium"/>
              </a:rPr>
              <a:t>Domande</a:t>
            </a:r>
            <a:r>
              <a:rPr lang="en-US" sz="1000">
                <a:latin typeface="Quicksand Medium"/>
              </a:rPr>
              <a:t>.</a:t>
            </a:r>
            <a:endParaRPr lang="it-IT" sz="1000">
              <a:latin typeface="Quicksand Medium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16D0BA5-4AA9-3983-DB88-853D2A898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75016" y="1134100"/>
            <a:ext cx="1621973" cy="351211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11869FB-BE08-4779-BDBB-54B882052E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29006" y="1101905"/>
            <a:ext cx="1638890" cy="3548745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5869859-E292-4110-D82C-E49582F54589}"/>
              </a:ext>
            </a:extLst>
          </p:cNvPr>
          <p:cNvCxnSpPr/>
          <p:nvPr/>
        </p:nvCxnSpPr>
        <p:spPr>
          <a:xfrm flipV="1">
            <a:off x="3106510" y="3463153"/>
            <a:ext cx="2706052" cy="98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oogle Shape;173;p35">
            <a:extLst>
              <a:ext uri="{FF2B5EF4-FFF2-40B4-BE49-F238E27FC236}">
                <a16:creationId xmlns:a16="http://schemas.microsoft.com/office/drawing/2014/main" id="{568FBCC5-7435-2D12-5E1D-5C591FFA3BFA}"/>
              </a:ext>
            </a:extLst>
          </p:cNvPr>
          <p:cNvSpPr txBox="1">
            <a:spLocks noGrp="1"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visualizzazione domande</a:t>
            </a:r>
          </a:p>
        </p:txBody>
      </p:sp>
      <p:cxnSp>
        <p:nvCxnSpPr>
          <p:cNvPr id="15" name="Google Shape;175;p35">
            <a:extLst>
              <a:ext uri="{FF2B5EF4-FFF2-40B4-BE49-F238E27FC236}">
                <a16:creationId xmlns:a16="http://schemas.microsoft.com/office/drawing/2014/main" id="{8DA3BD6A-A43E-685B-F0A1-F851B38880D8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4707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67;p34">
            <a:extLst>
              <a:ext uri="{FF2B5EF4-FFF2-40B4-BE49-F238E27FC236}">
                <a16:creationId xmlns:a16="http://schemas.microsoft.com/office/drawing/2014/main" id="{1280ED2D-121D-AF46-A764-3DB97357D754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19" name="Google Shape;164;p34">
            <a:extLst>
              <a:ext uri="{FF2B5EF4-FFF2-40B4-BE49-F238E27FC236}">
                <a16:creationId xmlns:a16="http://schemas.microsoft.com/office/drawing/2014/main" id="{EE172EA5-6D2F-8BED-FA2E-653061DBF146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CasellaDiTesto 14">
            <a:extLst>
              <a:ext uri="{FF2B5EF4-FFF2-40B4-BE49-F238E27FC236}">
                <a16:creationId xmlns:a16="http://schemas.microsoft.com/office/drawing/2014/main" id="{80CFACCF-2359-F1BB-6841-314B010739F0}"/>
              </a:ext>
            </a:extLst>
          </p:cNvPr>
          <p:cNvSpPr txBox="1"/>
          <p:nvPr/>
        </p:nvSpPr>
        <p:spPr>
          <a:xfrm>
            <a:off x="1102178" y="685800"/>
            <a:ext cx="478427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>
                <a:solidFill>
                  <a:srgbClr val="191919"/>
                </a:solidFill>
                <a:latin typeface="Quicksand Medium"/>
              </a:rPr>
              <a:t>IP2 –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Visualizzare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le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domande</a:t>
            </a:r>
            <a:r>
              <a:rPr lang="en-US" sz="1200">
                <a:solidFill>
                  <a:srgbClr val="191919"/>
                </a:solidFill>
                <a:latin typeface="Quicksand Medium"/>
              </a:rPr>
              <a:t> </a:t>
            </a:r>
            <a:r>
              <a:rPr lang="en-US" sz="1200" err="1">
                <a:solidFill>
                  <a:srgbClr val="191919"/>
                </a:solidFill>
                <a:latin typeface="Quicksand Medium"/>
              </a:rPr>
              <a:t>assegnate</a:t>
            </a:r>
            <a:endParaRPr lang="en-US" sz="1200">
              <a:solidFill>
                <a:srgbClr val="191919"/>
              </a:solidFill>
              <a:latin typeface="Quicksand Medium"/>
            </a:endParaRPr>
          </a:p>
        </p:txBody>
      </p:sp>
      <p:grpSp>
        <p:nvGrpSpPr>
          <p:cNvPr id="8" name="Google Shape;1069;p54">
            <a:extLst>
              <a:ext uri="{FF2B5EF4-FFF2-40B4-BE49-F238E27FC236}">
                <a16:creationId xmlns:a16="http://schemas.microsoft.com/office/drawing/2014/main" id="{7AF78605-4125-3DE3-65E3-1F64267912C4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9" name="Google Shape;1070;p54">
              <a:extLst>
                <a:ext uri="{FF2B5EF4-FFF2-40B4-BE49-F238E27FC236}">
                  <a16:creationId xmlns:a16="http://schemas.microsoft.com/office/drawing/2014/main" id="{F4EA1F4A-4C84-D07B-9EA5-3AB0BAD2A5F3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071;p54">
              <a:extLst>
                <a:ext uri="{FF2B5EF4-FFF2-40B4-BE49-F238E27FC236}">
                  <a16:creationId xmlns:a16="http://schemas.microsoft.com/office/drawing/2014/main" id="{57F490EB-9A8E-A039-E6CD-F6DF7B3EF41E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1072;p54">
              <a:extLst>
                <a:ext uri="{FF2B5EF4-FFF2-40B4-BE49-F238E27FC236}">
                  <a16:creationId xmlns:a16="http://schemas.microsoft.com/office/drawing/2014/main" id="{79E3D215-CE04-AEDF-08D6-BF258175FB2A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1073;p54">
              <a:extLst>
                <a:ext uri="{FF2B5EF4-FFF2-40B4-BE49-F238E27FC236}">
                  <a16:creationId xmlns:a16="http://schemas.microsoft.com/office/drawing/2014/main" id="{C7B46A74-740C-440E-E5D6-DECB1F133241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4485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F60F87D5-BDFE-490B-C714-F028CA77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F41973B9-9617-9256-74F2-78F6F020ED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79911" y="434068"/>
            <a:ext cx="1405363" cy="3034393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F2AB52F7-860C-1913-E8A9-5C812DF243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68567" y="415631"/>
            <a:ext cx="1416707" cy="3058884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EE97B02A-551C-03F8-6090-69FA1839BF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76179" y="409577"/>
            <a:ext cx="1416706" cy="3058884"/>
          </a:xfrm>
          <a:prstGeom prst="rect">
            <a:avLst/>
          </a:prstGeom>
        </p:spPr>
      </p:pic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451CE37A-A081-C45E-6BA9-24A885C8F965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2A3E8B5-9FE0-B43E-5473-CC12263A90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0258" y="1609724"/>
            <a:ext cx="1412926" cy="305072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B6554B7-345B-E297-D874-078B928654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49237" y="1606326"/>
            <a:ext cx="1408515" cy="304119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AD628F9-C2A4-9D73-0E17-690E6BA9703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412368" y="1699533"/>
            <a:ext cx="1405364" cy="303439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563AEB1-54E7-F055-FA21-300310233624}"/>
              </a:ext>
            </a:extLst>
          </p:cNvPr>
          <p:cNvSpPr txBox="1"/>
          <p:nvPr/>
        </p:nvSpPr>
        <p:spPr>
          <a:xfrm>
            <a:off x="1849350" y="1112895"/>
            <a:ext cx="16129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b="1" err="1"/>
              <a:t>selezionata</a:t>
            </a:r>
            <a:r>
              <a:rPr lang="en-US" sz="900"/>
              <a:t> </a:t>
            </a:r>
            <a:r>
              <a:rPr lang="en-US" sz="900" err="1"/>
              <a:t>l’opzione</a:t>
            </a:r>
            <a:r>
              <a:rPr lang="en-US" sz="900"/>
              <a:t> </a:t>
            </a:r>
            <a:r>
              <a:rPr lang="en-US" sz="900" b="1" i="1"/>
              <a:t>Nuova</a:t>
            </a:r>
            <a:r>
              <a:rPr lang="en-US" sz="900" b="1"/>
              <a:t> </a:t>
            </a:r>
            <a:r>
              <a:rPr lang="en-US" sz="900" b="1" i="1"/>
              <a:t>conversazione</a:t>
            </a:r>
            <a:r>
              <a:rPr lang="en-US" sz="900"/>
              <a:t>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D6864C1-6EB9-AAEF-3F41-0261B04BD9E5}"/>
              </a:ext>
            </a:extLst>
          </p:cNvPr>
          <p:cNvSpPr txBox="1"/>
          <p:nvPr/>
        </p:nvSpPr>
        <p:spPr>
          <a:xfrm>
            <a:off x="4120879" y="2217807"/>
            <a:ext cx="14042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selezionato</a:t>
            </a:r>
            <a:r>
              <a:rPr lang="en-US" sz="800"/>
              <a:t> il </a:t>
            </a:r>
            <a:r>
              <a:rPr lang="en-US" sz="800" b="1" err="1"/>
              <a:t>periodo</a:t>
            </a:r>
            <a:r>
              <a:rPr lang="en-US" sz="800" b="1"/>
              <a:t> storico </a:t>
            </a:r>
            <a:r>
              <a:rPr lang="en-US" sz="800"/>
              <a:t>e </a:t>
            </a:r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mostrata</a:t>
            </a:r>
            <a:r>
              <a:rPr lang="en-US" sz="800"/>
              <a:t> la </a:t>
            </a:r>
            <a:r>
              <a:rPr lang="en-US" sz="800" b="1" err="1"/>
              <a:t>biografia</a:t>
            </a:r>
            <a:r>
              <a:rPr lang="en-US" sz="800"/>
              <a:t> del </a:t>
            </a:r>
            <a:r>
              <a:rPr lang="en-US" sz="800" b="1" err="1"/>
              <a:t>personaggio</a:t>
            </a:r>
            <a:r>
              <a:rPr lang="en-US" sz="800"/>
              <a:t> con cui </a:t>
            </a:r>
            <a:r>
              <a:rPr lang="en-US" sz="800" err="1"/>
              <a:t>si</a:t>
            </a:r>
            <a:r>
              <a:rPr lang="en-US" sz="800"/>
              <a:t> </a:t>
            </a:r>
            <a:r>
              <a:rPr lang="en-US" sz="800" err="1"/>
              <a:t>andrà</a:t>
            </a:r>
            <a:r>
              <a:rPr lang="en-US" sz="800"/>
              <a:t> a </a:t>
            </a:r>
            <a:r>
              <a:rPr lang="en-US" sz="800" err="1"/>
              <a:t>conversare</a:t>
            </a:r>
            <a:r>
              <a:rPr lang="en-US" sz="800"/>
              <a:t>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AF95EB-B4BA-A03A-836B-339C3A253E5F}"/>
              </a:ext>
            </a:extLst>
          </p:cNvPr>
          <p:cNvSpPr txBox="1"/>
          <p:nvPr/>
        </p:nvSpPr>
        <p:spPr>
          <a:xfrm>
            <a:off x="6972299" y="4098472"/>
            <a:ext cx="14205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b="1" err="1"/>
              <a:t>avviata</a:t>
            </a:r>
            <a:r>
              <a:rPr lang="en-US" sz="900"/>
              <a:t> la conversazione.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E7C21211-82DF-B82C-F231-EEF28AEA2FB1}"/>
              </a:ext>
            </a:extLst>
          </p:cNvPr>
          <p:cNvGrpSpPr/>
          <p:nvPr/>
        </p:nvGrpSpPr>
        <p:grpSpPr>
          <a:xfrm>
            <a:off x="641848" y="1304244"/>
            <a:ext cx="1185047" cy="1398133"/>
            <a:chOff x="641848" y="1304244"/>
            <a:chExt cx="1185047" cy="1398133"/>
          </a:xfrm>
        </p:grpSpPr>
        <p:cxnSp>
          <p:nvCxnSpPr>
            <p:cNvPr id="6" name="Connettore 2 5">
              <a:extLst>
                <a:ext uri="{FF2B5EF4-FFF2-40B4-BE49-F238E27FC236}">
                  <a16:creationId xmlns:a16="http://schemas.microsoft.com/office/drawing/2014/main" id="{9FD4B9D2-5110-8603-D975-46BD7983FD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183" y="2700335"/>
              <a:ext cx="252915" cy="2042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62E2D947-2BCF-E3BC-D655-46603830A2D3}"/>
                </a:ext>
              </a:extLst>
            </p:cNvPr>
            <p:cNvCxnSpPr/>
            <p:nvPr/>
          </p:nvCxnSpPr>
          <p:spPr>
            <a:xfrm>
              <a:off x="655183" y="1304244"/>
              <a:ext cx="12247" cy="1396091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2 15">
              <a:extLst>
                <a:ext uri="{FF2B5EF4-FFF2-40B4-BE49-F238E27FC236}">
                  <a16:creationId xmlns:a16="http://schemas.microsoft.com/office/drawing/2014/main" id="{9F1E08CA-F2D6-C14F-31DC-D657EC902585}"/>
                </a:ext>
              </a:extLst>
            </p:cNvPr>
            <p:cNvCxnSpPr>
              <a:cxnSpLocks/>
            </p:cNvCxnSpPr>
            <p:nvPr/>
          </p:nvCxnSpPr>
          <p:spPr>
            <a:xfrm>
              <a:off x="641848" y="1315370"/>
              <a:ext cx="1185047" cy="0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CFBAA275-8F78-76E5-4BCB-2861ACD51E1D}"/>
              </a:ext>
            </a:extLst>
          </p:cNvPr>
          <p:cNvCxnSpPr>
            <a:cxnSpLocks/>
          </p:cNvCxnSpPr>
          <p:nvPr/>
        </p:nvCxnSpPr>
        <p:spPr>
          <a:xfrm>
            <a:off x="2450136" y="1482227"/>
            <a:ext cx="333704" cy="925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B4C414E-3E0F-35F1-6E8A-A8936F8C132E}"/>
              </a:ext>
            </a:extLst>
          </p:cNvPr>
          <p:cNvCxnSpPr/>
          <p:nvPr/>
        </p:nvCxnSpPr>
        <p:spPr>
          <a:xfrm>
            <a:off x="4163786" y="2949348"/>
            <a:ext cx="1255258" cy="30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AA9B3AB6-9282-9EFE-0387-681EE9722EEA}"/>
              </a:ext>
            </a:extLst>
          </p:cNvPr>
          <p:cNvCxnSpPr/>
          <p:nvPr/>
        </p:nvCxnSpPr>
        <p:spPr>
          <a:xfrm flipV="1">
            <a:off x="6855958" y="3559628"/>
            <a:ext cx="530678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Google Shape;173;p35">
            <a:extLst>
              <a:ext uri="{FF2B5EF4-FFF2-40B4-BE49-F238E27FC236}">
                <a16:creationId xmlns:a16="http://schemas.microsoft.com/office/drawing/2014/main" id="{8C114805-B25E-870B-85FE-18B39FC0725B}"/>
              </a:ext>
            </a:extLst>
          </p:cNvPr>
          <p:cNvSpPr txBox="1">
            <a:spLocks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avvio conversazione </a:t>
            </a:r>
          </a:p>
        </p:txBody>
      </p:sp>
      <p:cxnSp>
        <p:nvCxnSpPr>
          <p:cNvPr id="24" name="Google Shape;175;p35">
            <a:extLst>
              <a:ext uri="{FF2B5EF4-FFF2-40B4-BE49-F238E27FC236}">
                <a16:creationId xmlns:a16="http://schemas.microsoft.com/office/drawing/2014/main" id="{934AE208-439E-9763-6A6C-DB812D30CF5E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40215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167;p34">
            <a:extLst>
              <a:ext uri="{FF2B5EF4-FFF2-40B4-BE49-F238E27FC236}">
                <a16:creationId xmlns:a16="http://schemas.microsoft.com/office/drawing/2014/main" id="{7BC53246-3109-57BA-AE04-E865381A89DF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28" name="Google Shape;164;p34">
            <a:extLst>
              <a:ext uri="{FF2B5EF4-FFF2-40B4-BE49-F238E27FC236}">
                <a16:creationId xmlns:a16="http://schemas.microsoft.com/office/drawing/2014/main" id="{5ADD1B56-385C-25A5-ADF9-048E83121250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1A55DDD-78A6-09D4-EE1A-5E9CEB1941C7}"/>
              </a:ext>
            </a:extLst>
          </p:cNvPr>
          <p:cNvSpPr txBox="1"/>
          <p:nvPr/>
        </p:nvSpPr>
        <p:spPr>
          <a:xfrm>
            <a:off x="1102178" y="685800"/>
            <a:ext cx="668546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Selezione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del </a:t>
            </a:r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periodo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storico e </a:t>
            </a:r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avvio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</a:t>
            </a:r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della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conversazione</a:t>
            </a:r>
            <a:endParaRPr lang="en-US" sz="1200" b="1">
              <a:latin typeface="Cinzel Decorative" panose="020B0604020202020204" charset="0"/>
            </a:endParaRPr>
          </a:p>
        </p:txBody>
      </p:sp>
      <p:sp>
        <p:nvSpPr>
          <p:cNvPr id="35" name="Google Shape;172;p35">
            <a:extLst>
              <a:ext uri="{FF2B5EF4-FFF2-40B4-BE49-F238E27FC236}">
                <a16:creationId xmlns:a16="http://schemas.microsoft.com/office/drawing/2014/main" id="{FAA158FA-9188-BDFD-915B-B519D5BA071F}"/>
              </a:ext>
            </a:extLst>
          </p:cNvPr>
          <p:cNvSpPr txBox="1">
            <a:spLocks/>
          </p:cNvSpPr>
          <p:nvPr/>
        </p:nvSpPr>
        <p:spPr>
          <a:xfrm>
            <a:off x="-3893115" y="2084156"/>
            <a:ext cx="3705000" cy="100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200"/>
              <a:t>Il </a:t>
            </a:r>
            <a:r>
              <a:rPr lang="it-IT" sz="1200" b="1"/>
              <a:t>flusso dell’interazione </a:t>
            </a:r>
            <a:r>
              <a:rPr lang="it-IT" sz="1200"/>
              <a:t>è rimasto invariato (IP1), ma è stata inserita la </a:t>
            </a:r>
            <a:r>
              <a:rPr lang="it-IT" sz="1200" b="1"/>
              <a:t>biografia</a:t>
            </a:r>
            <a:r>
              <a:rPr lang="it-IT" sz="1200"/>
              <a:t> del </a:t>
            </a:r>
            <a:r>
              <a:rPr lang="it-IT" sz="1200" b="1"/>
              <a:t>personaggio</a:t>
            </a:r>
            <a:r>
              <a:rPr lang="it-IT" sz="1200"/>
              <a:t>(IP2), così da dare alcune </a:t>
            </a:r>
            <a:r>
              <a:rPr lang="it-IT" sz="1200" b="1"/>
              <a:t>informazioni preliminari </a:t>
            </a:r>
            <a:r>
              <a:rPr lang="it-IT" sz="1200"/>
              <a:t>sul personaggio con cui si conversa.</a:t>
            </a:r>
            <a:endParaRPr lang="it-IT"/>
          </a:p>
        </p:txBody>
      </p:sp>
      <p:grpSp>
        <p:nvGrpSpPr>
          <p:cNvPr id="37" name="Google Shape;1069;p54">
            <a:extLst>
              <a:ext uri="{FF2B5EF4-FFF2-40B4-BE49-F238E27FC236}">
                <a16:creationId xmlns:a16="http://schemas.microsoft.com/office/drawing/2014/main" id="{1A91BB39-0372-C334-80BF-5DFCFD5CBE5C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38" name="Google Shape;1070;p54">
              <a:extLst>
                <a:ext uri="{FF2B5EF4-FFF2-40B4-BE49-F238E27FC236}">
                  <a16:creationId xmlns:a16="http://schemas.microsoft.com/office/drawing/2014/main" id="{AD79540E-2067-D101-D3E2-2695E69AAEC3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" name="Google Shape;1071;p54">
              <a:extLst>
                <a:ext uri="{FF2B5EF4-FFF2-40B4-BE49-F238E27FC236}">
                  <a16:creationId xmlns:a16="http://schemas.microsoft.com/office/drawing/2014/main" id="{1D59DFFF-1F8C-3FF9-ED9B-A347732001E3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" name="Google Shape;1072;p54">
              <a:extLst>
                <a:ext uri="{FF2B5EF4-FFF2-40B4-BE49-F238E27FC236}">
                  <a16:creationId xmlns:a16="http://schemas.microsoft.com/office/drawing/2014/main" id="{1CBC6EDA-7E10-4714-EA3E-07523F954FE0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" name="Google Shape;1073;p54">
              <a:extLst>
                <a:ext uri="{FF2B5EF4-FFF2-40B4-BE49-F238E27FC236}">
                  <a16:creationId xmlns:a16="http://schemas.microsoft.com/office/drawing/2014/main" id="{F0F8459F-DFB3-5AC3-DF56-8ABA9C6FA049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624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5425EDC8-10C7-3922-CE3E-FCC5812E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920B61F2-3A60-CC6C-9745-DF842B44D80A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6FD52A9-3029-0851-F6BC-51F087084D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66478" y="1609724"/>
            <a:ext cx="1412926" cy="305072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D4CD279-EFD1-A826-F051-05CB732F13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95457" y="1606326"/>
            <a:ext cx="1408515" cy="304119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BED6DAD-8D59-324F-3DC1-927BF569BF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58588" y="1699533"/>
            <a:ext cx="1405364" cy="303439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4D9A291-1E16-E904-EDE2-35E1A0C614EC}"/>
              </a:ext>
            </a:extLst>
          </p:cNvPr>
          <p:cNvSpPr txBox="1"/>
          <p:nvPr/>
        </p:nvSpPr>
        <p:spPr>
          <a:xfrm>
            <a:off x="5895570" y="1112895"/>
            <a:ext cx="16129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b="1" err="1"/>
              <a:t>selezionata</a:t>
            </a:r>
            <a:r>
              <a:rPr lang="en-US" sz="900"/>
              <a:t> </a:t>
            </a:r>
            <a:r>
              <a:rPr lang="en-US" sz="900" err="1"/>
              <a:t>l’opzione</a:t>
            </a:r>
            <a:r>
              <a:rPr lang="en-US" sz="900"/>
              <a:t> </a:t>
            </a:r>
            <a:r>
              <a:rPr lang="en-US" sz="900" b="1" i="1"/>
              <a:t>Nuova</a:t>
            </a:r>
            <a:r>
              <a:rPr lang="en-US" sz="900" b="1"/>
              <a:t> </a:t>
            </a:r>
            <a:r>
              <a:rPr lang="en-US" sz="900" b="1" i="1"/>
              <a:t>conversazione</a:t>
            </a:r>
            <a:r>
              <a:rPr lang="en-US" sz="900"/>
              <a:t>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F4863EC-58F2-7191-918F-8C811B565081}"/>
              </a:ext>
            </a:extLst>
          </p:cNvPr>
          <p:cNvSpPr txBox="1"/>
          <p:nvPr/>
        </p:nvSpPr>
        <p:spPr>
          <a:xfrm>
            <a:off x="8167099" y="2217807"/>
            <a:ext cx="14042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selezionato</a:t>
            </a:r>
            <a:r>
              <a:rPr lang="en-US" sz="800"/>
              <a:t> il </a:t>
            </a:r>
            <a:r>
              <a:rPr lang="en-US" sz="800" b="1" err="1"/>
              <a:t>periodo</a:t>
            </a:r>
            <a:r>
              <a:rPr lang="en-US" sz="800" b="1"/>
              <a:t> storico </a:t>
            </a:r>
            <a:r>
              <a:rPr lang="en-US" sz="800"/>
              <a:t>e </a:t>
            </a:r>
            <a:r>
              <a:rPr lang="en-US" sz="800" err="1"/>
              <a:t>viene</a:t>
            </a:r>
            <a:r>
              <a:rPr lang="en-US" sz="800"/>
              <a:t> </a:t>
            </a:r>
            <a:r>
              <a:rPr lang="en-US" sz="800" b="1" err="1"/>
              <a:t>mostrata</a:t>
            </a:r>
            <a:r>
              <a:rPr lang="en-US" sz="800"/>
              <a:t> la </a:t>
            </a:r>
            <a:r>
              <a:rPr lang="en-US" sz="800" b="1" err="1"/>
              <a:t>biografia</a:t>
            </a:r>
            <a:r>
              <a:rPr lang="en-US" sz="800"/>
              <a:t> del </a:t>
            </a:r>
            <a:r>
              <a:rPr lang="en-US" sz="800" b="1" err="1"/>
              <a:t>personaggio</a:t>
            </a:r>
            <a:r>
              <a:rPr lang="en-US" sz="800"/>
              <a:t> con cui </a:t>
            </a:r>
            <a:r>
              <a:rPr lang="en-US" sz="800" err="1"/>
              <a:t>si</a:t>
            </a:r>
            <a:r>
              <a:rPr lang="en-US" sz="800"/>
              <a:t> </a:t>
            </a:r>
            <a:r>
              <a:rPr lang="en-US" sz="800" err="1"/>
              <a:t>andrà</a:t>
            </a:r>
            <a:r>
              <a:rPr lang="en-US" sz="800"/>
              <a:t> a </a:t>
            </a:r>
            <a:r>
              <a:rPr lang="en-US" sz="800" err="1"/>
              <a:t>conversare</a:t>
            </a:r>
            <a:r>
              <a:rPr lang="en-US" sz="800"/>
              <a:t>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5EC585B-C54E-72B5-B3E3-83CB0E7E17A5}"/>
              </a:ext>
            </a:extLst>
          </p:cNvPr>
          <p:cNvSpPr txBox="1"/>
          <p:nvPr/>
        </p:nvSpPr>
        <p:spPr>
          <a:xfrm>
            <a:off x="11018519" y="4098472"/>
            <a:ext cx="14205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b="1" err="1"/>
              <a:t>avviata</a:t>
            </a:r>
            <a:r>
              <a:rPr lang="en-US" sz="900"/>
              <a:t> la conversazione.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7D09E81F-B4DB-5918-EC3B-9FD1CA883844}"/>
              </a:ext>
            </a:extLst>
          </p:cNvPr>
          <p:cNvGrpSpPr/>
          <p:nvPr/>
        </p:nvGrpSpPr>
        <p:grpSpPr>
          <a:xfrm>
            <a:off x="4688068" y="1304244"/>
            <a:ext cx="1185047" cy="1398133"/>
            <a:chOff x="641848" y="1304244"/>
            <a:chExt cx="1185047" cy="1398133"/>
          </a:xfrm>
        </p:grpSpPr>
        <p:cxnSp>
          <p:nvCxnSpPr>
            <p:cNvPr id="6" name="Connettore 2 5">
              <a:extLst>
                <a:ext uri="{FF2B5EF4-FFF2-40B4-BE49-F238E27FC236}">
                  <a16:creationId xmlns:a16="http://schemas.microsoft.com/office/drawing/2014/main" id="{B78BD189-82E9-E16F-D89A-F394E37D50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183" y="2700335"/>
              <a:ext cx="252915" cy="2042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D625B67C-FF00-FD4D-E4D7-C0E27DF245EB}"/>
                </a:ext>
              </a:extLst>
            </p:cNvPr>
            <p:cNvCxnSpPr/>
            <p:nvPr/>
          </p:nvCxnSpPr>
          <p:spPr>
            <a:xfrm>
              <a:off x="655183" y="1304244"/>
              <a:ext cx="12247" cy="1396091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2 15">
              <a:extLst>
                <a:ext uri="{FF2B5EF4-FFF2-40B4-BE49-F238E27FC236}">
                  <a16:creationId xmlns:a16="http://schemas.microsoft.com/office/drawing/2014/main" id="{D0C4F20E-1B70-B539-DA2A-E71762A8785D}"/>
                </a:ext>
              </a:extLst>
            </p:cNvPr>
            <p:cNvCxnSpPr>
              <a:cxnSpLocks/>
            </p:cNvCxnSpPr>
            <p:nvPr/>
          </p:nvCxnSpPr>
          <p:spPr>
            <a:xfrm>
              <a:off x="641848" y="1315370"/>
              <a:ext cx="1185047" cy="0"/>
            </a:xfrm>
            <a:prstGeom prst="straightConnector1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F4BF7D4-ACE5-6DDE-71E6-F1BA4886DBCD}"/>
              </a:ext>
            </a:extLst>
          </p:cNvPr>
          <p:cNvCxnSpPr>
            <a:cxnSpLocks/>
          </p:cNvCxnSpPr>
          <p:nvPr/>
        </p:nvCxnSpPr>
        <p:spPr>
          <a:xfrm>
            <a:off x="9682748" y="820218"/>
            <a:ext cx="333704" cy="925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C8DD45E-21E8-AE0A-D2FA-973F4A7CD5D8}"/>
              </a:ext>
            </a:extLst>
          </p:cNvPr>
          <p:cNvCxnSpPr/>
          <p:nvPr/>
        </p:nvCxnSpPr>
        <p:spPr>
          <a:xfrm>
            <a:off x="10902178" y="3567792"/>
            <a:ext cx="1255258" cy="30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32AF476-F6F4-DF12-38F8-1B903A73268C}"/>
              </a:ext>
            </a:extLst>
          </p:cNvPr>
          <p:cNvCxnSpPr/>
          <p:nvPr/>
        </p:nvCxnSpPr>
        <p:spPr>
          <a:xfrm flipV="1">
            <a:off x="10902178" y="3559628"/>
            <a:ext cx="530678" cy="62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Google Shape;173;p35">
            <a:extLst>
              <a:ext uri="{FF2B5EF4-FFF2-40B4-BE49-F238E27FC236}">
                <a16:creationId xmlns:a16="http://schemas.microsoft.com/office/drawing/2014/main" id="{C3492F00-4F36-7A93-D896-933F6ACD903B}"/>
              </a:ext>
            </a:extLst>
          </p:cNvPr>
          <p:cNvSpPr txBox="1">
            <a:spLocks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avvio conversazione </a:t>
            </a:r>
          </a:p>
        </p:txBody>
      </p:sp>
      <p:cxnSp>
        <p:nvCxnSpPr>
          <p:cNvPr id="24" name="Google Shape;175;p35">
            <a:extLst>
              <a:ext uri="{FF2B5EF4-FFF2-40B4-BE49-F238E27FC236}">
                <a16:creationId xmlns:a16="http://schemas.microsoft.com/office/drawing/2014/main" id="{EF3097CC-C71D-64F0-4BED-1AF57E6BDF47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4097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167;p34">
            <a:extLst>
              <a:ext uri="{FF2B5EF4-FFF2-40B4-BE49-F238E27FC236}">
                <a16:creationId xmlns:a16="http://schemas.microsoft.com/office/drawing/2014/main" id="{40182DCF-85AC-3CC5-3E3A-C63CB921AA72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28" name="Google Shape;164;p34">
            <a:extLst>
              <a:ext uri="{FF2B5EF4-FFF2-40B4-BE49-F238E27FC236}">
                <a16:creationId xmlns:a16="http://schemas.microsoft.com/office/drawing/2014/main" id="{3B9019B9-142F-8E38-C99E-A69DFABAA087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B535179-A088-B7BD-F25E-70EE3E0FE45C}"/>
              </a:ext>
            </a:extLst>
          </p:cNvPr>
          <p:cNvSpPr txBox="1"/>
          <p:nvPr/>
        </p:nvSpPr>
        <p:spPr>
          <a:xfrm>
            <a:off x="1102178" y="685800"/>
            <a:ext cx="677690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Selezione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del </a:t>
            </a:r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periodo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storico e </a:t>
            </a:r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avvio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</a:t>
            </a:r>
            <a:r>
              <a:rPr lang="en-US" sz="1200" b="1" err="1">
                <a:solidFill>
                  <a:srgbClr val="191919"/>
                </a:solidFill>
                <a:latin typeface="Cinzel Decorative" panose="020B0604020202020204" charset="0"/>
              </a:rPr>
              <a:t>della</a:t>
            </a:r>
            <a:r>
              <a:rPr lang="en-US" sz="1200" b="1">
                <a:solidFill>
                  <a:srgbClr val="191919"/>
                </a:solidFill>
                <a:latin typeface="Cinzel Decorative" panose="020B0604020202020204" charset="0"/>
              </a:rPr>
              <a:t> conversazione</a:t>
            </a:r>
            <a:endParaRPr lang="en-US" sz="1200" b="1">
              <a:latin typeface="Cinzel Decorative" panose="020B0604020202020204" charset="0"/>
            </a:endParaRP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F3B88957-826A-6112-F4EE-D6594C67FE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022399" y="409577"/>
            <a:ext cx="1416706" cy="3058884"/>
          </a:xfrm>
          <a:prstGeom prst="rect">
            <a:avLst/>
          </a:prstGeom>
        </p:spPr>
      </p:pic>
      <p:sp>
        <p:nvSpPr>
          <p:cNvPr id="2" name="Google Shape;172;p35">
            <a:extLst>
              <a:ext uri="{FF2B5EF4-FFF2-40B4-BE49-F238E27FC236}">
                <a16:creationId xmlns:a16="http://schemas.microsoft.com/office/drawing/2014/main" id="{0D4EB59E-B07D-B7D3-8069-9D6B53BD0ED5}"/>
              </a:ext>
            </a:extLst>
          </p:cNvPr>
          <p:cNvSpPr txBox="1">
            <a:spLocks/>
          </p:cNvSpPr>
          <p:nvPr/>
        </p:nvSpPr>
        <p:spPr>
          <a:xfrm>
            <a:off x="777945" y="2084156"/>
            <a:ext cx="3705000" cy="100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200"/>
              <a:t>Il </a:t>
            </a:r>
            <a:r>
              <a:rPr lang="it-IT" sz="1200" b="1"/>
              <a:t>flusso dell’interazione </a:t>
            </a:r>
            <a:r>
              <a:rPr lang="it-IT" sz="1200"/>
              <a:t>è rimasto invariato (IP1), ma è stata inserita la </a:t>
            </a:r>
            <a:r>
              <a:rPr lang="it-IT" sz="1200" b="1"/>
              <a:t>biografia</a:t>
            </a:r>
            <a:r>
              <a:rPr lang="it-IT" sz="1200"/>
              <a:t> del </a:t>
            </a:r>
            <a:r>
              <a:rPr lang="it-IT" sz="1200" b="1"/>
              <a:t>personaggio</a:t>
            </a:r>
            <a:r>
              <a:rPr lang="it-IT" sz="1200"/>
              <a:t>(IP2), così da dare alcune </a:t>
            </a:r>
            <a:r>
              <a:rPr lang="it-IT" sz="1200" b="1"/>
              <a:t>informazioni preliminari </a:t>
            </a:r>
            <a:r>
              <a:rPr lang="it-IT" sz="1200"/>
              <a:t>sul personaggio con cui si conversa.</a:t>
            </a:r>
            <a:endParaRPr lang="it-IT"/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D8DB63F1-06C6-6EA4-6B86-C13A22553A02}"/>
              </a:ext>
            </a:extLst>
          </p:cNvPr>
          <p:cNvCxnSpPr>
            <a:cxnSpLocks/>
          </p:cNvCxnSpPr>
          <p:nvPr/>
        </p:nvCxnSpPr>
        <p:spPr>
          <a:xfrm>
            <a:off x="6508850" y="1482227"/>
            <a:ext cx="333704" cy="925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A636744B-9534-EEEB-AD23-9B98116CCC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30499" y="451079"/>
            <a:ext cx="1416707" cy="3058884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7BB67964-1E3E-C6AE-439B-D4BAD1D099F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98727" y="434068"/>
            <a:ext cx="1405363" cy="3034393"/>
          </a:xfrm>
          <a:prstGeom prst="rect">
            <a:avLst/>
          </a:prstGeom>
        </p:spPr>
      </p:pic>
      <p:grpSp>
        <p:nvGrpSpPr>
          <p:cNvPr id="23" name="Google Shape;1069;p54">
            <a:extLst>
              <a:ext uri="{FF2B5EF4-FFF2-40B4-BE49-F238E27FC236}">
                <a16:creationId xmlns:a16="http://schemas.microsoft.com/office/drawing/2014/main" id="{E68E6A8B-E202-2FE5-5E6D-3D7114899B04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25" name="Google Shape;1070;p54">
              <a:extLst>
                <a:ext uri="{FF2B5EF4-FFF2-40B4-BE49-F238E27FC236}">
                  <a16:creationId xmlns:a16="http://schemas.microsoft.com/office/drawing/2014/main" id="{4051A4EF-74B6-E6EF-1877-C8E5BE74E3D4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" name="Google Shape;1071;p54">
              <a:extLst>
                <a:ext uri="{FF2B5EF4-FFF2-40B4-BE49-F238E27FC236}">
                  <a16:creationId xmlns:a16="http://schemas.microsoft.com/office/drawing/2014/main" id="{346CFA3B-D82B-0901-9565-009AD3134C15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1072;p54">
              <a:extLst>
                <a:ext uri="{FF2B5EF4-FFF2-40B4-BE49-F238E27FC236}">
                  <a16:creationId xmlns:a16="http://schemas.microsoft.com/office/drawing/2014/main" id="{63257691-6817-519B-70BF-49F16AC9B2E3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1073;p54">
              <a:extLst>
                <a:ext uri="{FF2B5EF4-FFF2-40B4-BE49-F238E27FC236}">
                  <a16:creationId xmlns:a16="http://schemas.microsoft.com/office/drawing/2014/main" id="{905186DE-3E51-39A9-768B-B31C635A27BE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944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E6EAE925-2B98-1EF7-9D63-35CEBA0AA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6DF998E8-B5BF-291F-F4D0-09557A2A94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7827" y="884464"/>
            <a:ext cx="1491072" cy="321945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EBC34C9-B306-F00B-FF26-ED34F9E8D0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77827" y="884464"/>
            <a:ext cx="1491072" cy="3219449"/>
          </a:xfrm>
          <a:prstGeom prst="rect">
            <a:avLst/>
          </a:prstGeom>
        </p:spPr>
      </p:pic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C183DB8A-ED12-973A-7482-50F1B056FB5E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C013BC8-8273-E735-CD0F-16737B6DCD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3842" y="1211036"/>
            <a:ext cx="1491072" cy="321945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E14FAA1-6037-E25F-510A-9875BA4ADB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37178" y="1245518"/>
            <a:ext cx="1481818" cy="319946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011DBC9-4B74-315E-6F8E-D972A0AE5320}"/>
              </a:ext>
            </a:extLst>
          </p:cNvPr>
          <p:cNvSpPr txBox="1"/>
          <p:nvPr/>
        </p:nvSpPr>
        <p:spPr>
          <a:xfrm>
            <a:off x="2310494" y="2816679"/>
            <a:ext cx="12981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b="1" err="1"/>
              <a:t>selezionata</a:t>
            </a:r>
            <a:r>
              <a:rPr lang="en-US" sz="900"/>
              <a:t> </a:t>
            </a:r>
            <a:r>
              <a:rPr lang="en-US" sz="900" err="1"/>
              <a:t>l’opzione</a:t>
            </a:r>
            <a:r>
              <a:rPr lang="en-US" sz="900"/>
              <a:t> </a:t>
            </a:r>
            <a:r>
              <a:rPr lang="en-US" sz="900" b="1" i="1" err="1"/>
              <a:t>Domande</a:t>
            </a:r>
            <a:r>
              <a:rPr lang="en-US" sz="900"/>
              <a:t>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B70DDEF-A781-EF97-A78C-36B196C3471A}"/>
              </a:ext>
            </a:extLst>
          </p:cNvPr>
          <p:cNvSpPr txBox="1"/>
          <p:nvPr/>
        </p:nvSpPr>
        <p:spPr>
          <a:xfrm>
            <a:off x="5061858" y="1436915"/>
            <a:ext cx="1494065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err="1"/>
              <a:t>posta</a:t>
            </a:r>
            <a:r>
              <a:rPr lang="en-US" sz="900"/>
              <a:t> la </a:t>
            </a:r>
            <a:r>
              <a:rPr lang="en-US" sz="900" b="1" err="1"/>
              <a:t>domanda</a:t>
            </a:r>
            <a:r>
              <a:rPr lang="en-US" sz="900"/>
              <a:t> </a:t>
            </a:r>
            <a:r>
              <a:rPr lang="en-US" sz="900" b="1"/>
              <a:t>in</a:t>
            </a:r>
            <a:r>
              <a:rPr lang="en-US" sz="900"/>
              <a:t> </a:t>
            </a:r>
            <a:r>
              <a:rPr lang="en-US" sz="900" b="1" err="1"/>
              <a:t>automatico</a:t>
            </a:r>
            <a:r>
              <a:rPr lang="en-US" sz="900"/>
              <a:t>, e il </a:t>
            </a:r>
            <a:r>
              <a:rPr lang="en-US" sz="900" err="1"/>
              <a:t>personaggio</a:t>
            </a:r>
            <a:r>
              <a:rPr lang="en-US" sz="900"/>
              <a:t> </a:t>
            </a:r>
            <a:r>
              <a:rPr lang="en-US" sz="900" err="1"/>
              <a:t>risponde</a:t>
            </a:r>
            <a:endParaRPr lang="en-US" sz="90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B2B13964-73EE-584E-F90B-4E0A73AF2B82}"/>
              </a:ext>
            </a:extLst>
          </p:cNvPr>
          <p:cNvCxnSpPr/>
          <p:nvPr/>
        </p:nvCxnSpPr>
        <p:spPr>
          <a:xfrm>
            <a:off x="2314575" y="3239180"/>
            <a:ext cx="1218517" cy="51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ABEDE5F-3CAA-AFB8-A9C1-E89196D47037}"/>
              </a:ext>
            </a:extLst>
          </p:cNvPr>
          <p:cNvCxnSpPr>
            <a:cxnSpLocks/>
          </p:cNvCxnSpPr>
          <p:nvPr/>
        </p:nvCxnSpPr>
        <p:spPr>
          <a:xfrm>
            <a:off x="4831080" y="2148840"/>
            <a:ext cx="1720758" cy="65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73;p35">
            <a:extLst>
              <a:ext uri="{FF2B5EF4-FFF2-40B4-BE49-F238E27FC236}">
                <a16:creationId xmlns:a16="http://schemas.microsoft.com/office/drawing/2014/main" id="{D9CA280E-6357-1A26-78FD-42B33BAC8F49}"/>
              </a:ext>
            </a:extLst>
          </p:cNvPr>
          <p:cNvSpPr txBox="1">
            <a:spLocks noGrp="1"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visualizzazione domande </a:t>
            </a:r>
          </a:p>
        </p:txBody>
      </p:sp>
      <p:cxnSp>
        <p:nvCxnSpPr>
          <p:cNvPr id="18" name="Google Shape;175;p35">
            <a:extLst>
              <a:ext uri="{FF2B5EF4-FFF2-40B4-BE49-F238E27FC236}">
                <a16:creationId xmlns:a16="http://schemas.microsoft.com/office/drawing/2014/main" id="{402D9ADB-3A2F-BD97-6288-74A91465F3DE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4935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167;p34">
            <a:extLst>
              <a:ext uri="{FF2B5EF4-FFF2-40B4-BE49-F238E27FC236}">
                <a16:creationId xmlns:a16="http://schemas.microsoft.com/office/drawing/2014/main" id="{C9D8D329-A5CD-1D7B-E2CF-3108C0430476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22" name="Google Shape;164;p34">
            <a:extLst>
              <a:ext uri="{FF2B5EF4-FFF2-40B4-BE49-F238E27FC236}">
                <a16:creationId xmlns:a16="http://schemas.microsoft.com/office/drawing/2014/main" id="{ACF7111B-BA5C-1AFC-941F-70E98EECB60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CasellaDiTesto 14">
            <a:extLst>
              <a:ext uri="{FF2B5EF4-FFF2-40B4-BE49-F238E27FC236}">
                <a16:creationId xmlns:a16="http://schemas.microsoft.com/office/drawing/2014/main" id="{183614D0-239E-30F5-F5DE-E8D51D0F3AE8}"/>
              </a:ext>
            </a:extLst>
          </p:cNvPr>
          <p:cNvSpPr txBox="1"/>
          <p:nvPr/>
        </p:nvSpPr>
        <p:spPr>
          <a:xfrm>
            <a:off x="1102178" y="685800"/>
            <a:ext cx="478427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err="1">
                <a:solidFill>
                  <a:srgbClr val="191919"/>
                </a:solidFill>
                <a:latin typeface="Cinzel Decorative" panose="020B0604020202020204" charset="0"/>
              </a:rPr>
              <a:t>Visualizzare</a:t>
            </a:r>
            <a:r>
              <a:rPr lang="en-US" b="1">
                <a:solidFill>
                  <a:srgbClr val="191919"/>
                </a:solidFill>
                <a:latin typeface="Cinzel Decorative" panose="020B0604020202020204" charset="0"/>
              </a:rPr>
              <a:t> le </a:t>
            </a:r>
            <a:r>
              <a:rPr lang="en-US" b="1" err="1">
                <a:solidFill>
                  <a:srgbClr val="191919"/>
                </a:solidFill>
                <a:latin typeface="Cinzel Decorative" panose="020B0604020202020204" charset="0"/>
              </a:rPr>
              <a:t>domande</a:t>
            </a:r>
            <a:r>
              <a:rPr lang="en-US" b="1">
                <a:solidFill>
                  <a:srgbClr val="191919"/>
                </a:solidFill>
                <a:latin typeface="Cinzel Decorative" panose="020B0604020202020204" charset="0"/>
              </a:rPr>
              <a:t> </a:t>
            </a:r>
            <a:r>
              <a:rPr lang="en-US" b="1" err="1">
                <a:solidFill>
                  <a:srgbClr val="191919"/>
                </a:solidFill>
                <a:latin typeface="Cinzel Decorative" panose="020B0604020202020204" charset="0"/>
              </a:rPr>
              <a:t>assegnate</a:t>
            </a:r>
            <a:endParaRPr lang="en-US" b="1">
              <a:solidFill>
                <a:srgbClr val="191919"/>
              </a:solidFill>
              <a:latin typeface="Cinzel Decorative" panose="020B0604020202020204" charset="0"/>
            </a:endParaRPr>
          </a:p>
        </p:txBody>
      </p:sp>
      <p:grpSp>
        <p:nvGrpSpPr>
          <p:cNvPr id="15" name="Google Shape;1069;p54">
            <a:extLst>
              <a:ext uri="{FF2B5EF4-FFF2-40B4-BE49-F238E27FC236}">
                <a16:creationId xmlns:a16="http://schemas.microsoft.com/office/drawing/2014/main" id="{3C981B40-D427-3952-9FE2-9D3DFF9025EB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17" name="Google Shape;1070;p54">
              <a:extLst>
                <a:ext uri="{FF2B5EF4-FFF2-40B4-BE49-F238E27FC236}">
                  <a16:creationId xmlns:a16="http://schemas.microsoft.com/office/drawing/2014/main" id="{15B6AFE3-7F10-4714-9F72-AC1A203E12AE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9" name="Google Shape;1071;p54">
              <a:extLst>
                <a:ext uri="{FF2B5EF4-FFF2-40B4-BE49-F238E27FC236}">
                  <a16:creationId xmlns:a16="http://schemas.microsoft.com/office/drawing/2014/main" id="{91C6F335-CAEB-3967-F4E5-E990C140F7C0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" name="Google Shape;1072;p54">
              <a:extLst>
                <a:ext uri="{FF2B5EF4-FFF2-40B4-BE49-F238E27FC236}">
                  <a16:creationId xmlns:a16="http://schemas.microsoft.com/office/drawing/2014/main" id="{A81FDFB7-6A85-205A-F4B7-FBAB62F76376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" name="Google Shape;1073;p54">
              <a:extLst>
                <a:ext uri="{FF2B5EF4-FFF2-40B4-BE49-F238E27FC236}">
                  <a16:creationId xmlns:a16="http://schemas.microsoft.com/office/drawing/2014/main" id="{1B165104-7372-C81C-1309-299BE690A9A2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3914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E9833C12-7929-367B-153D-510285CC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3066E9F3-7FFD-5024-B341-271545C00CF2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Google Shape;172;p35">
            <a:extLst>
              <a:ext uri="{FF2B5EF4-FFF2-40B4-BE49-F238E27FC236}">
                <a16:creationId xmlns:a16="http://schemas.microsoft.com/office/drawing/2014/main" id="{EFC7F26F-7D61-9ED4-3992-74B513A125CC}"/>
              </a:ext>
            </a:extLst>
          </p:cNvPr>
          <p:cNvSpPr txBox="1">
            <a:spLocks/>
          </p:cNvSpPr>
          <p:nvPr/>
        </p:nvSpPr>
        <p:spPr>
          <a:xfrm>
            <a:off x="1171377" y="1901306"/>
            <a:ext cx="3705000" cy="8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200"/>
              <a:t>È stata scelta la </a:t>
            </a:r>
            <a:r>
              <a:rPr lang="it-IT" sz="1200" b="1"/>
              <a:t>prima versione </a:t>
            </a:r>
            <a:r>
              <a:rPr lang="it-IT" sz="1200"/>
              <a:t>definita(IP1) mantenendo il badge dello stato della domanda accorpato con la domanda stessa, così da rendere più facile per l’utente tenere traccia delle domande che si stanno consultando.</a:t>
            </a:r>
            <a:endParaRPr lang="it-IT"/>
          </a:p>
        </p:txBody>
      </p:sp>
      <p:sp>
        <p:nvSpPr>
          <p:cNvPr id="11" name="Google Shape;173;p35">
            <a:extLst>
              <a:ext uri="{FF2B5EF4-FFF2-40B4-BE49-F238E27FC236}">
                <a16:creationId xmlns:a16="http://schemas.microsoft.com/office/drawing/2014/main" id="{0F6A5D88-1CAC-FD50-3462-01C56A29B184}"/>
              </a:ext>
            </a:extLst>
          </p:cNvPr>
          <p:cNvSpPr txBox="1">
            <a:spLocks noGrp="1"/>
          </p:cNvSpPr>
          <p:nvPr/>
        </p:nvSpPr>
        <p:spPr>
          <a:xfrm>
            <a:off x="1098825" y="191950"/>
            <a:ext cx="4712695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Decorative"/>
              <a:buNone/>
              <a:defRPr sz="3200" b="1" i="0" u="none" strike="noStrike" cap="none">
                <a:solidFill>
                  <a:schemeClr val="dk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inzel Medium"/>
              <a:buNone/>
              <a:defRPr sz="36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1600" b="0"/>
              <a:t>Prototipo – visualizzazione domande </a:t>
            </a:r>
          </a:p>
        </p:txBody>
      </p:sp>
      <p:cxnSp>
        <p:nvCxnSpPr>
          <p:cNvPr id="13" name="Google Shape;175;p35">
            <a:extLst>
              <a:ext uri="{FF2B5EF4-FFF2-40B4-BE49-F238E27FC236}">
                <a16:creationId xmlns:a16="http://schemas.microsoft.com/office/drawing/2014/main" id="{7899C48C-8830-41D6-1324-0221019A5B37}"/>
              </a:ext>
            </a:extLst>
          </p:cNvPr>
          <p:cNvCxnSpPr>
            <a:cxnSpLocks/>
          </p:cNvCxnSpPr>
          <p:nvPr/>
        </p:nvCxnSpPr>
        <p:spPr>
          <a:xfrm>
            <a:off x="1175685" y="665010"/>
            <a:ext cx="448978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67;p34">
            <a:extLst>
              <a:ext uri="{FF2B5EF4-FFF2-40B4-BE49-F238E27FC236}">
                <a16:creationId xmlns:a16="http://schemas.microsoft.com/office/drawing/2014/main" id="{A88342C6-AC24-E348-0E5F-C670D474D8D0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04</a:t>
            </a:r>
            <a:endParaRPr lang="en" sz="3600"/>
          </a:p>
        </p:txBody>
      </p:sp>
      <p:sp>
        <p:nvSpPr>
          <p:cNvPr id="17" name="Google Shape;164;p34">
            <a:extLst>
              <a:ext uri="{FF2B5EF4-FFF2-40B4-BE49-F238E27FC236}">
                <a16:creationId xmlns:a16="http://schemas.microsoft.com/office/drawing/2014/main" id="{E27A69B2-FD00-B9D4-DE97-63C0C2F3F21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CasellaDiTesto 14">
            <a:extLst>
              <a:ext uri="{FF2B5EF4-FFF2-40B4-BE49-F238E27FC236}">
                <a16:creationId xmlns:a16="http://schemas.microsoft.com/office/drawing/2014/main" id="{B92C4ED8-CC30-B6FB-93CF-B473FD69F55F}"/>
              </a:ext>
            </a:extLst>
          </p:cNvPr>
          <p:cNvSpPr txBox="1"/>
          <p:nvPr/>
        </p:nvSpPr>
        <p:spPr>
          <a:xfrm>
            <a:off x="1102178" y="685800"/>
            <a:ext cx="4784271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err="1">
                <a:solidFill>
                  <a:srgbClr val="191919"/>
                </a:solidFill>
                <a:latin typeface="Cinzel Decorative" panose="020B0604020202020204" charset="0"/>
              </a:rPr>
              <a:t>Visualizzare</a:t>
            </a:r>
            <a:r>
              <a:rPr lang="en-US" b="1">
                <a:solidFill>
                  <a:srgbClr val="191919"/>
                </a:solidFill>
                <a:latin typeface="Cinzel Decorative" panose="020B0604020202020204" charset="0"/>
              </a:rPr>
              <a:t> le </a:t>
            </a:r>
            <a:r>
              <a:rPr lang="en-US" b="1" err="1">
                <a:solidFill>
                  <a:srgbClr val="191919"/>
                </a:solidFill>
                <a:latin typeface="Cinzel Decorative" panose="020B0604020202020204" charset="0"/>
              </a:rPr>
              <a:t>domande</a:t>
            </a:r>
            <a:r>
              <a:rPr lang="en-US" b="1">
                <a:solidFill>
                  <a:srgbClr val="191919"/>
                </a:solidFill>
                <a:latin typeface="Cinzel Decorative" panose="020B0604020202020204" charset="0"/>
              </a:rPr>
              <a:t> </a:t>
            </a:r>
            <a:r>
              <a:rPr lang="en-US" b="1" err="1">
                <a:solidFill>
                  <a:srgbClr val="191919"/>
                </a:solidFill>
                <a:latin typeface="Cinzel Decorative" panose="020B0604020202020204" charset="0"/>
              </a:rPr>
              <a:t>assegnate</a:t>
            </a:r>
            <a:endParaRPr lang="en-US" b="1">
              <a:solidFill>
                <a:srgbClr val="191919"/>
              </a:solidFill>
              <a:latin typeface="Cinzel Decorative" panose="020B060402020202020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D58C0EC-57CE-0619-E9F0-F9E00C774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78578" y="1211036"/>
            <a:ext cx="1491072" cy="3219450"/>
          </a:xfrm>
          <a:prstGeom prst="rect">
            <a:avLst/>
          </a:prstGeom>
        </p:spPr>
      </p:pic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A978E3CE-8EC0-FD77-7C9D-DB834F69F3C1}"/>
              </a:ext>
            </a:extLst>
          </p:cNvPr>
          <p:cNvCxnSpPr/>
          <p:nvPr/>
        </p:nvCxnSpPr>
        <p:spPr>
          <a:xfrm>
            <a:off x="6679311" y="3239180"/>
            <a:ext cx="1218517" cy="51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7863AB2-9D14-D6D8-4A10-E91FAC30EAF5}"/>
              </a:ext>
            </a:extLst>
          </p:cNvPr>
          <p:cNvSpPr txBox="1"/>
          <p:nvPr/>
        </p:nvSpPr>
        <p:spPr>
          <a:xfrm>
            <a:off x="6675230" y="2816679"/>
            <a:ext cx="12981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b="1" err="1"/>
              <a:t>selezionata</a:t>
            </a:r>
            <a:r>
              <a:rPr lang="en-US" sz="900"/>
              <a:t> </a:t>
            </a:r>
            <a:r>
              <a:rPr lang="en-US" sz="900" err="1"/>
              <a:t>l’opzione</a:t>
            </a:r>
            <a:r>
              <a:rPr lang="en-US" sz="900"/>
              <a:t> </a:t>
            </a:r>
            <a:r>
              <a:rPr lang="en-US" sz="900" b="1" i="1" err="1"/>
              <a:t>Domande</a:t>
            </a:r>
            <a:r>
              <a:rPr lang="en-US" sz="900"/>
              <a:t>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480F2EC-882B-95DA-9A9E-1F49824924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01914" y="1245518"/>
            <a:ext cx="1481818" cy="3199469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043B2334-B8C6-96B7-F57E-33466E08BB63}"/>
              </a:ext>
            </a:extLst>
          </p:cNvPr>
          <p:cNvCxnSpPr>
            <a:cxnSpLocks/>
          </p:cNvCxnSpPr>
          <p:nvPr/>
        </p:nvCxnSpPr>
        <p:spPr>
          <a:xfrm>
            <a:off x="9226296" y="2148840"/>
            <a:ext cx="1720758" cy="65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6D4DC59-1C66-6E13-6371-C2350AFF18E6}"/>
              </a:ext>
            </a:extLst>
          </p:cNvPr>
          <p:cNvSpPr txBox="1"/>
          <p:nvPr/>
        </p:nvSpPr>
        <p:spPr>
          <a:xfrm>
            <a:off x="9487554" y="1436915"/>
            <a:ext cx="1494065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1270"/>
            <a:r>
              <a:rPr lang="en-US" sz="900" err="1"/>
              <a:t>Viene</a:t>
            </a:r>
            <a:r>
              <a:rPr lang="en-US" sz="900"/>
              <a:t> </a:t>
            </a:r>
            <a:r>
              <a:rPr lang="en-US" sz="900" err="1"/>
              <a:t>posta</a:t>
            </a:r>
            <a:r>
              <a:rPr lang="en-US" sz="900"/>
              <a:t> la </a:t>
            </a:r>
            <a:r>
              <a:rPr lang="en-US" sz="900" b="1" err="1"/>
              <a:t>domanda</a:t>
            </a:r>
            <a:r>
              <a:rPr lang="en-US" sz="900"/>
              <a:t> </a:t>
            </a:r>
            <a:r>
              <a:rPr lang="en-US" sz="900" b="1"/>
              <a:t>in</a:t>
            </a:r>
            <a:r>
              <a:rPr lang="en-US" sz="900"/>
              <a:t> </a:t>
            </a:r>
            <a:r>
              <a:rPr lang="en-US" sz="900" b="1" err="1"/>
              <a:t>automatico</a:t>
            </a:r>
            <a:r>
              <a:rPr lang="en-US" sz="900"/>
              <a:t>, e il </a:t>
            </a:r>
            <a:r>
              <a:rPr lang="en-US" sz="900" err="1"/>
              <a:t>personaggio</a:t>
            </a:r>
            <a:r>
              <a:rPr lang="en-US" sz="900"/>
              <a:t> </a:t>
            </a:r>
            <a:r>
              <a:rPr lang="en-US" sz="900" err="1"/>
              <a:t>risponde</a:t>
            </a:r>
            <a:endParaRPr lang="en-US" sz="90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C23D5DB-4104-32C4-FF2C-447AA8D7C2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62578" y="759553"/>
            <a:ext cx="1491072" cy="321944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EC9C56C-8E74-6CEB-E712-C2DEAA5106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01518" y="759553"/>
            <a:ext cx="1491072" cy="3219451"/>
          </a:xfrm>
          <a:prstGeom prst="rect">
            <a:avLst/>
          </a:prstGeom>
        </p:spPr>
      </p:pic>
      <p:grpSp>
        <p:nvGrpSpPr>
          <p:cNvPr id="22" name="Google Shape;1069;p54">
            <a:extLst>
              <a:ext uri="{FF2B5EF4-FFF2-40B4-BE49-F238E27FC236}">
                <a16:creationId xmlns:a16="http://schemas.microsoft.com/office/drawing/2014/main" id="{D3FE39E8-AD4F-598D-A92A-1B6BB814994E}"/>
              </a:ext>
            </a:extLst>
          </p:cNvPr>
          <p:cNvGrpSpPr/>
          <p:nvPr/>
        </p:nvGrpSpPr>
        <p:grpSpPr>
          <a:xfrm>
            <a:off x="8636966" y="298577"/>
            <a:ext cx="351164" cy="354040"/>
            <a:chOff x="1551368" y="3159551"/>
            <a:chExt cx="384500" cy="385791"/>
          </a:xfrm>
        </p:grpSpPr>
        <p:sp>
          <p:nvSpPr>
            <p:cNvPr id="23" name="Google Shape;1070;p54">
              <a:extLst>
                <a:ext uri="{FF2B5EF4-FFF2-40B4-BE49-F238E27FC236}">
                  <a16:creationId xmlns:a16="http://schemas.microsoft.com/office/drawing/2014/main" id="{81C42CA1-BFA6-88C7-7F98-3F8FC86759FB}"/>
                </a:ext>
              </a:extLst>
            </p:cNvPr>
            <p:cNvSpPr/>
            <p:nvPr/>
          </p:nvSpPr>
          <p:spPr>
            <a:xfrm>
              <a:off x="1631553" y="3159551"/>
              <a:ext cx="224129" cy="251686"/>
            </a:xfrm>
            <a:custGeom>
              <a:avLst/>
              <a:gdLst/>
              <a:ahLst/>
              <a:cxnLst/>
              <a:rect l="l" t="t" r="r" b="b"/>
              <a:pathLst>
                <a:path w="7122" h="7464" extrusionOk="0">
                  <a:moveTo>
                    <a:pt x="4386" y="1"/>
                  </a:moveTo>
                  <a:cubicBezTo>
                    <a:pt x="4360" y="1"/>
                    <a:pt x="4335" y="4"/>
                    <a:pt x="4311" y="10"/>
                  </a:cubicBezTo>
                  <a:cubicBezTo>
                    <a:pt x="3716" y="153"/>
                    <a:pt x="3168" y="510"/>
                    <a:pt x="2715" y="1034"/>
                  </a:cubicBezTo>
                  <a:cubicBezTo>
                    <a:pt x="2358" y="1439"/>
                    <a:pt x="1930" y="2106"/>
                    <a:pt x="1930" y="3058"/>
                  </a:cubicBezTo>
                  <a:lnTo>
                    <a:pt x="1930" y="4511"/>
                  </a:lnTo>
                  <a:cubicBezTo>
                    <a:pt x="1810" y="4344"/>
                    <a:pt x="1739" y="4177"/>
                    <a:pt x="1668" y="4058"/>
                  </a:cubicBezTo>
                  <a:cubicBezTo>
                    <a:pt x="1501" y="3677"/>
                    <a:pt x="1406" y="3249"/>
                    <a:pt x="1406" y="3249"/>
                  </a:cubicBezTo>
                  <a:cubicBezTo>
                    <a:pt x="1382" y="3130"/>
                    <a:pt x="1287" y="3058"/>
                    <a:pt x="1167" y="2987"/>
                  </a:cubicBezTo>
                  <a:cubicBezTo>
                    <a:pt x="1128" y="2979"/>
                    <a:pt x="1088" y="2973"/>
                    <a:pt x="1049" y="2973"/>
                  </a:cubicBezTo>
                  <a:cubicBezTo>
                    <a:pt x="972" y="2973"/>
                    <a:pt x="898" y="2995"/>
                    <a:pt x="834" y="3058"/>
                  </a:cubicBezTo>
                  <a:cubicBezTo>
                    <a:pt x="810" y="3082"/>
                    <a:pt x="1" y="3701"/>
                    <a:pt x="24" y="4987"/>
                  </a:cubicBezTo>
                  <a:lnTo>
                    <a:pt x="24" y="5011"/>
                  </a:lnTo>
                  <a:cubicBezTo>
                    <a:pt x="1" y="5440"/>
                    <a:pt x="72" y="5821"/>
                    <a:pt x="191" y="6202"/>
                  </a:cubicBezTo>
                  <a:cubicBezTo>
                    <a:pt x="572" y="5964"/>
                    <a:pt x="1025" y="5821"/>
                    <a:pt x="1501" y="5821"/>
                  </a:cubicBezTo>
                  <a:cubicBezTo>
                    <a:pt x="2096" y="5821"/>
                    <a:pt x="2620" y="6035"/>
                    <a:pt x="3073" y="6416"/>
                  </a:cubicBezTo>
                  <a:lnTo>
                    <a:pt x="4668" y="6416"/>
                  </a:lnTo>
                  <a:cubicBezTo>
                    <a:pt x="5359" y="6416"/>
                    <a:pt x="5930" y="6868"/>
                    <a:pt x="6168" y="7464"/>
                  </a:cubicBezTo>
                  <a:cubicBezTo>
                    <a:pt x="6550" y="7035"/>
                    <a:pt x="6859" y="6511"/>
                    <a:pt x="7002" y="5916"/>
                  </a:cubicBezTo>
                  <a:cubicBezTo>
                    <a:pt x="7002" y="5868"/>
                    <a:pt x="7002" y="5868"/>
                    <a:pt x="7026" y="5844"/>
                  </a:cubicBezTo>
                  <a:lnTo>
                    <a:pt x="7026" y="5821"/>
                  </a:lnTo>
                  <a:cubicBezTo>
                    <a:pt x="7097" y="5559"/>
                    <a:pt x="7121" y="5273"/>
                    <a:pt x="7121" y="5011"/>
                  </a:cubicBezTo>
                  <a:cubicBezTo>
                    <a:pt x="7121" y="4416"/>
                    <a:pt x="6907" y="3939"/>
                    <a:pt x="6669" y="3439"/>
                  </a:cubicBezTo>
                  <a:cubicBezTo>
                    <a:pt x="6502" y="3011"/>
                    <a:pt x="6311" y="2629"/>
                    <a:pt x="6311" y="2225"/>
                  </a:cubicBezTo>
                  <a:cubicBezTo>
                    <a:pt x="6311" y="2129"/>
                    <a:pt x="6288" y="2034"/>
                    <a:pt x="6216" y="1939"/>
                  </a:cubicBezTo>
                  <a:cubicBezTo>
                    <a:pt x="6147" y="1870"/>
                    <a:pt x="6061" y="1832"/>
                    <a:pt x="5978" y="1832"/>
                  </a:cubicBezTo>
                  <a:cubicBezTo>
                    <a:pt x="5919" y="1832"/>
                    <a:pt x="5861" y="1851"/>
                    <a:pt x="5811" y="1891"/>
                  </a:cubicBezTo>
                  <a:cubicBezTo>
                    <a:pt x="5359" y="2129"/>
                    <a:pt x="5025" y="2629"/>
                    <a:pt x="4882" y="3344"/>
                  </a:cubicBezTo>
                  <a:cubicBezTo>
                    <a:pt x="4835" y="3082"/>
                    <a:pt x="4763" y="2820"/>
                    <a:pt x="4763" y="2510"/>
                  </a:cubicBezTo>
                  <a:lnTo>
                    <a:pt x="4763" y="343"/>
                  </a:lnTo>
                  <a:cubicBezTo>
                    <a:pt x="4763" y="224"/>
                    <a:pt x="4716" y="129"/>
                    <a:pt x="4621" y="81"/>
                  </a:cubicBezTo>
                  <a:cubicBezTo>
                    <a:pt x="4549" y="28"/>
                    <a:pt x="4464" y="1"/>
                    <a:pt x="4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" name="Google Shape;1071;p54">
              <a:extLst>
                <a:ext uri="{FF2B5EF4-FFF2-40B4-BE49-F238E27FC236}">
                  <a16:creationId xmlns:a16="http://schemas.microsoft.com/office/drawing/2014/main" id="{FFB3CFDA-427F-29F9-8486-90B654B7102C}"/>
                </a:ext>
              </a:extLst>
            </p:cNvPr>
            <p:cNvSpPr/>
            <p:nvPr/>
          </p:nvSpPr>
          <p:spPr>
            <a:xfrm>
              <a:off x="1653299" y="3195935"/>
              <a:ext cx="22501" cy="41307"/>
            </a:xfrm>
            <a:custGeom>
              <a:avLst/>
              <a:gdLst/>
              <a:ahLst/>
              <a:cxnLst/>
              <a:rect l="l" t="t" r="r" b="b"/>
              <a:pathLst>
                <a:path w="715" h="1225" extrusionOk="0">
                  <a:moveTo>
                    <a:pt x="351" y="0"/>
                  </a:moveTo>
                  <a:cubicBezTo>
                    <a:pt x="337" y="0"/>
                    <a:pt x="323" y="1"/>
                    <a:pt x="310" y="3"/>
                  </a:cubicBezTo>
                  <a:cubicBezTo>
                    <a:pt x="143" y="3"/>
                    <a:pt x="0" y="193"/>
                    <a:pt x="0" y="360"/>
                  </a:cubicBezTo>
                  <a:lnTo>
                    <a:pt x="0" y="836"/>
                  </a:lnTo>
                  <a:cubicBezTo>
                    <a:pt x="0" y="1027"/>
                    <a:pt x="119" y="1193"/>
                    <a:pt x="310" y="1217"/>
                  </a:cubicBezTo>
                  <a:cubicBezTo>
                    <a:pt x="332" y="1222"/>
                    <a:pt x="354" y="1224"/>
                    <a:pt x="376" y="1224"/>
                  </a:cubicBezTo>
                  <a:cubicBezTo>
                    <a:pt x="562" y="1224"/>
                    <a:pt x="715" y="1052"/>
                    <a:pt x="715" y="860"/>
                  </a:cubicBezTo>
                  <a:lnTo>
                    <a:pt x="715" y="360"/>
                  </a:lnTo>
                  <a:cubicBezTo>
                    <a:pt x="715" y="159"/>
                    <a:pt x="548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" name="Google Shape;1072;p54">
              <a:extLst>
                <a:ext uri="{FF2B5EF4-FFF2-40B4-BE49-F238E27FC236}">
                  <a16:creationId xmlns:a16="http://schemas.microsoft.com/office/drawing/2014/main" id="{2FF6C28D-2176-4899-A173-52D16761931C}"/>
                </a:ext>
              </a:extLst>
            </p:cNvPr>
            <p:cNvSpPr/>
            <p:nvPr/>
          </p:nvSpPr>
          <p:spPr>
            <a:xfrm>
              <a:off x="1551368" y="3405606"/>
              <a:ext cx="42736" cy="126888"/>
            </a:xfrm>
            <a:custGeom>
              <a:avLst/>
              <a:gdLst/>
              <a:ahLst/>
              <a:cxnLst/>
              <a:rect l="l" t="t" r="r" b="b"/>
              <a:pathLst>
                <a:path w="1358" h="3763" extrusionOk="0">
                  <a:moveTo>
                    <a:pt x="0" y="0"/>
                  </a:moveTo>
                  <a:lnTo>
                    <a:pt x="0" y="3644"/>
                  </a:lnTo>
                  <a:lnTo>
                    <a:pt x="858" y="3763"/>
                  </a:lnTo>
                  <a:lnTo>
                    <a:pt x="1358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" name="Google Shape;1073;p54">
              <a:extLst>
                <a:ext uri="{FF2B5EF4-FFF2-40B4-BE49-F238E27FC236}">
                  <a16:creationId xmlns:a16="http://schemas.microsoft.com/office/drawing/2014/main" id="{59A6DFBF-A62C-B43D-12A3-E53B9358D504}"/>
                </a:ext>
              </a:extLst>
            </p:cNvPr>
            <p:cNvSpPr/>
            <p:nvPr/>
          </p:nvSpPr>
          <p:spPr>
            <a:xfrm>
              <a:off x="1600839" y="3379911"/>
              <a:ext cx="335030" cy="165430"/>
            </a:xfrm>
            <a:custGeom>
              <a:avLst/>
              <a:gdLst/>
              <a:ahLst/>
              <a:cxnLst/>
              <a:rect l="l" t="t" r="r" b="b"/>
              <a:pathLst>
                <a:path w="10646" h="4906" extrusionOk="0">
                  <a:moveTo>
                    <a:pt x="2477" y="0"/>
                  </a:moveTo>
                  <a:cubicBezTo>
                    <a:pt x="1762" y="0"/>
                    <a:pt x="1119" y="453"/>
                    <a:pt x="929" y="1096"/>
                  </a:cubicBezTo>
                  <a:lnTo>
                    <a:pt x="500" y="1048"/>
                  </a:lnTo>
                  <a:lnTo>
                    <a:pt x="0" y="4644"/>
                  </a:lnTo>
                  <a:lnTo>
                    <a:pt x="1786" y="4906"/>
                  </a:lnTo>
                  <a:lnTo>
                    <a:pt x="5216" y="4906"/>
                  </a:lnTo>
                  <a:cubicBezTo>
                    <a:pt x="5739" y="4906"/>
                    <a:pt x="6240" y="4787"/>
                    <a:pt x="6763" y="4572"/>
                  </a:cubicBezTo>
                  <a:lnTo>
                    <a:pt x="9978" y="3215"/>
                  </a:lnTo>
                  <a:lnTo>
                    <a:pt x="10097" y="3144"/>
                  </a:lnTo>
                  <a:cubicBezTo>
                    <a:pt x="10407" y="3072"/>
                    <a:pt x="10645" y="2786"/>
                    <a:pt x="10645" y="2429"/>
                  </a:cubicBezTo>
                  <a:cubicBezTo>
                    <a:pt x="10621" y="2048"/>
                    <a:pt x="10312" y="1715"/>
                    <a:pt x="9907" y="1715"/>
                  </a:cubicBezTo>
                  <a:cubicBezTo>
                    <a:pt x="9764" y="1715"/>
                    <a:pt x="9454" y="1834"/>
                    <a:pt x="9431" y="1834"/>
                  </a:cubicBezTo>
                  <a:lnTo>
                    <a:pt x="6049" y="2929"/>
                  </a:lnTo>
                  <a:cubicBezTo>
                    <a:pt x="5882" y="3001"/>
                    <a:pt x="5716" y="3024"/>
                    <a:pt x="5573" y="3024"/>
                  </a:cubicBezTo>
                  <a:lnTo>
                    <a:pt x="3810" y="3024"/>
                  </a:lnTo>
                  <a:cubicBezTo>
                    <a:pt x="3596" y="3024"/>
                    <a:pt x="3453" y="2882"/>
                    <a:pt x="3429" y="2667"/>
                  </a:cubicBezTo>
                  <a:cubicBezTo>
                    <a:pt x="3429" y="2477"/>
                    <a:pt x="3572" y="2286"/>
                    <a:pt x="3787" y="2286"/>
                  </a:cubicBezTo>
                  <a:lnTo>
                    <a:pt x="4549" y="2286"/>
                  </a:lnTo>
                  <a:lnTo>
                    <a:pt x="4549" y="2310"/>
                  </a:lnTo>
                  <a:lnTo>
                    <a:pt x="5644" y="2310"/>
                  </a:lnTo>
                  <a:cubicBezTo>
                    <a:pt x="6120" y="2310"/>
                    <a:pt x="6525" y="1929"/>
                    <a:pt x="6525" y="1453"/>
                  </a:cubicBezTo>
                  <a:cubicBezTo>
                    <a:pt x="6525" y="976"/>
                    <a:pt x="6120" y="595"/>
                    <a:pt x="5644" y="595"/>
                  </a:cubicBezTo>
                  <a:lnTo>
                    <a:pt x="3739" y="595"/>
                  </a:lnTo>
                  <a:cubicBezTo>
                    <a:pt x="3429" y="214"/>
                    <a:pt x="2977" y="0"/>
                    <a:pt x="2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166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6D64A07F-DA24-8C3E-D754-AF4D750E7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>
            <a:extLst>
              <a:ext uri="{FF2B5EF4-FFF2-40B4-BE49-F238E27FC236}">
                <a16:creationId xmlns:a16="http://schemas.microsoft.com/office/drawing/2014/main" id="{D3399757-2AB5-50C0-6BB6-8FE589D98187}"/>
              </a:ext>
            </a:extLst>
          </p:cNvPr>
          <p:cNvSpPr/>
          <p:nvPr/>
        </p:nvSpPr>
        <p:spPr>
          <a:xfrm>
            <a:off x="4114400" y="1113040"/>
            <a:ext cx="915200" cy="744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4">
            <a:extLst>
              <a:ext uri="{FF2B5EF4-FFF2-40B4-BE49-F238E27FC236}">
                <a16:creationId xmlns:a16="http://schemas.microsoft.com/office/drawing/2014/main" id="{7C1AE237-EB36-EA12-BDFD-DD7BAA0D5C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8401" y="1943215"/>
            <a:ext cx="3647195" cy="1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/>
              <a:t>Design pattern</a:t>
            </a:r>
            <a:endParaRPr sz="3000"/>
          </a:p>
        </p:txBody>
      </p:sp>
      <p:sp>
        <p:nvSpPr>
          <p:cNvPr id="167" name="Google Shape;167;p34">
            <a:extLst>
              <a:ext uri="{FF2B5EF4-FFF2-40B4-BE49-F238E27FC236}">
                <a16:creationId xmlns:a16="http://schemas.microsoft.com/office/drawing/2014/main" id="{040040AD-87AC-E9CF-CE30-6DFDCED9480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28348" y="1198565"/>
            <a:ext cx="1287300" cy="5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05</a:t>
            </a:r>
            <a:endParaRPr/>
          </a:p>
        </p:txBody>
      </p:sp>
      <p:pic>
        <p:nvPicPr>
          <p:cNvPr id="2" name="Immagine 1" descr="Immagine che contiene cartone animato, vestiti&#10;&#10;Il contenuto generato dall'IA potrebbe non essere corretto.">
            <a:extLst>
              <a:ext uri="{FF2B5EF4-FFF2-40B4-BE49-F238E27FC236}">
                <a16:creationId xmlns:a16="http://schemas.microsoft.com/office/drawing/2014/main" id="{BE6B0A49-3030-84FC-B16C-B305952A5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596" y="1772165"/>
            <a:ext cx="2026734" cy="30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0F375CF7-17D4-7913-7BB6-E66F0CB8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3A2558E0-DF74-6467-5B31-2EB9D5A538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21685" y="712234"/>
            <a:ext cx="6635475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/>
              <a:t>Sono stati adottati diversi design pattern di interfaccia utente, selezionati per ottimizzare l'usabilità e migliorare l’esperienza d’uso. I </a:t>
            </a:r>
            <a:r>
              <a:rPr lang="it-IT" b="1"/>
              <a:t>design pattern </a:t>
            </a:r>
            <a:r>
              <a:rPr lang="it-IT"/>
              <a:t>adottati nel progetto sono i seguenti: </a:t>
            </a:r>
          </a:p>
          <a:p>
            <a:pPr marL="0" lvl="0" indent="0"/>
            <a:endParaRPr lang="it-IT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/>
              <a:t>Account </a:t>
            </a:r>
            <a:r>
              <a:rPr lang="it-IT" b="1" err="1"/>
              <a:t>Registration</a:t>
            </a:r>
            <a:r>
              <a:rPr lang="it-IT" b="1"/>
              <a:t>:</a:t>
            </a:r>
            <a:r>
              <a:rPr lang="it-IT"/>
              <a:t> per la creazione degli account insegnante.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 err="1"/>
              <a:t>Structured</a:t>
            </a:r>
            <a:r>
              <a:rPr lang="it-IT" b="1"/>
              <a:t> Format: </a:t>
            </a:r>
            <a:r>
              <a:rPr lang="it-IT"/>
              <a:t>per la compilazione guidata di form (es. inserimento domande).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 err="1"/>
              <a:t>Completeness</a:t>
            </a:r>
            <a:r>
              <a:rPr lang="it-IT" b="1"/>
              <a:t> </a:t>
            </a:r>
            <a:r>
              <a:rPr lang="it-IT" b="1" err="1"/>
              <a:t>Meter</a:t>
            </a:r>
            <a:r>
              <a:rPr lang="it-IT" b="1"/>
              <a:t>: </a:t>
            </a:r>
            <a:r>
              <a:rPr lang="it-IT"/>
              <a:t>per visualizzare l’avanzamento nei quiz.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 err="1"/>
              <a:t>Navigation</a:t>
            </a:r>
            <a:r>
              <a:rPr lang="it-IT" b="1"/>
              <a:t> </a:t>
            </a:r>
            <a:r>
              <a:rPr lang="it-IT" b="1" err="1"/>
              <a:t>Tabs</a:t>
            </a:r>
            <a:r>
              <a:rPr lang="it-IT" b="1"/>
              <a:t>: </a:t>
            </a:r>
            <a:r>
              <a:rPr lang="it-IT"/>
              <a:t>per una navigazione semplice e coerente tra le sezioni.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 err="1"/>
              <a:t>Continuous</a:t>
            </a:r>
            <a:r>
              <a:rPr lang="it-IT" b="1"/>
              <a:t> Scrolling: </a:t>
            </a:r>
            <a:r>
              <a:rPr lang="it-IT"/>
              <a:t>per visualizzare contenuti lunghi in modo fluido.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 err="1"/>
              <a:t>Modal</a:t>
            </a:r>
            <a:r>
              <a:rPr lang="it-IT" b="1"/>
              <a:t> Windows:</a:t>
            </a:r>
            <a:r>
              <a:rPr lang="it-IT"/>
              <a:t> per eseguire azioni secondarie senza cambiare schermata.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/>
              <a:t>Morphing Controls: </a:t>
            </a:r>
            <a:r>
              <a:rPr lang="it-IT"/>
              <a:t>per trasformare dinamicamente i controlli nei quiz.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b="1" err="1"/>
              <a:t>Tip</a:t>
            </a:r>
            <a:r>
              <a:rPr lang="it-IT" b="1"/>
              <a:t> A Friend: </a:t>
            </a:r>
            <a:r>
              <a:rPr lang="it-IT"/>
              <a:t>per condividere conversazioni tra studenti e insegnanti.</a:t>
            </a:r>
            <a:endParaRPr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68CA9E64-D61E-F3E7-4107-F22C1599B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DESIGN PATTERN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CD76B50C-5F40-FA0A-BFCE-E38E45FDF8B3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AD3EE7D0-2583-78DB-81FA-61469D2A35B4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05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98D6AD00-B13E-477C-42D3-F9522CEADCF3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11CC41FA-F91E-5EA6-7489-764ED6C1D184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BE23033-22AB-0FB2-1BD5-8022FE451ED4}"/>
              </a:ext>
            </a:extLst>
          </p:cNvPr>
          <p:cNvSpPr txBox="1"/>
          <p:nvPr/>
        </p:nvSpPr>
        <p:spPr>
          <a:xfrm>
            <a:off x="3300232" y="4012523"/>
            <a:ext cx="2278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u="sng" kern="50">
                <a:solidFill>
                  <a:srgbClr val="467886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https://ui-patterns.com</a:t>
            </a:r>
            <a:endParaRPr lang="it-IT"/>
          </a:p>
        </p:txBody>
      </p:sp>
      <p:grpSp>
        <p:nvGrpSpPr>
          <p:cNvPr id="6" name="Google Shape;1123;p54">
            <a:extLst>
              <a:ext uri="{FF2B5EF4-FFF2-40B4-BE49-F238E27FC236}">
                <a16:creationId xmlns:a16="http://schemas.microsoft.com/office/drawing/2014/main" id="{D622C63D-B1E8-A014-715D-020D1606768C}"/>
              </a:ext>
            </a:extLst>
          </p:cNvPr>
          <p:cNvGrpSpPr/>
          <p:nvPr/>
        </p:nvGrpSpPr>
        <p:grpSpPr>
          <a:xfrm>
            <a:off x="8611148" y="329139"/>
            <a:ext cx="317758" cy="383095"/>
            <a:chOff x="2846390" y="1272782"/>
            <a:chExt cx="340285" cy="413576"/>
          </a:xfrm>
        </p:grpSpPr>
        <p:sp>
          <p:nvSpPr>
            <p:cNvPr id="7" name="Google Shape;1124;p54">
              <a:extLst>
                <a:ext uri="{FF2B5EF4-FFF2-40B4-BE49-F238E27FC236}">
                  <a16:creationId xmlns:a16="http://schemas.microsoft.com/office/drawing/2014/main" id="{6B2A345B-6515-166C-17D6-7265F0251C57}"/>
                </a:ext>
              </a:extLst>
            </p:cNvPr>
            <p:cNvSpPr/>
            <p:nvPr/>
          </p:nvSpPr>
          <p:spPr>
            <a:xfrm>
              <a:off x="2846390" y="1345853"/>
              <a:ext cx="340285" cy="96372"/>
            </a:xfrm>
            <a:custGeom>
              <a:avLst/>
              <a:gdLst/>
              <a:ahLst/>
              <a:cxnLst/>
              <a:rect l="l" t="t" r="r" b="b"/>
              <a:pathLst>
                <a:path w="10813" h="2858" extrusionOk="0">
                  <a:moveTo>
                    <a:pt x="1787" y="0"/>
                  </a:moveTo>
                  <a:cubicBezTo>
                    <a:pt x="811" y="0"/>
                    <a:pt x="1" y="810"/>
                    <a:pt x="1" y="1786"/>
                  </a:cubicBezTo>
                  <a:cubicBezTo>
                    <a:pt x="1" y="2382"/>
                    <a:pt x="477" y="2858"/>
                    <a:pt x="1072" y="2858"/>
                  </a:cubicBezTo>
                  <a:cubicBezTo>
                    <a:pt x="1668" y="2858"/>
                    <a:pt x="2144" y="2382"/>
                    <a:pt x="2144" y="1786"/>
                  </a:cubicBezTo>
                  <a:lnTo>
                    <a:pt x="2144" y="1763"/>
                  </a:lnTo>
                  <a:cubicBezTo>
                    <a:pt x="2144" y="1548"/>
                    <a:pt x="2001" y="1405"/>
                    <a:pt x="1787" y="1405"/>
                  </a:cubicBezTo>
                  <a:cubicBezTo>
                    <a:pt x="1596" y="1405"/>
                    <a:pt x="1430" y="1548"/>
                    <a:pt x="1430" y="1763"/>
                  </a:cubicBezTo>
                  <a:cubicBezTo>
                    <a:pt x="1430" y="1963"/>
                    <a:pt x="1284" y="2122"/>
                    <a:pt x="1070" y="2122"/>
                  </a:cubicBezTo>
                  <a:cubicBezTo>
                    <a:pt x="1055" y="2122"/>
                    <a:pt x="1040" y="2121"/>
                    <a:pt x="1025" y="2120"/>
                  </a:cubicBezTo>
                  <a:cubicBezTo>
                    <a:pt x="834" y="2096"/>
                    <a:pt x="715" y="1905"/>
                    <a:pt x="715" y="1739"/>
                  </a:cubicBezTo>
                  <a:cubicBezTo>
                    <a:pt x="715" y="1143"/>
                    <a:pt x="1192" y="691"/>
                    <a:pt x="1787" y="691"/>
                  </a:cubicBezTo>
                  <a:cubicBezTo>
                    <a:pt x="2906" y="691"/>
                    <a:pt x="3311" y="810"/>
                    <a:pt x="3692" y="929"/>
                  </a:cubicBezTo>
                  <a:cubicBezTo>
                    <a:pt x="4049" y="1048"/>
                    <a:pt x="4383" y="1143"/>
                    <a:pt x="5407" y="1143"/>
                  </a:cubicBezTo>
                  <a:cubicBezTo>
                    <a:pt x="6383" y="1143"/>
                    <a:pt x="6716" y="1048"/>
                    <a:pt x="7026" y="929"/>
                  </a:cubicBezTo>
                  <a:cubicBezTo>
                    <a:pt x="7431" y="810"/>
                    <a:pt x="7812" y="667"/>
                    <a:pt x="9003" y="667"/>
                  </a:cubicBezTo>
                  <a:cubicBezTo>
                    <a:pt x="9598" y="667"/>
                    <a:pt x="10074" y="1143"/>
                    <a:pt x="10074" y="1715"/>
                  </a:cubicBezTo>
                  <a:cubicBezTo>
                    <a:pt x="10074" y="1882"/>
                    <a:pt x="9955" y="2048"/>
                    <a:pt x="9765" y="2096"/>
                  </a:cubicBezTo>
                  <a:cubicBezTo>
                    <a:pt x="9753" y="2097"/>
                    <a:pt x="9740" y="2098"/>
                    <a:pt x="9728" y="2098"/>
                  </a:cubicBezTo>
                  <a:cubicBezTo>
                    <a:pt x="9548" y="2098"/>
                    <a:pt x="9360" y="1939"/>
                    <a:pt x="9360" y="1739"/>
                  </a:cubicBezTo>
                  <a:cubicBezTo>
                    <a:pt x="9360" y="1524"/>
                    <a:pt x="9217" y="1382"/>
                    <a:pt x="9003" y="1382"/>
                  </a:cubicBezTo>
                  <a:cubicBezTo>
                    <a:pt x="8788" y="1382"/>
                    <a:pt x="8645" y="1524"/>
                    <a:pt x="8645" y="1739"/>
                  </a:cubicBezTo>
                  <a:lnTo>
                    <a:pt x="8645" y="1763"/>
                  </a:lnTo>
                  <a:cubicBezTo>
                    <a:pt x="8645" y="2358"/>
                    <a:pt x="9122" y="2834"/>
                    <a:pt x="9717" y="2834"/>
                  </a:cubicBezTo>
                  <a:cubicBezTo>
                    <a:pt x="10312" y="2834"/>
                    <a:pt x="10789" y="2358"/>
                    <a:pt x="10789" y="1763"/>
                  </a:cubicBezTo>
                  <a:cubicBezTo>
                    <a:pt x="10813" y="810"/>
                    <a:pt x="10003" y="0"/>
                    <a:pt x="9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125;p54">
              <a:extLst>
                <a:ext uri="{FF2B5EF4-FFF2-40B4-BE49-F238E27FC236}">
                  <a16:creationId xmlns:a16="http://schemas.microsoft.com/office/drawing/2014/main" id="{F37FC4A5-D7EA-48D8-7DD7-F0B98EBB2159}"/>
                </a:ext>
              </a:extLst>
            </p:cNvPr>
            <p:cNvSpPr/>
            <p:nvPr/>
          </p:nvSpPr>
          <p:spPr>
            <a:xfrm>
              <a:off x="2891360" y="1502449"/>
              <a:ext cx="249589" cy="183909"/>
            </a:xfrm>
            <a:custGeom>
              <a:avLst/>
              <a:gdLst/>
              <a:ahLst/>
              <a:cxnLst/>
              <a:rect l="l" t="t" r="r" b="b"/>
              <a:pathLst>
                <a:path w="7931" h="5454" extrusionOk="0">
                  <a:moveTo>
                    <a:pt x="191" y="0"/>
                  </a:moveTo>
                  <a:lnTo>
                    <a:pt x="1" y="5430"/>
                  </a:lnTo>
                  <a:lnTo>
                    <a:pt x="1668" y="5430"/>
                  </a:lnTo>
                  <a:lnTo>
                    <a:pt x="1953" y="1167"/>
                  </a:lnTo>
                  <a:cubicBezTo>
                    <a:pt x="1953" y="968"/>
                    <a:pt x="2097" y="831"/>
                    <a:pt x="2288" y="831"/>
                  </a:cubicBezTo>
                  <a:cubicBezTo>
                    <a:pt x="2303" y="831"/>
                    <a:pt x="2319" y="832"/>
                    <a:pt x="2334" y="834"/>
                  </a:cubicBezTo>
                  <a:cubicBezTo>
                    <a:pt x="2549" y="834"/>
                    <a:pt x="2692" y="1024"/>
                    <a:pt x="2668" y="1238"/>
                  </a:cubicBezTo>
                  <a:lnTo>
                    <a:pt x="2382" y="5430"/>
                  </a:lnTo>
                  <a:lnTo>
                    <a:pt x="3620" y="5430"/>
                  </a:lnTo>
                  <a:lnTo>
                    <a:pt x="3620" y="1238"/>
                  </a:lnTo>
                  <a:cubicBezTo>
                    <a:pt x="3620" y="1048"/>
                    <a:pt x="3763" y="881"/>
                    <a:pt x="3930" y="881"/>
                  </a:cubicBezTo>
                  <a:cubicBezTo>
                    <a:pt x="4144" y="881"/>
                    <a:pt x="4335" y="1024"/>
                    <a:pt x="4335" y="1238"/>
                  </a:cubicBezTo>
                  <a:lnTo>
                    <a:pt x="4335" y="5454"/>
                  </a:lnTo>
                  <a:lnTo>
                    <a:pt x="5549" y="5454"/>
                  </a:lnTo>
                  <a:lnTo>
                    <a:pt x="5287" y="1262"/>
                  </a:lnTo>
                  <a:cubicBezTo>
                    <a:pt x="5287" y="1048"/>
                    <a:pt x="5430" y="905"/>
                    <a:pt x="5597" y="857"/>
                  </a:cubicBezTo>
                  <a:cubicBezTo>
                    <a:pt x="5811" y="857"/>
                    <a:pt x="5954" y="1024"/>
                    <a:pt x="6002" y="1191"/>
                  </a:cubicBezTo>
                  <a:lnTo>
                    <a:pt x="6264" y="5454"/>
                  </a:lnTo>
                  <a:lnTo>
                    <a:pt x="7931" y="5454"/>
                  </a:lnTo>
                  <a:lnTo>
                    <a:pt x="7740" y="48"/>
                  </a:lnTo>
                  <a:lnTo>
                    <a:pt x="191" y="48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1126;p54">
              <a:extLst>
                <a:ext uri="{FF2B5EF4-FFF2-40B4-BE49-F238E27FC236}">
                  <a16:creationId xmlns:a16="http://schemas.microsoft.com/office/drawing/2014/main" id="{89DDEF8D-3733-F54C-5260-438933D0F27D}"/>
                </a:ext>
              </a:extLst>
            </p:cNvPr>
            <p:cNvSpPr/>
            <p:nvPr/>
          </p:nvSpPr>
          <p:spPr>
            <a:xfrm>
              <a:off x="2898126" y="1396433"/>
              <a:ext cx="237599" cy="81940"/>
            </a:xfrm>
            <a:custGeom>
              <a:avLst/>
              <a:gdLst/>
              <a:ahLst/>
              <a:cxnLst/>
              <a:rect l="l" t="t" r="r" b="b"/>
              <a:pathLst>
                <a:path w="7550" h="2430" extrusionOk="0">
                  <a:moveTo>
                    <a:pt x="6406" y="1"/>
                  </a:moveTo>
                  <a:lnTo>
                    <a:pt x="6406" y="1"/>
                  </a:lnTo>
                  <a:cubicBezTo>
                    <a:pt x="6073" y="24"/>
                    <a:pt x="5906" y="96"/>
                    <a:pt x="5692" y="167"/>
                  </a:cubicBezTo>
                  <a:cubicBezTo>
                    <a:pt x="5644" y="167"/>
                    <a:pt x="5620" y="215"/>
                    <a:pt x="5596" y="215"/>
                  </a:cubicBezTo>
                  <a:lnTo>
                    <a:pt x="5596" y="1048"/>
                  </a:lnTo>
                  <a:lnTo>
                    <a:pt x="4882" y="1048"/>
                  </a:lnTo>
                  <a:lnTo>
                    <a:pt x="4882" y="382"/>
                  </a:lnTo>
                  <a:cubicBezTo>
                    <a:pt x="4691" y="405"/>
                    <a:pt x="4453" y="453"/>
                    <a:pt x="4168" y="453"/>
                  </a:cubicBezTo>
                  <a:lnTo>
                    <a:pt x="4168" y="1048"/>
                  </a:lnTo>
                  <a:lnTo>
                    <a:pt x="3453" y="1048"/>
                  </a:lnTo>
                  <a:lnTo>
                    <a:pt x="3453" y="453"/>
                  </a:lnTo>
                  <a:cubicBezTo>
                    <a:pt x="3144" y="453"/>
                    <a:pt x="2905" y="405"/>
                    <a:pt x="2739" y="382"/>
                  </a:cubicBezTo>
                  <a:lnTo>
                    <a:pt x="2739" y="1048"/>
                  </a:lnTo>
                  <a:lnTo>
                    <a:pt x="2024" y="1048"/>
                  </a:lnTo>
                  <a:lnTo>
                    <a:pt x="2024" y="215"/>
                  </a:lnTo>
                  <a:cubicBezTo>
                    <a:pt x="2000" y="215"/>
                    <a:pt x="1929" y="167"/>
                    <a:pt x="1905" y="167"/>
                  </a:cubicBezTo>
                  <a:cubicBezTo>
                    <a:pt x="1715" y="120"/>
                    <a:pt x="1524" y="48"/>
                    <a:pt x="1238" y="24"/>
                  </a:cubicBezTo>
                  <a:lnTo>
                    <a:pt x="1238" y="24"/>
                  </a:lnTo>
                  <a:cubicBezTo>
                    <a:pt x="1286" y="120"/>
                    <a:pt x="1286" y="239"/>
                    <a:pt x="1286" y="334"/>
                  </a:cubicBezTo>
                  <a:lnTo>
                    <a:pt x="1286" y="358"/>
                  </a:lnTo>
                  <a:cubicBezTo>
                    <a:pt x="1215" y="1096"/>
                    <a:pt x="714" y="1787"/>
                    <a:pt x="0" y="2025"/>
                  </a:cubicBezTo>
                  <a:lnTo>
                    <a:pt x="0" y="2430"/>
                  </a:lnTo>
                  <a:lnTo>
                    <a:pt x="7549" y="2430"/>
                  </a:lnTo>
                  <a:lnTo>
                    <a:pt x="7549" y="2025"/>
                  </a:lnTo>
                  <a:cubicBezTo>
                    <a:pt x="6835" y="1787"/>
                    <a:pt x="6335" y="1096"/>
                    <a:pt x="6335" y="334"/>
                  </a:cubicBezTo>
                  <a:lnTo>
                    <a:pt x="6335" y="286"/>
                  </a:lnTo>
                  <a:cubicBezTo>
                    <a:pt x="6335" y="167"/>
                    <a:pt x="6358" y="96"/>
                    <a:pt x="6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1127;p54">
              <a:extLst>
                <a:ext uri="{FF2B5EF4-FFF2-40B4-BE49-F238E27FC236}">
                  <a16:creationId xmlns:a16="http://schemas.microsoft.com/office/drawing/2014/main" id="{2972EDB4-BF7F-CE4B-539E-827B0AFE81F3}"/>
                </a:ext>
              </a:extLst>
            </p:cNvPr>
            <p:cNvSpPr/>
            <p:nvPr/>
          </p:nvSpPr>
          <p:spPr>
            <a:xfrm>
              <a:off x="2896616" y="1272782"/>
              <a:ext cx="241343" cy="48995"/>
            </a:xfrm>
            <a:custGeom>
              <a:avLst/>
              <a:gdLst/>
              <a:ahLst/>
              <a:cxnLst/>
              <a:rect l="l" t="t" r="r" b="b"/>
              <a:pathLst>
                <a:path w="7669" h="1453" extrusionOk="0">
                  <a:moveTo>
                    <a:pt x="405" y="0"/>
                  </a:moveTo>
                  <a:cubicBezTo>
                    <a:pt x="167" y="0"/>
                    <a:pt x="0" y="238"/>
                    <a:pt x="24" y="476"/>
                  </a:cubicBezTo>
                  <a:lnTo>
                    <a:pt x="167" y="1453"/>
                  </a:lnTo>
                  <a:lnTo>
                    <a:pt x="7454" y="1453"/>
                  </a:lnTo>
                  <a:lnTo>
                    <a:pt x="7597" y="572"/>
                  </a:lnTo>
                  <a:cubicBezTo>
                    <a:pt x="7669" y="262"/>
                    <a:pt x="7430" y="0"/>
                    <a:pt x="7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9012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C4D66E87-A304-4796-5CFA-FB82A7F1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02C06721-B576-4BEB-55EA-3A0BD12E5C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600" b="0"/>
              <a:t>Design pattern</a:t>
            </a:r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DF3D401D-464B-4515-6B28-2706DB854994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41DB8AB6-E4BB-165A-65CC-C4C07051C159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05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9E8A4BB3-BD67-F02F-D642-8CAAE88A3CF8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508C1553-1D50-D62C-ECE4-1B3CAB9FA850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210CFD8-F897-0345-F14C-A27DC13997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98" y="1337570"/>
            <a:ext cx="1454756" cy="314092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AF6ED8B-4000-5CCA-5AF3-8E5932A5AA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005" y="1337570"/>
            <a:ext cx="1454633" cy="3140920"/>
          </a:xfrm>
          <a:prstGeom prst="rect">
            <a:avLst/>
          </a:prstGeom>
        </p:spPr>
      </p:pic>
      <p:sp>
        <p:nvSpPr>
          <p:cNvPr id="6" name="Google Shape;172;p35">
            <a:extLst>
              <a:ext uri="{FF2B5EF4-FFF2-40B4-BE49-F238E27FC236}">
                <a16:creationId xmlns:a16="http://schemas.microsoft.com/office/drawing/2014/main" id="{FD413A05-00E4-D2E9-0D99-6506EC925C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97454" y="1744247"/>
            <a:ext cx="4611523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it-IT"/>
              <a:t>È stato adottato il pattern </a:t>
            </a:r>
            <a:r>
              <a:rPr lang="it-IT" b="1" err="1"/>
              <a:t>Modal</a:t>
            </a:r>
            <a:r>
              <a:rPr lang="it-IT" b="1"/>
              <a:t> Windows </a:t>
            </a:r>
            <a:r>
              <a:rPr lang="it-IT"/>
              <a:t>per gestire azioni secondarie o contestuali che richiedono l’attenzione dell’utente senza abbandonare la schermata principale. Le finestre modali vengono utilizzate in vari punti dell’interfaccia, sia lato studente che insegnante.  </a:t>
            </a:r>
          </a:p>
          <a:p>
            <a:pPr marL="0" lvl="0" indent="0" algn="ctr"/>
            <a:endParaRPr lang="it-IT" b="1"/>
          </a:p>
          <a:p>
            <a:pPr marL="0" lvl="0" indent="0" algn="ctr"/>
            <a:endParaRPr lang="it-IT" b="1"/>
          </a:p>
          <a:p>
            <a:pPr marL="0" lvl="0" indent="0" algn="ctr"/>
            <a:endParaRPr lang="it-IT" b="1"/>
          </a:p>
          <a:p>
            <a:pPr marL="0" lvl="0" indent="0" algn="ctr"/>
            <a:endParaRPr lang="it-IT" b="1"/>
          </a:p>
          <a:p>
            <a:pPr marL="0" lvl="0" indent="0" algn="ctr"/>
            <a:r>
              <a:rPr lang="it-IT" b="1"/>
              <a:t>Pattern di riferimento: </a:t>
            </a:r>
            <a:r>
              <a:rPr lang="it-IT"/>
              <a:t>https://ui-patterns.com/patterns/modal-windows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1BFECA7-23BB-F03C-EBBF-896FB77177E1}"/>
              </a:ext>
            </a:extLst>
          </p:cNvPr>
          <p:cNvSpPr txBox="1"/>
          <p:nvPr/>
        </p:nvSpPr>
        <p:spPr>
          <a:xfrm>
            <a:off x="1098825" y="6633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err="1">
                <a:latin typeface="Cinzel Decorative" panose="020B0604020202020204" charset="0"/>
              </a:rPr>
              <a:t>Modal</a:t>
            </a:r>
            <a:r>
              <a:rPr lang="it-IT" b="1">
                <a:latin typeface="Cinzel Decorative" panose="020B0604020202020204" charset="0"/>
              </a:rPr>
              <a:t> Window</a:t>
            </a:r>
          </a:p>
        </p:txBody>
      </p:sp>
      <p:grpSp>
        <p:nvGrpSpPr>
          <p:cNvPr id="10" name="Google Shape;1123;p54">
            <a:extLst>
              <a:ext uri="{FF2B5EF4-FFF2-40B4-BE49-F238E27FC236}">
                <a16:creationId xmlns:a16="http://schemas.microsoft.com/office/drawing/2014/main" id="{EB894D90-70C7-9AFD-2334-108E7299B872}"/>
              </a:ext>
            </a:extLst>
          </p:cNvPr>
          <p:cNvGrpSpPr/>
          <p:nvPr/>
        </p:nvGrpSpPr>
        <p:grpSpPr>
          <a:xfrm>
            <a:off x="8611148" y="329139"/>
            <a:ext cx="317758" cy="383095"/>
            <a:chOff x="2846390" y="1272782"/>
            <a:chExt cx="340285" cy="413576"/>
          </a:xfrm>
        </p:grpSpPr>
        <p:sp>
          <p:nvSpPr>
            <p:cNvPr id="11" name="Google Shape;1124;p54">
              <a:extLst>
                <a:ext uri="{FF2B5EF4-FFF2-40B4-BE49-F238E27FC236}">
                  <a16:creationId xmlns:a16="http://schemas.microsoft.com/office/drawing/2014/main" id="{28C6A993-DA26-6831-F2F4-2C31E91155C6}"/>
                </a:ext>
              </a:extLst>
            </p:cNvPr>
            <p:cNvSpPr/>
            <p:nvPr/>
          </p:nvSpPr>
          <p:spPr>
            <a:xfrm>
              <a:off x="2846390" y="1345853"/>
              <a:ext cx="340285" cy="96372"/>
            </a:xfrm>
            <a:custGeom>
              <a:avLst/>
              <a:gdLst/>
              <a:ahLst/>
              <a:cxnLst/>
              <a:rect l="l" t="t" r="r" b="b"/>
              <a:pathLst>
                <a:path w="10813" h="2858" extrusionOk="0">
                  <a:moveTo>
                    <a:pt x="1787" y="0"/>
                  </a:moveTo>
                  <a:cubicBezTo>
                    <a:pt x="811" y="0"/>
                    <a:pt x="1" y="810"/>
                    <a:pt x="1" y="1786"/>
                  </a:cubicBezTo>
                  <a:cubicBezTo>
                    <a:pt x="1" y="2382"/>
                    <a:pt x="477" y="2858"/>
                    <a:pt x="1072" y="2858"/>
                  </a:cubicBezTo>
                  <a:cubicBezTo>
                    <a:pt x="1668" y="2858"/>
                    <a:pt x="2144" y="2382"/>
                    <a:pt x="2144" y="1786"/>
                  </a:cubicBezTo>
                  <a:lnTo>
                    <a:pt x="2144" y="1763"/>
                  </a:lnTo>
                  <a:cubicBezTo>
                    <a:pt x="2144" y="1548"/>
                    <a:pt x="2001" y="1405"/>
                    <a:pt x="1787" y="1405"/>
                  </a:cubicBezTo>
                  <a:cubicBezTo>
                    <a:pt x="1596" y="1405"/>
                    <a:pt x="1430" y="1548"/>
                    <a:pt x="1430" y="1763"/>
                  </a:cubicBezTo>
                  <a:cubicBezTo>
                    <a:pt x="1430" y="1963"/>
                    <a:pt x="1284" y="2122"/>
                    <a:pt x="1070" y="2122"/>
                  </a:cubicBezTo>
                  <a:cubicBezTo>
                    <a:pt x="1055" y="2122"/>
                    <a:pt x="1040" y="2121"/>
                    <a:pt x="1025" y="2120"/>
                  </a:cubicBezTo>
                  <a:cubicBezTo>
                    <a:pt x="834" y="2096"/>
                    <a:pt x="715" y="1905"/>
                    <a:pt x="715" y="1739"/>
                  </a:cubicBezTo>
                  <a:cubicBezTo>
                    <a:pt x="715" y="1143"/>
                    <a:pt x="1192" y="691"/>
                    <a:pt x="1787" y="691"/>
                  </a:cubicBezTo>
                  <a:cubicBezTo>
                    <a:pt x="2906" y="691"/>
                    <a:pt x="3311" y="810"/>
                    <a:pt x="3692" y="929"/>
                  </a:cubicBezTo>
                  <a:cubicBezTo>
                    <a:pt x="4049" y="1048"/>
                    <a:pt x="4383" y="1143"/>
                    <a:pt x="5407" y="1143"/>
                  </a:cubicBezTo>
                  <a:cubicBezTo>
                    <a:pt x="6383" y="1143"/>
                    <a:pt x="6716" y="1048"/>
                    <a:pt x="7026" y="929"/>
                  </a:cubicBezTo>
                  <a:cubicBezTo>
                    <a:pt x="7431" y="810"/>
                    <a:pt x="7812" y="667"/>
                    <a:pt x="9003" y="667"/>
                  </a:cubicBezTo>
                  <a:cubicBezTo>
                    <a:pt x="9598" y="667"/>
                    <a:pt x="10074" y="1143"/>
                    <a:pt x="10074" y="1715"/>
                  </a:cubicBezTo>
                  <a:cubicBezTo>
                    <a:pt x="10074" y="1882"/>
                    <a:pt x="9955" y="2048"/>
                    <a:pt x="9765" y="2096"/>
                  </a:cubicBezTo>
                  <a:cubicBezTo>
                    <a:pt x="9753" y="2097"/>
                    <a:pt x="9740" y="2098"/>
                    <a:pt x="9728" y="2098"/>
                  </a:cubicBezTo>
                  <a:cubicBezTo>
                    <a:pt x="9548" y="2098"/>
                    <a:pt x="9360" y="1939"/>
                    <a:pt x="9360" y="1739"/>
                  </a:cubicBezTo>
                  <a:cubicBezTo>
                    <a:pt x="9360" y="1524"/>
                    <a:pt x="9217" y="1382"/>
                    <a:pt x="9003" y="1382"/>
                  </a:cubicBezTo>
                  <a:cubicBezTo>
                    <a:pt x="8788" y="1382"/>
                    <a:pt x="8645" y="1524"/>
                    <a:pt x="8645" y="1739"/>
                  </a:cubicBezTo>
                  <a:lnTo>
                    <a:pt x="8645" y="1763"/>
                  </a:lnTo>
                  <a:cubicBezTo>
                    <a:pt x="8645" y="2358"/>
                    <a:pt x="9122" y="2834"/>
                    <a:pt x="9717" y="2834"/>
                  </a:cubicBezTo>
                  <a:cubicBezTo>
                    <a:pt x="10312" y="2834"/>
                    <a:pt x="10789" y="2358"/>
                    <a:pt x="10789" y="1763"/>
                  </a:cubicBezTo>
                  <a:cubicBezTo>
                    <a:pt x="10813" y="810"/>
                    <a:pt x="10003" y="0"/>
                    <a:pt x="9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1125;p54">
              <a:extLst>
                <a:ext uri="{FF2B5EF4-FFF2-40B4-BE49-F238E27FC236}">
                  <a16:creationId xmlns:a16="http://schemas.microsoft.com/office/drawing/2014/main" id="{6292E784-4A59-8191-2D8B-7A72EEFD2049}"/>
                </a:ext>
              </a:extLst>
            </p:cNvPr>
            <p:cNvSpPr/>
            <p:nvPr/>
          </p:nvSpPr>
          <p:spPr>
            <a:xfrm>
              <a:off x="2891360" y="1502449"/>
              <a:ext cx="249589" cy="183909"/>
            </a:xfrm>
            <a:custGeom>
              <a:avLst/>
              <a:gdLst/>
              <a:ahLst/>
              <a:cxnLst/>
              <a:rect l="l" t="t" r="r" b="b"/>
              <a:pathLst>
                <a:path w="7931" h="5454" extrusionOk="0">
                  <a:moveTo>
                    <a:pt x="191" y="0"/>
                  </a:moveTo>
                  <a:lnTo>
                    <a:pt x="1" y="5430"/>
                  </a:lnTo>
                  <a:lnTo>
                    <a:pt x="1668" y="5430"/>
                  </a:lnTo>
                  <a:lnTo>
                    <a:pt x="1953" y="1167"/>
                  </a:lnTo>
                  <a:cubicBezTo>
                    <a:pt x="1953" y="968"/>
                    <a:pt x="2097" y="831"/>
                    <a:pt x="2288" y="831"/>
                  </a:cubicBezTo>
                  <a:cubicBezTo>
                    <a:pt x="2303" y="831"/>
                    <a:pt x="2319" y="832"/>
                    <a:pt x="2334" y="834"/>
                  </a:cubicBezTo>
                  <a:cubicBezTo>
                    <a:pt x="2549" y="834"/>
                    <a:pt x="2692" y="1024"/>
                    <a:pt x="2668" y="1238"/>
                  </a:cubicBezTo>
                  <a:lnTo>
                    <a:pt x="2382" y="5430"/>
                  </a:lnTo>
                  <a:lnTo>
                    <a:pt x="3620" y="5430"/>
                  </a:lnTo>
                  <a:lnTo>
                    <a:pt x="3620" y="1238"/>
                  </a:lnTo>
                  <a:cubicBezTo>
                    <a:pt x="3620" y="1048"/>
                    <a:pt x="3763" y="881"/>
                    <a:pt x="3930" y="881"/>
                  </a:cubicBezTo>
                  <a:cubicBezTo>
                    <a:pt x="4144" y="881"/>
                    <a:pt x="4335" y="1024"/>
                    <a:pt x="4335" y="1238"/>
                  </a:cubicBezTo>
                  <a:lnTo>
                    <a:pt x="4335" y="5454"/>
                  </a:lnTo>
                  <a:lnTo>
                    <a:pt x="5549" y="5454"/>
                  </a:lnTo>
                  <a:lnTo>
                    <a:pt x="5287" y="1262"/>
                  </a:lnTo>
                  <a:cubicBezTo>
                    <a:pt x="5287" y="1048"/>
                    <a:pt x="5430" y="905"/>
                    <a:pt x="5597" y="857"/>
                  </a:cubicBezTo>
                  <a:cubicBezTo>
                    <a:pt x="5811" y="857"/>
                    <a:pt x="5954" y="1024"/>
                    <a:pt x="6002" y="1191"/>
                  </a:cubicBezTo>
                  <a:lnTo>
                    <a:pt x="6264" y="5454"/>
                  </a:lnTo>
                  <a:lnTo>
                    <a:pt x="7931" y="5454"/>
                  </a:lnTo>
                  <a:lnTo>
                    <a:pt x="7740" y="48"/>
                  </a:lnTo>
                  <a:lnTo>
                    <a:pt x="191" y="48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1126;p54">
              <a:extLst>
                <a:ext uri="{FF2B5EF4-FFF2-40B4-BE49-F238E27FC236}">
                  <a16:creationId xmlns:a16="http://schemas.microsoft.com/office/drawing/2014/main" id="{5D2E89A9-D446-28A3-F587-C3CEFAFAC211}"/>
                </a:ext>
              </a:extLst>
            </p:cNvPr>
            <p:cNvSpPr/>
            <p:nvPr/>
          </p:nvSpPr>
          <p:spPr>
            <a:xfrm>
              <a:off x="2898126" y="1396433"/>
              <a:ext cx="237599" cy="81940"/>
            </a:xfrm>
            <a:custGeom>
              <a:avLst/>
              <a:gdLst/>
              <a:ahLst/>
              <a:cxnLst/>
              <a:rect l="l" t="t" r="r" b="b"/>
              <a:pathLst>
                <a:path w="7550" h="2430" extrusionOk="0">
                  <a:moveTo>
                    <a:pt x="6406" y="1"/>
                  </a:moveTo>
                  <a:lnTo>
                    <a:pt x="6406" y="1"/>
                  </a:lnTo>
                  <a:cubicBezTo>
                    <a:pt x="6073" y="24"/>
                    <a:pt x="5906" y="96"/>
                    <a:pt x="5692" y="167"/>
                  </a:cubicBezTo>
                  <a:cubicBezTo>
                    <a:pt x="5644" y="167"/>
                    <a:pt x="5620" y="215"/>
                    <a:pt x="5596" y="215"/>
                  </a:cubicBezTo>
                  <a:lnTo>
                    <a:pt x="5596" y="1048"/>
                  </a:lnTo>
                  <a:lnTo>
                    <a:pt x="4882" y="1048"/>
                  </a:lnTo>
                  <a:lnTo>
                    <a:pt x="4882" y="382"/>
                  </a:lnTo>
                  <a:cubicBezTo>
                    <a:pt x="4691" y="405"/>
                    <a:pt x="4453" y="453"/>
                    <a:pt x="4168" y="453"/>
                  </a:cubicBezTo>
                  <a:lnTo>
                    <a:pt x="4168" y="1048"/>
                  </a:lnTo>
                  <a:lnTo>
                    <a:pt x="3453" y="1048"/>
                  </a:lnTo>
                  <a:lnTo>
                    <a:pt x="3453" y="453"/>
                  </a:lnTo>
                  <a:cubicBezTo>
                    <a:pt x="3144" y="453"/>
                    <a:pt x="2905" y="405"/>
                    <a:pt x="2739" y="382"/>
                  </a:cubicBezTo>
                  <a:lnTo>
                    <a:pt x="2739" y="1048"/>
                  </a:lnTo>
                  <a:lnTo>
                    <a:pt x="2024" y="1048"/>
                  </a:lnTo>
                  <a:lnTo>
                    <a:pt x="2024" y="215"/>
                  </a:lnTo>
                  <a:cubicBezTo>
                    <a:pt x="2000" y="215"/>
                    <a:pt x="1929" y="167"/>
                    <a:pt x="1905" y="167"/>
                  </a:cubicBezTo>
                  <a:cubicBezTo>
                    <a:pt x="1715" y="120"/>
                    <a:pt x="1524" y="48"/>
                    <a:pt x="1238" y="24"/>
                  </a:cubicBezTo>
                  <a:lnTo>
                    <a:pt x="1238" y="24"/>
                  </a:lnTo>
                  <a:cubicBezTo>
                    <a:pt x="1286" y="120"/>
                    <a:pt x="1286" y="239"/>
                    <a:pt x="1286" y="334"/>
                  </a:cubicBezTo>
                  <a:lnTo>
                    <a:pt x="1286" y="358"/>
                  </a:lnTo>
                  <a:cubicBezTo>
                    <a:pt x="1215" y="1096"/>
                    <a:pt x="714" y="1787"/>
                    <a:pt x="0" y="2025"/>
                  </a:cubicBezTo>
                  <a:lnTo>
                    <a:pt x="0" y="2430"/>
                  </a:lnTo>
                  <a:lnTo>
                    <a:pt x="7549" y="2430"/>
                  </a:lnTo>
                  <a:lnTo>
                    <a:pt x="7549" y="2025"/>
                  </a:lnTo>
                  <a:cubicBezTo>
                    <a:pt x="6835" y="1787"/>
                    <a:pt x="6335" y="1096"/>
                    <a:pt x="6335" y="334"/>
                  </a:cubicBezTo>
                  <a:lnTo>
                    <a:pt x="6335" y="286"/>
                  </a:lnTo>
                  <a:cubicBezTo>
                    <a:pt x="6335" y="167"/>
                    <a:pt x="6358" y="96"/>
                    <a:pt x="6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" name="Google Shape;1127;p54">
              <a:extLst>
                <a:ext uri="{FF2B5EF4-FFF2-40B4-BE49-F238E27FC236}">
                  <a16:creationId xmlns:a16="http://schemas.microsoft.com/office/drawing/2014/main" id="{D95FF536-A5DF-3C6D-BEBF-E1BB6E35F112}"/>
                </a:ext>
              </a:extLst>
            </p:cNvPr>
            <p:cNvSpPr/>
            <p:nvPr/>
          </p:nvSpPr>
          <p:spPr>
            <a:xfrm>
              <a:off x="2896616" y="1272782"/>
              <a:ext cx="241343" cy="48995"/>
            </a:xfrm>
            <a:custGeom>
              <a:avLst/>
              <a:gdLst/>
              <a:ahLst/>
              <a:cxnLst/>
              <a:rect l="l" t="t" r="r" b="b"/>
              <a:pathLst>
                <a:path w="7669" h="1453" extrusionOk="0">
                  <a:moveTo>
                    <a:pt x="405" y="0"/>
                  </a:moveTo>
                  <a:cubicBezTo>
                    <a:pt x="167" y="0"/>
                    <a:pt x="0" y="238"/>
                    <a:pt x="24" y="476"/>
                  </a:cubicBezTo>
                  <a:lnTo>
                    <a:pt x="167" y="1453"/>
                  </a:lnTo>
                  <a:lnTo>
                    <a:pt x="7454" y="1453"/>
                  </a:lnTo>
                  <a:lnTo>
                    <a:pt x="7597" y="572"/>
                  </a:lnTo>
                  <a:cubicBezTo>
                    <a:pt x="7669" y="262"/>
                    <a:pt x="7430" y="0"/>
                    <a:pt x="7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0526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364BB82-2DBE-38E1-00E0-8A2D97CF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3E16EA69-D6EE-96F5-947F-00B3ED2B5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600" b="0"/>
              <a:t>Design pattern</a:t>
            </a:r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16417D4A-D498-E38A-B717-8826D3C60944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CABE7E11-6BA6-2254-2209-77BA975E8B12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05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FD048073-0F49-377C-1E6C-F6C86237B2D6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596DB5E8-0E4B-8ADA-3A56-D96535E2ED02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6" name="Google Shape;172;p35">
            <a:extLst>
              <a:ext uri="{FF2B5EF4-FFF2-40B4-BE49-F238E27FC236}">
                <a16:creationId xmlns:a16="http://schemas.microsoft.com/office/drawing/2014/main" id="{9326C7F2-6EEB-EBF1-4531-D48D60A3BFA0}"/>
              </a:ext>
            </a:extLst>
          </p:cNvPr>
          <p:cNvSpPr txBox="1">
            <a:spLocks/>
          </p:cNvSpPr>
          <p:nvPr/>
        </p:nvSpPr>
        <p:spPr>
          <a:xfrm>
            <a:off x="978093" y="907867"/>
            <a:ext cx="3878112" cy="3757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139700" indent="0" algn="just"/>
            <a:r>
              <a:rPr lang="it-IT"/>
              <a:t>È stato adottato il </a:t>
            </a:r>
            <a:r>
              <a:rPr lang="it-IT" b="1"/>
              <a:t>pattern </a:t>
            </a:r>
            <a:r>
              <a:rPr lang="it-IT" b="1" err="1"/>
              <a:t>Tip</a:t>
            </a:r>
            <a:r>
              <a:rPr lang="it-IT" b="1"/>
              <a:t> A Friend </a:t>
            </a:r>
            <a:r>
              <a:rPr lang="it-IT"/>
              <a:t>per permettere agli studenti di </a:t>
            </a:r>
            <a:r>
              <a:rPr lang="it-IT" b="1"/>
              <a:t>condividere</a:t>
            </a:r>
            <a:r>
              <a:rPr lang="it-IT"/>
              <a:t> le proprie conversazioni con personaggi storici all’interno dell’app. In particolare, lo studente può decidere di rendere visibile una conversazione interessante o utile agli altri compagni di classe e all’insegnante, tramite l'apposito pulsante “</a:t>
            </a:r>
            <a:r>
              <a:rPr lang="it-IT" b="1"/>
              <a:t>Condividi</a:t>
            </a:r>
            <a:r>
              <a:rPr lang="it-IT"/>
              <a:t>”, disponibile direttamente nella schermata di chat. La conversazione viene salvata e resa visibile nella sezione “</a:t>
            </a:r>
            <a:r>
              <a:rPr lang="it-IT" b="1"/>
              <a:t>Conversazioni &gt; Condivise</a:t>
            </a:r>
            <a:r>
              <a:rPr lang="it-IT"/>
              <a:t>”, accessibile sia dai compagni della stessa classe che dall’insegnante. </a:t>
            </a:r>
          </a:p>
          <a:p>
            <a:pPr marL="139700" indent="0"/>
            <a:r>
              <a:rPr lang="it-IT" b="1"/>
              <a:t>Pattern di riferimento</a:t>
            </a:r>
            <a:r>
              <a:rPr lang="it-IT"/>
              <a:t>: </a:t>
            </a:r>
            <a:r>
              <a:rPr lang="it-IT" u="sng">
                <a:hlinkClick r:id="rId3"/>
              </a:rPr>
              <a:t>https://ui-patterns.com/patterns/TipAFriend</a:t>
            </a:r>
            <a:endParaRPr lang="it-IT"/>
          </a:p>
        </p:txBody>
      </p:sp>
      <p:pic>
        <p:nvPicPr>
          <p:cNvPr id="10" name="Immagine 9" descr="Immagine che contiene testo, schermata, Viso umano&#10;&#10;Il contenuto generato dall'IA potrebbe non essere corretto.">
            <a:extLst>
              <a:ext uri="{FF2B5EF4-FFF2-40B4-BE49-F238E27FC236}">
                <a16:creationId xmlns:a16="http://schemas.microsoft.com/office/drawing/2014/main" id="{6B9A9EB1-BE65-E2FB-395F-CFAC32E8E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83" y="1138071"/>
            <a:ext cx="1420630" cy="3066878"/>
          </a:xfrm>
          <a:prstGeom prst="rect">
            <a:avLst/>
          </a:prstGeom>
        </p:spPr>
      </p:pic>
      <p:pic>
        <p:nvPicPr>
          <p:cNvPr id="11" name="Immagine 10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BDD695A3-464E-3BAE-0A95-413DB193C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867" y="1156009"/>
            <a:ext cx="1420631" cy="3070185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9B900F12-D4CF-F7CE-3700-0D3E956E85AA}"/>
              </a:ext>
            </a:extLst>
          </p:cNvPr>
          <p:cNvSpPr/>
          <p:nvPr/>
        </p:nvSpPr>
        <p:spPr>
          <a:xfrm>
            <a:off x="6092207" y="1797050"/>
            <a:ext cx="285750" cy="250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ED749554-FF4D-8BF4-9AC6-98263D4F6F90}"/>
              </a:ext>
            </a:extLst>
          </p:cNvPr>
          <p:cNvCxnSpPr>
            <a:stCxn id="12" idx="3"/>
          </p:cNvCxnSpPr>
          <p:nvPr/>
        </p:nvCxnSpPr>
        <p:spPr>
          <a:xfrm flipV="1">
            <a:off x="6377957" y="1593850"/>
            <a:ext cx="664952" cy="3286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54781C-A010-5AC9-2EB2-14C2504078B3}"/>
              </a:ext>
            </a:extLst>
          </p:cNvPr>
          <p:cNvSpPr txBox="1"/>
          <p:nvPr/>
        </p:nvSpPr>
        <p:spPr>
          <a:xfrm>
            <a:off x="1098825" y="6633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err="1">
                <a:latin typeface="Cinzel Decorative" panose="020B0604020202020204" charset="0"/>
              </a:rPr>
              <a:t>Tip</a:t>
            </a:r>
            <a:r>
              <a:rPr lang="it-IT" b="1">
                <a:latin typeface="Cinzel Decorative" panose="020B0604020202020204" charset="0"/>
              </a:rPr>
              <a:t> A Friend</a:t>
            </a:r>
          </a:p>
        </p:txBody>
      </p:sp>
      <p:grpSp>
        <p:nvGrpSpPr>
          <p:cNvPr id="5" name="Google Shape;1123;p54">
            <a:extLst>
              <a:ext uri="{FF2B5EF4-FFF2-40B4-BE49-F238E27FC236}">
                <a16:creationId xmlns:a16="http://schemas.microsoft.com/office/drawing/2014/main" id="{DE85C4D3-26F0-E737-E29F-C2496250BAEC}"/>
              </a:ext>
            </a:extLst>
          </p:cNvPr>
          <p:cNvGrpSpPr/>
          <p:nvPr/>
        </p:nvGrpSpPr>
        <p:grpSpPr>
          <a:xfrm>
            <a:off x="8611148" y="329139"/>
            <a:ext cx="317758" cy="383095"/>
            <a:chOff x="2846390" y="1272782"/>
            <a:chExt cx="340285" cy="413576"/>
          </a:xfrm>
        </p:grpSpPr>
        <p:sp>
          <p:nvSpPr>
            <p:cNvPr id="7" name="Google Shape;1124;p54">
              <a:extLst>
                <a:ext uri="{FF2B5EF4-FFF2-40B4-BE49-F238E27FC236}">
                  <a16:creationId xmlns:a16="http://schemas.microsoft.com/office/drawing/2014/main" id="{DF949AFA-6D96-0442-27FB-F86DC1F3DA23}"/>
                </a:ext>
              </a:extLst>
            </p:cNvPr>
            <p:cNvSpPr/>
            <p:nvPr/>
          </p:nvSpPr>
          <p:spPr>
            <a:xfrm>
              <a:off x="2846390" y="1345853"/>
              <a:ext cx="340285" cy="96372"/>
            </a:xfrm>
            <a:custGeom>
              <a:avLst/>
              <a:gdLst/>
              <a:ahLst/>
              <a:cxnLst/>
              <a:rect l="l" t="t" r="r" b="b"/>
              <a:pathLst>
                <a:path w="10813" h="2858" extrusionOk="0">
                  <a:moveTo>
                    <a:pt x="1787" y="0"/>
                  </a:moveTo>
                  <a:cubicBezTo>
                    <a:pt x="811" y="0"/>
                    <a:pt x="1" y="810"/>
                    <a:pt x="1" y="1786"/>
                  </a:cubicBezTo>
                  <a:cubicBezTo>
                    <a:pt x="1" y="2382"/>
                    <a:pt x="477" y="2858"/>
                    <a:pt x="1072" y="2858"/>
                  </a:cubicBezTo>
                  <a:cubicBezTo>
                    <a:pt x="1668" y="2858"/>
                    <a:pt x="2144" y="2382"/>
                    <a:pt x="2144" y="1786"/>
                  </a:cubicBezTo>
                  <a:lnTo>
                    <a:pt x="2144" y="1763"/>
                  </a:lnTo>
                  <a:cubicBezTo>
                    <a:pt x="2144" y="1548"/>
                    <a:pt x="2001" y="1405"/>
                    <a:pt x="1787" y="1405"/>
                  </a:cubicBezTo>
                  <a:cubicBezTo>
                    <a:pt x="1596" y="1405"/>
                    <a:pt x="1430" y="1548"/>
                    <a:pt x="1430" y="1763"/>
                  </a:cubicBezTo>
                  <a:cubicBezTo>
                    <a:pt x="1430" y="1963"/>
                    <a:pt x="1284" y="2122"/>
                    <a:pt x="1070" y="2122"/>
                  </a:cubicBezTo>
                  <a:cubicBezTo>
                    <a:pt x="1055" y="2122"/>
                    <a:pt x="1040" y="2121"/>
                    <a:pt x="1025" y="2120"/>
                  </a:cubicBezTo>
                  <a:cubicBezTo>
                    <a:pt x="834" y="2096"/>
                    <a:pt x="715" y="1905"/>
                    <a:pt x="715" y="1739"/>
                  </a:cubicBezTo>
                  <a:cubicBezTo>
                    <a:pt x="715" y="1143"/>
                    <a:pt x="1192" y="691"/>
                    <a:pt x="1787" y="691"/>
                  </a:cubicBezTo>
                  <a:cubicBezTo>
                    <a:pt x="2906" y="691"/>
                    <a:pt x="3311" y="810"/>
                    <a:pt x="3692" y="929"/>
                  </a:cubicBezTo>
                  <a:cubicBezTo>
                    <a:pt x="4049" y="1048"/>
                    <a:pt x="4383" y="1143"/>
                    <a:pt x="5407" y="1143"/>
                  </a:cubicBezTo>
                  <a:cubicBezTo>
                    <a:pt x="6383" y="1143"/>
                    <a:pt x="6716" y="1048"/>
                    <a:pt x="7026" y="929"/>
                  </a:cubicBezTo>
                  <a:cubicBezTo>
                    <a:pt x="7431" y="810"/>
                    <a:pt x="7812" y="667"/>
                    <a:pt x="9003" y="667"/>
                  </a:cubicBezTo>
                  <a:cubicBezTo>
                    <a:pt x="9598" y="667"/>
                    <a:pt x="10074" y="1143"/>
                    <a:pt x="10074" y="1715"/>
                  </a:cubicBezTo>
                  <a:cubicBezTo>
                    <a:pt x="10074" y="1882"/>
                    <a:pt x="9955" y="2048"/>
                    <a:pt x="9765" y="2096"/>
                  </a:cubicBezTo>
                  <a:cubicBezTo>
                    <a:pt x="9753" y="2097"/>
                    <a:pt x="9740" y="2098"/>
                    <a:pt x="9728" y="2098"/>
                  </a:cubicBezTo>
                  <a:cubicBezTo>
                    <a:pt x="9548" y="2098"/>
                    <a:pt x="9360" y="1939"/>
                    <a:pt x="9360" y="1739"/>
                  </a:cubicBezTo>
                  <a:cubicBezTo>
                    <a:pt x="9360" y="1524"/>
                    <a:pt x="9217" y="1382"/>
                    <a:pt x="9003" y="1382"/>
                  </a:cubicBezTo>
                  <a:cubicBezTo>
                    <a:pt x="8788" y="1382"/>
                    <a:pt x="8645" y="1524"/>
                    <a:pt x="8645" y="1739"/>
                  </a:cubicBezTo>
                  <a:lnTo>
                    <a:pt x="8645" y="1763"/>
                  </a:lnTo>
                  <a:cubicBezTo>
                    <a:pt x="8645" y="2358"/>
                    <a:pt x="9122" y="2834"/>
                    <a:pt x="9717" y="2834"/>
                  </a:cubicBezTo>
                  <a:cubicBezTo>
                    <a:pt x="10312" y="2834"/>
                    <a:pt x="10789" y="2358"/>
                    <a:pt x="10789" y="1763"/>
                  </a:cubicBezTo>
                  <a:cubicBezTo>
                    <a:pt x="10813" y="810"/>
                    <a:pt x="10003" y="0"/>
                    <a:pt x="9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1125;p54">
              <a:extLst>
                <a:ext uri="{FF2B5EF4-FFF2-40B4-BE49-F238E27FC236}">
                  <a16:creationId xmlns:a16="http://schemas.microsoft.com/office/drawing/2014/main" id="{CEBE2420-89D0-D66D-4483-3C07BD353618}"/>
                </a:ext>
              </a:extLst>
            </p:cNvPr>
            <p:cNvSpPr/>
            <p:nvPr/>
          </p:nvSpPr>
          <p:spPr>
            <a:xfrm>
              <a:off x="2891360" y="1502449"/>
              <a:ext cx="249589" cy="183909"/>
            </a:xfrm>
            <a:custGeom>
              <a:avLst/>
              <a:gdLst/>
              <a:ahLst/>
              <a:cxnLst/>
              <a:rect l="l" t="t" r="r" b="b"/>
              <a:pathLst>
                <a:path w="7931" h="5454" extrusionOk="0">
                  <a:moveTo>
                    <a:pt x="191" y="0"/>
                  </a:moveTo>
                  <a:lnTo>
                    <a:pt x="1" y="5430"/>
                  </a:lnTo>
                  <a:lnTo>
                    <a:pt x="1668" y="5430"/>
                  </a:lnTo>
                  <a:lnTo>
                    <a:pt x="1953" y="1167"/>
                  </a:lnTo>
                  <a:cubicBezTo>
                    <a:pt x="1953" y="968"/>
                    <a:pt x="2097" y="831"/>
                    <a:pt x="2288" y="831"/>
                  </a:cubicBezTo>
                  <a:cubicBezTo>
                    <a:pt x="2303" y="831"/>
                    <a:pt x="2319" y="832"/>
                    <a:pt x="2334" y="834"/>
                  </a:cubicBezTo>
                  <a:cubicBezTo>
                    <a:pt x="2549" y="834"/>
                    <a:pt x="2692" y="1024"/>
                    <a:pt x="2668" y="1238"/>
                  </a:cubicBezTo>
                  <a:lnTo>
                    <a:pt x="2382" y="5430"/>
                  </a:lnTo>
                  <a:lnTo>
                    <a:pt x="3620" y="5430"/>
                  </a:lnTo>
                  <a:lnTo>
                    <a:pt x="3620" y="1238"/>
                  </a:lnTo>
                  <a:cubicBezTo>
                    <a:pt x="3620" y="1048"/>
                    <a:pt x="3763" y="881"/>
                    <a:pt x="3930" y="881"/>
                  </a:cubicBezTo>
                  <a:cubicBezTo>
                    <a:pt x="4144" y="881"/>
                    <a:pt x="4335" y="1024"/>
                    <a:pt x="4335" y="1238"/>
                  </a:cubicBezTo>
                  <a:lnTo>
                    <a:pt x="4335" y="5454"/>
                  </a:lnTo>
                  <a:lnTo>
                    <a:pt x="5549" y="5454"/>
                  </a:lnTo>
                  <a:lnTo>
                    <a:pt x="5287" y="1262"/>
                  </a:lnTo>
                  <a:cubicBezTo>
                    <a:pt x="5287" y="1048"/>
                    <a:pt x="5430" y="905"/>
                    <a:pt x="5597" y="857"/>
                  </a:cubicBezTo>
                  <a:cubicBezTo>
                    <a:pt x="5811" y="857"/>
                    <a:pt x="5954" y="1024"/>
                    <a:pt x="6002" y="1191"/>
                  </a:cubicBezTo>
                  <a:lnTo>
                    <a:pt x="6264" y="5454"/>
                  </a:lnTo>
                  <a:lnTo>
                    <a:pt x="7931" y="5454"/>
                  </a:lnTo>
                  <a:lnTo>
                    <a:pt x="7740" y="48"/>
                  </a:lnTo>
                  <a:lnTo>
                    <a:pt x="191" y="48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1126;p54">
              <a:extLst>
                <a:ext uri="{FF2B5EF4-FFF2-40B4-BE49-F238E27FC236}">
                  <a16:creationId xmlns:a16="http://schemas.microsoft.com/office/drawing/2014/main" id="{8A92F9C9-719A-033D-8DA0-C2A4CC26A325}"/>
                </a:ext>
              </a:extLst>
            </p:cNvPr>
            <p:cNvSpPr/>
            <p:nvPr/>
          </p:nvSpPr>
          <p:spPr>
            <a:xfrm>
              <a:off x="2898126" y="1396433"/>
              <a:ext cx="237599" cy="81940"/>
            </a:xfrm>
            <a:custGeom>
              <a:avLst/>
              <a:gdLst/>
              <a:ahLst/>
              <a:cxnLst/>
              <a:rect l="l" t="t" r="r" b="b"/>
              <a:pathLst>
                <a:path w="7550" h="2430" extrusionOk="0">
                  <a:moveTo>
                    <a:pt x="6406" y="1"/>
                  </a:moveTo>
                  <a:lnTo>
                    <a:pt x="6406" y="1"/>
                  </a:lnTo>
                  <a:cubicBezTo>
                    <a:pt x="6073" y="24"/>
                    <a:pt x="5906" y="96"/>
                    <a:pt x="5692" y="167"/>
                  </a:cubicBezTo>
                  <a:cubicBezTo>
                    <a:pt x="5644" y="167"/>
                    <a:pt x="5620" y="215"/>
                    <a:pt x="5596" y="215"/>
                  </a:cubicBezTo>
                  <a:lnTo>
                    <a:pt x="5596" y="1048"/>
                  </a:lnTo>
                  <a:lnTo>
                    <a:pt x="4882" y="1048"/>
                  </a:lnTo>
                  <a:lnTo>
                    <a:pt x="4882" y="382"/>
                  </a:lnTo>
                  <a:cubicBezTo>
                    <a:pt x="4691" y="405"/>
                    <a:pt x="4453" y="453"/>
                    <a:pt x="4168" y="453"/>
                  </a:cubicBezTo>
                  <a:lnTo>
                    <a:pt x="4168" y="1048"/>
                  </a:lnTo>
                  <a:lnTo>
                    <a:pt x="3453" y="1048"/>
                  </a:lnTo>
                  <a:lnTo>
                    <a:pt x="3453" y="453"/>
                  </a:lnTo>
                  <a:cubicBezTo>
                    <a:pt x="3144" y="453"/>
                    <a:pt x="2905" y="405"/>
                    <a:pt x="2739" y="382"/>
                  </a:cubicBezTo>
                  <a:lnTo>
                    <a:pt x="2739" y="1048"/>
                  </a:lnTo>
                  <a:lnTo>
                    <a:pt x="2024" y="1048"/>
                  </a:lnTo>
                  <a:lnTo>
                    <a:pt x="2024" y="215"/>
                  </a:lnTo>
                  <a:cubicBezTo>
                    <a:pt x="2000" y="215"/>
                    <a:pt x="1929" y="167"/>
                    <a:pt x="1905" y="167"/>
                  </a:cubicBezTo>
                  <a:cubicBezTo>
                    <a:pt x="1715" y="120"/>
                    <a:pt x="1524" y="48"/>
                    <a:pt x="1238" y="24"/>
                  </a:cubicBezTo>
                  <a:lnTo>
                    <a:pt x="1238" y="24"/>
                  </a:lnTo>
                  <a:cubicBezTo>
                    <a:pt x="1286" y="120"/>
                    <a:pt x="1286" y="239"/>
                    <a:pt x="1286" y="334"/>
                  </a:cubicBezTo>
                  <a:lnTo>
                    <a:pt x="1286" y="358"/>
                  </a:lnTo>
                  <a:cubicBezTo>
                    <a:pt x="1215" y="1096"/>
                    <a:pt x="714" y="1787"/>
                    <a:pt x="0" y="2025"/>
                  </a:cubicBezTo>
                  <a:lnTo>
                    <a:pt x="0" y="2430"/>
                  </a:lnTo>
                  <a:lnTo>
                    <a:pt x="7549" y="2430"/>
                  </a:lnTo>
                  <a:lnTo>
                    <a:pt x="7549" y="2025"/>
                  </a:lnTo>
                  <a:cubicBezTo>
                    <a:pt x="6835" y="1787"/>
                    <a:pt x="6335" y="1096"/>
                    <a:pt x="6335" y="334"/>
                  </a:cubicBezTo>
                  <a:lnTo>
                    <a:pt x="6335" y="286"/>
                  </a:lnTo>
                  <a:cubicBezTo>
                    <a:pt x="6335" y="167"/>
                    <a:pt x="6358" y="96"/>
                    <a:pt x="6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" name="Google Shape;1127;p54">
              <a:extLst>
                <a:ext uri="{FF2B5EF4-FFF2-40B4-BE49-F238E27FC236}">
                  <a16:creationId xmlns:a16="http://schemas.microsoft.com/office/drawing/2014/main" id="{683A50EB-CE16-5305-7166-A1F9C58857F2}"/>
                </a:ext>
              </a:extLst>
            </p:cNvPr>
            <p:cNvSpPr/>
            <p:nvPr/>
          </p:nvSpPr>
          <p:spPr>
            <a:xfrm>
              <a:off x="2896616" y="1272782"/>
              <a:ext cx="241343" cy="48995"/>
            </a:xfrm>
            <a:custGeom>
              <a:avLst/>
              <a:gdLst/>
              <a:ahLst/>
              <a:cxnLst/>
              <a:rect l="l" t="t" r="r" b="b"/>
              <a:pathLst>
                <a:path w="7669" h="1453" extrusionOk="0">
                  <a:moveTo>
                    <a:pt x="405" y="0"/>
                  </a:moveTo>
                  <a:cubicBezTo>
                    <a:pt x="167" y="0"/>
                    <a:pt x="0" y="238"/>
                    <a:pt x="24" y="476"/>
                  </a:cubicBezTo>
                  <a:lnTo>
                    <a:pt x="167" y="1453"/>
                  </a:lnTo>
                  <a:lnTo>
                    <a:pt x="7454" y="1453"/>
                  </a:lnTo>
                  <a:lnTo>
                    <a:pt x="7597" y="572"/>
                  </a:lnTo>
                  <a:cubicBezTo>
                    <a:pt x="7669" y="262"/>
                    <a:pt x="7430" y="0"/>
                    <a:pt x="7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6679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7E852B33-FA9D-E38E-8D24-75929F51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>
            <a:extLst>
              <a:ext uri="{FF2B5EF4-FFF2-40B4-BE49-F238E27FC236}">
                <a16:creationId xmlns:a16="http://schemas.microsoft.com/office/drawing/2014/main" id="{5DDF3572-7A25-5714-5A88-B7DEDC8B1B3E}"/>
              </a:ext>
            </a:extLst>
          </p:cNvPr>
          <p:cNvSpPr/>
          <p:nvPr/>
        </p:nvSpPr>
        <p:spPr>
          <a:xfrm>
            <a:off x="4114400" y="1113040"/>
            <a:ext cx="915200" cy="7446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4">
            <a:extLst>
              <a:ext uri="{FF2B5EF4-FFF2-40B4-BE49-F238E27FC236}">
                <a16:creationId xmlns:a16="http://schemas.microsoft.com/office/drawing/2014/main" id="{BAEC7AFF-244A-874F-09B4-89ECFA5A6A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8401" y="1943215"/>
            <a:ext cx="3647195" cy="1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/>
              <a:t>Valutazione</a:t>
            </a:r>
            <a:br>
              <a:rPr lang="it-IT" sz="3000"/>
            </a:br>
            <a:r>
              <a:rPr lang="it-IT" sz="3000"/>
              <a:t>Prototipo</a:t>
            </a:r>
            <a:endParaRPr sz="3000"/>
          </a:p>
        </p:txBody>
      </p:sp>
      <p:sp>
        <p:nvSpPr>
          <p:cNvPr id="167" name="Google Shape;167;p34">
            <a:extLst>
              <a:ext uri="{FF2B5EF4-FFF2-40B4-BE49-F238E27FC236}">
                <a16:creationId xmlns:a16="http://schemas.microsoft.com/office/drawing/2014/main" id="{B8F9BC62-81C5-7951-7A17-B53E5F5D69C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28348" y="1198565"/>
            <a:ext cx="1287300" cy="5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06</a:t>
            </a:r>
            <a:endParaRPr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E5FC22C-D247-90A3-93ED-72AA31AE74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232689" y="1857690"/>
            <a:ext cx="2026734" cy="30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46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5051E30-EC15-16D6-DFB4-D27A1076D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A48B05CD-F4BF-053E-4007-26620761A8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12444" y="946358"/>
            <a:ext cx="6932731" cy="25253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it-IT"/>
              <a:t>È stata applicata la tecnica del </a:t>
            </a:r>
            <a:r>
              <a:rPr lang="it-IT" b="1"/>
              <a:t>Mago di </a:t>
            </a:r>
            <a:r>
              <a:rPr lang="it-IT" b="1" err="1"/>
              <a:t>Oz</a:t>
            </a:r>
            <a:r>
              <a:rPr lang="it-IT"/>
              <a:t> per valutare la qualità dell’interfaccia e raccogliere feedback utili all’ottimizzazione del prototipo </a:t>
            </a:r>
            <a:r>
              <a:rPr lang="it-IT" err="1"/>
              <a:t>HistorIA</a:t>
            </a:r>
            <a:r>
              <a:rPr lang="it-IT"/>
              <a:t>. </a:t>
            </a:r>
          </a:p>
          <a:p>
            <a:pPr marL="0" lvl="0" indent="0" algn="just"/>
            <a:r>
              <a:rPr lang="it-IT"/>
              <a:t>Durante il test, gli utenti interagivano con un’prototipo di basso livello, mentre un membro del team impersonava il sistema intelligente e un altro annotava i comportamenti osservati.  </a:t>
            </a:r>
          </a:p>
          <a:p>
            <a:pPr marL="0" lvl="0" indent="0"/>
            <a:endParaRPr lang="it-IT"/>
          </a:p>
          <a:p>
            <a:pPr marL="0" lvl="0" indent="0"/>
            <a:r>
              <a:rPr lang="it-IT"/>
              <a:t>Sono stati coinvolti </a:t>
            </a:r>
            <a:r>
              <a:rPr lang="it-IT" b="1"/>
              <a:t>3 utenti</a:t>
            </a:r>
            <a:r>
              <a:rPr lang="it-IT"/>
              <a:t>, a ciascuno dei quali è stato chiesto di completare i task principali previsti dalla piattaforma. </a:t>
            </a:r>
          </a:p>
          <a:p>
            <a:pPr marL="0" lvl="0" indent="0"/>
            <a:endParaRPr lang="it-IT"/>
          </a:p>
          <a:p>
            <a:pPr marL="0" lvl="0" indent="0"/>
            <a:r>
              <a:rPr lang="it-IT"/>
              <a:t>Al termine di ogni task, veniva richiesto un feedback diretto e venivano registrati suggerimenti e difficoltà riscontrate.</a:t>
            </a:r>
            <a:endParaRPr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4A484783-A753-CBC7-CB33-53B6F4F0F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Valutazione prototipo 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0C451946-C40A-BB20-5800-6D1026B3822D}"/>
              </a:ext>
            </a:extLst>
          </p:cNvPr>
          <p:cNvCxnSpPr/>
          <p:nvPr/>
        </p:nvCxnSpPr>
        <p:spPr>
          <a:xfrm>
            <a:off x="1175685" y="665010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3EC5027F-5D84-7188-DBE1-716339C7A7E7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06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C7A52295-D2F4-CF09-8361-D7C9B0B0E268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DFCF68FB-D340-B80E-016A-14505ED3BC2D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45FEB03-9C50-627C-DA10-41F7A1B5549C}"/>
              </a:ext>
            </a:extLst>
          </p:cNvPr>
          <p:cNvSpPr txBox="1"/>
          <p:nvPr/>
        </p:nvSpPr>
        <p:spPr>
          <a:xfrm>
            <a:off x="1098825" y="6633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Mago di </a:t>
            </a:r>
            <a:r>
              <a:rPr lang="it-IT" b="1" err="1">
                <a:latin typeface="Cinzel Decorative" panose="020B0604020202020204" charset="0"/>
              </a:rPr>
              <a:t>Oz</a:t>
            </a:r>
            <a:endParaRPr lang="it-IT" b="1">
              <a:latin typeface="Cinzel Decorative" panose="020B0604020202020204" charset="0"/>
            </a:endParaRPr>
          </a:p>
        </p:txBody>
      </p:sp>
      <p:grpSp>
        <p:nvGrpSpPr>
          <p:cNvPr id="10" name="Google Shape;968;p54">
            <a:extLst>
              <a:ext uri="{FF2B5EF4-FFF2-40B4-BE49-F238E27FC236}">
                <a16:creationId xmlns:a16="http://schemas.microsoft.com/office/drawing/2014/main" id="{B8F7EA7C-936D-DC20-91AB-97E3CA68D6E7}"/>
              </a:ext>
            </a:extLst>
          </p:cNvPr>
          <p:cNvGrpSpPr/>
          <p:nvPr/>
        </p:nvGrpSpPr>
        <p:grpSpPr>
          <a:xfrm>
            <a:off x="8636980" y="286029"/>
            <a:ext cx="351136" cy="377341"/>
            <a:chOff x="5931866" y="3146231"/>
            <a:chExt cx="384469" cy="411182"/>
          </a:xfrm>
        </p:grpSpPr>
        <p:sp>
          <p:nvSpPr>
            <p:cNvPr id="11" name="Google Shape;969;p54">
              <a:extLst>
                <a:ext uri="{FF2B5EF4-FFF2-40B4-BE49-F238E27FC236}">
                  <a16:creationId xmlns:a16="http://schemas.microsoft.com/office/drawing/2014/main" id="{EBAE294A-B5F5-7017-66E2-6F45544607F7}"/>
                </a:ext>
              </a:extLst>
            </p:cNvPr>
            <p:cNvSpPr/>
            <p:nvPr/>
          </p:nvSpPr>
          <p:spPr>
            <a:xfrm>
              <a:off x="6137963" y="3146231"/>
              <a:ext cx="178372" cy="157405"/>
            </a:xfrm>
            <a:custGeom>
              <a:avLst/>
              <a:gdLst/>
              <a:ahLst/>
              <a:cxnLst/>
              <a:rect l="l" t="t" r="r" b="b"/>
              <a:pathLst>
                <a:path w="5668" h="4668" extrusionOk="0">
                  <a:moveTo>
                    <a:pt x="3620" y="0"/>
                  </a:moveTo>
                  <a:cubicBezTo>
                    <a:pt x="3167" y="0"/>
                    <a:pt x="2763" y="143"/>
                    <a:pt x="2453" y="381"/>
                  </a:cubicBezTo>
                  <a:lnTo>
                    <a:pt x="1429" y="381"/>
                  </a:lnTo>
                  <a:cubicBezTo>
                    <a:pt x="738" y="381"/>
                    <a:pt x="167" y="881"/>
                    <a:pt x="71" y="1548"/>
                  </a:cubicBezTo>
                  <a:cubicBezTo>
                    <a:pt x="0" y="2334"/>
                    <a:pt x="619" y="3024"/>
                    <a:pt x="1381" y="3024"/>
                  </a:cubicBezTo>
                  <a:lnTo>
                    <a:pt x="2215" y="3024"/>
                  </a:lnTo>
                  <a:cubicBezTo>
                    <a:pt x="2477" y="3334"/>
                    <a:pt x="2810" y="3501"/>
                    <a:pt x="3191" y="3596"/>
                  </a:cubicBezTo>
                  <a:cubicBezTo>
                    <a:pt x="3358" y="3882"/>
                    <a:pt x="3620" y="4144"/>
                    <a:pt x="3953" y="4334"/>
                  </a:cubicBezTo>
                  <a:cubicBezTo>
                    <a:pt x="4310" y="4549"/>
                    <a:pt x="4739" y="4668"/>
                    <a:pt x="5192" y="4668"/>
                  </a:cubicBezTo>
                  <a:lnTo>
                    <a:pt x="5311" y="4668"/>
                  </a:lnTo>
                  <a:cubicBezTo>
                    <a:pt x="5525" y="4668"/>
                    <a:pt x="5668" y="4525"/>
                    <a:pt x="5668" y="4310"/>
                  </a:cubicBezTo>
                  <a:lnTo>
                    <a:pt x="5668" y="1548"/>
                  </a:lnTo>
                  <a:cubicBezTo>
                    <a:pt x="5668" y="1500"/>
                    <a:pt x="5644" y="1477"/>
                    <a:pt x="5644" y="1429"/>
                  </a:cubicBezTo>
                  <a:cubicBezTo>
                    <a:pt x="5382" y="595"/>
                    <a:pt x="4549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70;p54">
              <a:extLst>
                <a:ext uri="{FF2B5EF4-FFF2-40B4-BE49-F238E27FC236}">
                  <a16:creationId xmlns:a16="http://schemas.microsoft.com/office/drawing/2014/main" id="{C113EF1D-72D9-DA41-236C-91B347FF4509}"/>
                </a:ext>
              </a:extLst>
            </p:cNvPr>
            <p:cNvSpPr/>
            <p:nvPr/>
          </p:nvSpPr>
          <p:spPr>
            <a:xfrm>
              <a:off x="5931866" y="3232959"/>
              <a:ext cx="260068" cy="131710"/>
            </a:xfrm>
            <a:custGeom>
              <a:avLst/>
              <a:gdLst/>
              <a:ahLst/>
              <a:cxnLst/>
              <a:rect l="l" t="t" r="r" b="b"/>
              <a:pathLst>
                <a:path w="8264" h="3906" extrusionOk="0">
                  <a:moveTo>
                    <a:pt x="0" y="0"/>
                  </a:moveTo>
                  <a:cubicBezTo>
                    <a:pt x="143" y="405"/>
                    <a:pt x="262" y="1405"/>
                    <a:pt x="1548" y="1405"/>
                  </a:cubicBezTo>
                  <a:cubicBezTo>
                    <a:pt x="1548" y="1405"/>
                    <a:pt x="1858" y="2620"/>
                    <a:pt x="3048" y="2620"/>
                  </a:cubicBezTo>
                  <a:cubicBezTo>
                    <a:pt x="3048" y="2620"/>
                    <a:pt x="3215" y="3906"/>
                    <a:pt x="4287" y="3906"/>
                  </a:cubicBezTo>
                  <a:lnTo>
                    <a:pt x="7311" y="3906"/>
                  </a:lnTo>
                  <a:cubicBezTo>
                    <a:pt x="7883" y="3906"/>
                    <a:pt x="8264" y="3310"/>
                    <a:pt x="8026" y="2810"/>
                  </a:cubicBezTo>
                  <a:lnTo>
                    <a:pt x="7430" y="1500"/>
                  </a:lnTo>
                  <a:cubicBezTo>
                    <a:pt x="7025" y="595"/>
                    <a:pt x="6120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71;p54">
              <a:extLst>
                <a:ext uri="{FF2B5EF4-FFF2-40B4-BE49-F238E27FC236}">
                  <a16:creationId xmlns:a16="http://schemas.microsoft.com/office/drawing/2014/main" id="{F0F65B81-99BD-D385-340A-D30B0DB3BE7E}"/>
                </a:ext>
              </a:extLst>
            </p:cNvPr>
            <p:cNvSpPr/>
            <p:nvPr/>
          </p:nvSpPr>
          <p:spPr>
            <a:xfrm>
              <a:off x="5964091" y="3275514"/>
              <a:ext cx="341009" cy="281899"/>
            </a:xfrm>
            <a:custGeom>
              <a:avLst/>
              <a:gdLst/>
              <a:ahLst/>
              <a:cxnLst/>
              <a:rect l="l" t="t" r="r" b="b"/>
              <a:pathLst>
                <a:path w="10836" h="8360" extrusionOk="0">
                  <a:moveTo>
                    <a:pt x="7597" y="0"/>
                  </a:moveTo>
                  <a:cubicBezTo>
                    <a:pt x="7573" y="238"/>
                    <a:pt x="7478" y="453"/>
                    <a:pt x="7430" y="619"/>
                  </a:cubicBezTo>
                  <a:lnTo>
                    <a:pt x="7692" y="1215"/>
                  </a:lnTo>
                  <a:cubicBezTo>
                    <a:pt x="7906" y="1691"/>
                    <a:pt x="7859" y="2239"/>
                    <a:pt x="7573" y="2644"/>
                  </a:cubicBezTo>
                  <a:cubicBezTo>
                    <a:pt x="7311" y="3096"/>
                    <a:pt x="6835" y="3334"/>
                    <a:pt x="6287" y="3334"/>
                  </a:cubicBezTo>
                  <a:lnTo>
                    <a:pt x="3263" y="3334"/>
                  </a:lnTo>
                  <a:cubicBezTo>
                    <a:pt x="2691" y="3334"/>
                    <a:pt x="2191" y="3096"/>
                    <a:pt x="1834" y="2620"/>
                  </a:cubicBezTo>
                  <a:cubicBezTo>
                    <a:pt x="786" y="2786"/>
                    <a:pt x="0" y="3691"/>
                    <a:pt x="0" y="4787"/>
                  </a:cubicBezTo>
                  <a:lnTo>
                    <a:pt x="0" y="7835"/>
                  </a:lnTo>
                  <a:cubicBezTo>
                    <a:pt x="0" y="8121"/>
                    <a:pt x="238" y="8359"/>
                    <a:pt x="548" y="8359"/>
                  </a:cubicBezTo>
                  <a:lnTo>
                    <a:pt x="5668" y="8359"/>
                  </a:lnTo>
                  <a:lnTo>
                    <a:pt x="5668" y="7668"/>
                  </a:lnTo>
                  <a:cubicBezTo>
                    <a:pt x="5668" y="7073"/>
                    <a:pt x="5192" y="6573"/>
                    <a:pt x="4572" y="6573"/>
                  </a:cubicBezTo>
                  <a:lnTo>
                    <a:pt x="3286" y="6573"/>
                  </a:lnTo>
                  <a:cubicBezTo>
                    <a:pt x="3453" y="6549"/>
                    <a:pt x="3644" y="6478"/>
                    <a:pt x="3787" y="6430"/>
                  </a:cubicBezTo>
                  <a:cubicBezTo>
                    <a:pt x="4596" y="6120"/>
                    <a:pt x="5596" y="5811"/>
                    <a:pt x="6668" y="5811"/>
                  </a:cubicBezTo>
                  <a:lnTo>
                    <a:pt x="6763" y="5811"/>
                  </a:lnTo>
                  <a:lnTo>
                    <a:pt x="7025" y="8335"/>
                  </a:lnTo>
                  <a:lnTo>
                    <a:pt x="9621" y="8335"/>
                  </a:lnTo>
                  <a:lnTo>
                    <a:pt x="9621" y="7526"/>
                  </a:lnTo>
                  <a:cubicBezTo>
                    <a:pt x="9621" y="7073"/>
                    <a:pt x="9264" y="6716"/>
                    <a:pt x="8811" y="6716"/>
                  </a:cubicBezTo>
                  <a:lnTo>
                    <a:pt x="8645" y="6716"/>
                  </a:lnTo>
                  <a:lnTo>
                    <a:pt x="8645" y="5620"/>
                  </a:lnTo>
                  <a:lnTo>
                    <a:pt x="8669" y="5620"/>
                  </a:lnTo>
                  <a:cubicBezTo>
                    <a:pt x="9335" y="5477"/>
                    <a:pt x="9835" y="5239"/>
                    <a:pt x="10193" y="4930"/>
                  </a:cubicBezTo>
                  <a:cubicBezTo>
                    <a:pt x="10645" y="4549"/>
                    <a:pt x="10836" y="4049"/>
                    <a:pt x="10836" y="3453"/>
                  </a:cubicBezTo>
                  <a:cubicBezTo>
                    <a:pt x="10836" y="2548"/>
                    <a:pt x="10526" y="1834"/>
                    <a:pt x="10288" y="1453"/>
                  </a:cubicBezTo>
                  <a:cubicBezTo>
                    <a:pt x="9859" y="1429"/>
                    <a:pt x="9454" y="1310"/>
                    <a:pt x="9121" y="1096"/>
                  </a:cubicBezTo>
                  <a:cubicBezTo>
                    <a:pt x="8788" y="905"/>
                    <a:pt x="8478" y="643"/>
                    <a:pt x="8288" y="357"/>
                  </a:cubicBezTo>
                  <a:cubicBezTo>
                    <a:pt x="8049" y="262"/>
                    <a:pt x="7811" y="143"/>
                    <a:pt x="7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7785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389CB865-4346-4CBA-6D4A-DAB5909EE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5323D32B-8E25-709A-31E9-F87BD9B80A7E}"/>
              </a:ext>
            </a:extLst>
          </p:cNvPr>
          <p:cNvSpPr txBox="1"/>
          <p:nvPr/>
        </p:nvSpPr>
        <p:spPr>
          <a:xfrm>
            <a:off x="1098825" y="6633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Mago di </a:t>
            </a:r>
            <a:r>
              <a:rPr lang="it-IT" b="1" err="1">
                <a:latin typeface="Cinzel Decorative" panose="020B0604020202020204" charset="0"/>
              </a:rPr>
              <a:t>Oz</a:t>
            </a:r>
            <a:r>
              <a:rPr lang="it-IT" b="1">
                <a:latin typeface="Cinzel Decorative" panose="020B0604020202020204" charset="0"/>
              </a:rPr>
              <a:t> – Completamento di un quiz </a:t>
            </a:r>
          </a:p>
        </p:txBody>
      </p:sp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0CD88175-3861-9560-CB04-C25D88501B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19866" y="998559"/>
            <a:ext cx="4520659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b="1"/>
              <a:t>Feedback Utente: </a:t>
            </a:r>
            <a:r>
              <a:rPr lang="it-IT"/>
              <a:t>Durante il quiz, l’utente ha espresso confusione per l’assenza di una chiara indicazione sul numero di domande totali o sul progresso. Ciò ha generato frustrazione e ha portato l’abbandono anticipato del task.  </a:t>
            </a:r>
          </a:p>
          <a:p>
            <a:pPr marL="0" lvl="0" indent="0"/>
            <a:endParaRPr lang="it-IT"/>
          </a:p>
          <a:p>
            <a:pPr marL="0" lvl="0" indent="0"/>
            <a:r>
              <a:rPr lang="it-IT" b="1"/>
              <a:t>Modifica Effettuata: </a:t>
            </a:r>
            <a:r>
              <a:rPr lang="it-IT"/>
              <a:t>È stata aggiunta una </a:t>
            </a:r>
            <a:r>
              <a:rPr lang="it-IT" b="1"/>
              <a:t>barra di avanzamento orizzontale </a:t>
            </a:r>
            <a:r>
              <a:rPr lang="it-IT"/>
              <a:t>con l’indicazione "</a:t>
            </a:r>
            <a:r>
              <a:rPr lang="it-IT" b="1"/>
              <a:t>Domanda X di Y</a:t>
            </a:r>
            <a:r>
              <a:rPr lang="it-IT"/>
              <a:t>", visibile nella parte superiore del quiz. Il test è stato successivamente ripetuto e l’utente ha confermato la maggiore chiarezza dell’interfaccia.</a:t>
            </a:r>
            <a:endParaRPr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AEC2C787-CF16-1D5A-8433-0EAD775B6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471269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/>
              <a:t>Valutazione prototipo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A8A9A4C6-058D-D739-A530-06A1C7B3B203}"/>
              </a:ext>
            </a:extLst>
          </p:cNvPr>
          <p:cNvCxnSpPr/>
          <p:nvPr/>
        </p:nvCxnSpPr>
        <p:spPr>
          <a:xfrm>
            <a:off x="1185112" y="666612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023975A3-A4DA-27F4-F5A7-10AB00670CAF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06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FFD39331-6D19-6DFD-8421-4821D66F0D1F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8A7F0253-2F63-94A8-2E3F-383016BF8523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pic>
        <p:nvPicPr>
          <p:cNvPr id="4" name="Immagine 3" descr="Immagine che contiene schermata, testo, Sito Web, Pagina Web&#10;&#10;Il contenuto generato dall'IA potrebbe non essere corretto.">
            <a:extLst>
              <a:ext uri="{FF2B5EF4-FFF2-40B4-BE49-F238E27FC236}">
                <a16:creationId xmlns:a16="http://schemas.microsoft.com/office/drawing/2014/main" id="{657E3ED5-F3F2-18CA-360C-D7C9D95BD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213" y="780421"/>
            <a:ext cx="1817921" cy="3925173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D260A65D-FA52-0ABB-5893-1B37B1C8F3FB}"/>
              </a:ext>
            </a:extLst>
          </p:cNvPr>
          <p:cNvSpPr/>
          <p:nvPr/>
        </p:nvSpPr>
        <p:spPr>
          <a:xfrm>
            <a:off x="6206213" y="1033346"/>
            <a:ext cx="1817921" cy="245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" name="Google Shape;968;p54">
            <a:extLst>
              <a:ext uri="{FF2B5EF4-FFF2-40B4-BE49-F238E27FC236}">
                <a16:creationId xmlns:a16="http://schemas.microsoft.com/office/drawing/2014/main" id="{7D3F8D19-D44F-6A30-5E33-562B1742EF55}"/>
              </a:ext>
            </a:extLst>
          </p:cNvPr>
          <p:cNvGrpSpPr/>
          <p:nvPr/>
        </p:nvGrpSpPr>
        <p:grpSpPr>
          <a:xfrm>
            <a:off x="8636980" y="286029"/>
            <a:ext cx="351136" cy="377341"/>
            <a:chOff x="5931866" y="3146231"/>
            <a:chExt cx="384469" cy="411182"/>
          </a:xfrm>
        </p:grpSpPr>
        <p:sp>
          <p:nvSpPr>
            <p:cNvPr id="8" name="Google Shape;969;p54">
              <a:extLst>
                <a:ext uri="{FF2B5EF4-FFF2-40B4-BE49-F238E27FC236}">
                  <a16:creationId xmlns:a16="http://schemas.microsoft.com/office/drawing/2014/main" id="{4E45129D-1717-68D1-3C6D-FF343FCB25A9}"/>
                </a:ext>
              </a:extLst>
            </p:cNvPr>
            <p:cNvSpPr/>
            <p:nvPr/>
          </p:nvSpPr>
          <p:spPr>
            <a:xfrm>
              <a:off x="6137963" y="3146231"/>
              <a:ext cx="178372" cy="157405"/>
            </a:xfrm>
            <a:custGeom>
              <a:avLst/>
              <a:gdLst/>
              <a:ahLst/>
              <a:cxnLst/>
              <a:rect l="l" t="t" r="r" b="b"/>
              <a:pathLst>
                <a:path w="5668" h="4668" extrusionOk="0">
                  <a:moveTo>
                    <a:pt x="3620" y="0"/>
                  </a:moveTo>
                  <a:cubicBezTo>
                    <a:pt x="3167" y="0"/>
                    <a:pt x="2763" y="143"/>
                    <a:pt x="2453" y="381"/>
                  </a:cubicBezTo>
                  <a:lnTo>
                    <a:pt x="1429" y="381"/>
                  </a:lnTo>
                  <a:cubicBezTo>
                    <a:pt x="738" y="381"/>
                    <a:pt x="167" y="881"/>
                    <a:pt x="71" y="1548"/>
                  </a:cubicBezTo>
                  <a:cubicBezTo>
                    <a:pt x="0" y="2334"/>
                    <a:pt x="619" y="3024"/>
                    <a:pt x="1381" y="3024"/>
                  </a:cubicBezTo>
                  <a:lnTo>
                    <a:pt x="2215" y="3024"/>
                  </a:lnTo>
                  <a:cubicBezTo>
                    <a:pt x="2477" y="3334"/>
                    <a:pt x="2810" y="3501"/>
                    <a:pt x="3191" y="3596"/>
                  </a:cubicBezTo>
                  <a:cubicBezTo>
                    <a:pt x="3358" y="3882"/>
                    <a:pt x="3620" y="4144"/>
                    <a:pt x="3953" y="4334"/>
                  </a:cubicBezTo>
                  <a:cubicBezTo>
                    <a:pt x="4310" y="4549"/>
                    <a:pt x="4739" y="4668"/>
                    <a:pt x="5192" y="4668"/>
                  </a:cubicBezTo>
                  <a:lnTo>
                    <a:pt x="5311" y="4668"/>
                  </a:lnTo>
                  <a:cubicBezTo>
                    <a:pt x="5525" y="4668"/>
                    <a:pt x="5668" y="4525"/>
                    <a:pt x="5668" y="4310"/>
                  </a:cubicBezTo>
                  <a:lnTo>
                    <a:pt x="5668" y="1548"/>
                  </a:lnTo>
                  <a:cubicBezTo>
                    <a:pt x="5668" y="1500"/>
                    <a:pt x="5644" y="1477"/>
                    <a:pt x="5644" y="1429"/>
                  </a:cubicBezTo>
                  <a:cubicBezTo>
                    <a:pt x="5382" y="595"/>
                    <a:pt x="4549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Google Shape;970;p54">
              <a:extLst>
                <a:ext uri="{FF2B5EF4-FFF2-40B4-BE49-F238E27FC236}">
                  <a16:creationId xmlns:a16="http://schemas.microsoft.com/office/drawing/2014/main" id="{A47387F8-1228-D74D-24E1-48B1EFBD265E}"/>
                </a:ext>
              </a:extLst>
            </p:cNvPr>
            <p:cNvSpPr/>
            <p:nvPr/>
          </p:nvSpPr>
          <p:spPr>
            <a:xfrm>
              <a:off x="5931866" y="3232959"/>
              <a:ext cx="260068" cy="131710"/>
            </a:xfrm>
            <a:custGeom>
              <a:avLst/>
              <a:gdLst/>
              <a:ahLst/>
              <a:cxnLst/>
              <a:rect l="l" t="t" r="r" b="b"/>
              <a:pathLst>
                <a:path w="8264" h="3906" extrusionOk="0">
                  <a:moveTo>
                    <a:pt x="0" y="0"/>
                  </a:moveTo>
                  <a:cubicBezTo>
                    <a:pt x="143" y="405"/>
                    <a:pt x="262" y="1405"/>
                    <a:pt x="1548" y="1405"/>
                  </a:cubicBezTo>
                  <a:cubicBezTo>
                    <a:pt x="1548" y="1405"/>
                    <a:pt x="1858" y="2620"/>
                    <a:pt x="3048" y="2620"/>
                  </a:cubicBezTo>
                  <a:cubicBezTo>
                    <a:pt x="3048" y="2620"/>
                    <a:pt x="3215" y="3906"/>
                    <a:pt x="4287" y="3906"/>
                  </a:cubicBezTo>
                  <a:lnTo>
                    <a:pt x="7311" y="3906"/>
                  </a:lnTo>
                  <a:cubicBezTo>
                    <a:pt x="7883" y="3906"/>
                    <a:pt x="8264" y="3310"/>
                    <a:pt x="8026" y="2810"/>
                  </a:cubicBezTo>
                  <a:lnTo>
                    <a:pt x="7430" y="1500"/>
                  </a:lnTo>
                  <a:cubicBezTo>
                    <a:pt x="7025" y="595"/>
                    <a:pt x="6120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71;p54">
              <a:extLst>
                <a:ext uri="{FF2B5EF4-FFF2-40B4-BE49-F238E27FC236}">
                  <a16:creationId xmlns:a16="http://schemas.microsoft.com/office/drawing/2014/main" id="{A37432F6-7363-5D90-2C45-848980B60FFD}"/>
                </a:ext>
              </a:extLst>
            </p:cNvPr>
            <p:cNvSpPr/>
            <p:nvPr/>
          </p:nvSpPr>
          <p:spPr>
            <a:xfrm>
              <a:off x="5964091" y="3275514"/>
              <a:ext cx="341009" cy="281899"/>
            </a:xfrm>
            <a:custGeom>
              <a:avLst/>
              <a:gdLst/>
              <a:ahLst/>
              <a:cxnLst/>
              <a:rect l="l" t="t" r="r" b="b"/>
              <a:pathLst>
                <a:path w="10836" h="8360" extrusionOk="0">
                  <a:moveTo>
                    <a:pt x="7597" y="0"/>
                  </a:moveTo>
                  <a:cubicBezTo>
                    <a:pt x="7573" y="238"/>
                    <a:pt x="7478" y="453"/>
                    <a:pt x="7430" y="619"/>
                  </a:cubicBezTo>
                  <a:lnTo>
                    <a:pt x="7692" y="1215"/>
                  </a:lnTo>
                  <a:cubicBezTo>
                    <a:pt x="7906" y="1691"/>
                    <a:pt x="7859" y="2239"/>
                    <a:pt x="7573" y="2644"/>
                  </a:cubicBezTo>
                  <a:cubicBezTo>
                    <a:pt x="7311" y="3096"/>
                    <a:pt x="6835" y="3334"/>
                    <a:pt x="6287" y="3334"/>
                  </a:cubicBezTo>
                  <a:lnTo>
                    <a:pt x="3263" y="3334"/>
                  </a:lnTo>
                  <a:cubicBezTo>
                    <a:pt x="2691" y="3334"/>
                    <a:pt x="2191" y="3096"/>
                    <a:pt x="1834" y="2620"/>
                  </a:cubicBezTo>
                  <a:cubicBezTo>
                    <a:pt x="786" y="2786"/>
                    <a:pt x="0" y="3691"/>
                    <a:pt x="0" y="4787"/>
                  </a:cubicBezTo>
                  <a:lnTo>
                    <a:pt x="0" y="7835"/>
                  </a:lnTo>
                  <a:cubicBezTo>
                    <a:pt x="0" y="8121"/>
                    <a:pt x="238" y="8359"/>
                    <a:pt x="548" y="8359"/>
                  </a:cubicBezTo>
                  <a:lnTo>
                    <a:pt x="5668" y="8359"/>
                  </a:lnTo>
                  <a:lnTo>
                    <a:pt x="5668" y="7668"/>
                  </a:lnTo>
                  <a:cubicBezTo>
                    <a:pt x="5668" y="7073"/>
                    <a:pt x="5192" y="6573"/>
                    <a:pt x="4572" y="6573"/>
                  </a:cubicBezTo>
                  <a:lnTo>
                    <a:pt x="3286" y="6573"/>
                  </a:lnTo>
                  <a:cubicBezTo>
                    <a:pt x="3453" y="6549"/>
                    <a:pt x="3644" y="6478"/>
                    <a:pt x="3787" y="6430"/>
                  </a:cubicBezTo>
                  <a:cubicBezTo>
                    <a:pt x="4596" y="6120"/>
                    <a:pt x="5596" y="5811"/>
                    <a:pt x="6668" y="5811"/>
                  </a:cubicBezTo>
                  <a:lnTo>
                    <a:pt x="6763" y="5811"/>
                  </a:lnTo>
                  <a:lnTo>
                    <a:pt x="7025" y="8335"/>
                  </a:lnTo>
                  <a:lnTo>
                    <a:pt x="9621" y="8335"/>
                  </a:lnTo>
                  <a:lnTo>
                    <a:pt x="9621" y="7526"/>
                  </a:lnTo>
                  <a:cubicBezTo>
                    <a:pt x="9621" y="7073"/>
                    <a:pt x="9264" y="6716"/>
                    <a:pt x="8811" y="6716"/>
                  </a:cubicBezTo>
                  <a:lnTo>
                    <a:pt x="8645" y="6716"/>
                  </a:lnTo>
                  <a:lnTo>
                    <a:pt x="8645" y="5620"/>
                  </a:lnTo>
                  <a:lnTo>
                    <a:pt x="8669" y="5620"/>
                  </a:lnTo>
                  <a:cubicBezTo>
                    <a:pt x="9335" y="5477"/>
                    <a:pt x="9835" y="5239"/>
                    <a:pt x="10193" y="4930"/>
                  </a:cubicBezTo>
                  <a:cubicBezTo>
                    <a:pt x="10645" y="4549"/>
                    <a:pt x="10836" y="4049"/>
                    <a:pt x="10836" y="3453"/>
                  </a:cubicBezTo>
                  <a:cubicBezTo>
                    <a:pt x="10836" y="2548"/>
                    <a:pt x="10526" y="1834"/>
                    <a:pt x="10288" y="1453"/>
                  </a:cubicBezTo>
                  <a:cubicBezTo>
                    <a:pt x="9859" y="1429"/>
                    <a:pt x="9454" y="1310"/>
                    <a:pt x="9121" y="1096"/>
                  </a:cubicBezTo>
                  <a:cubicBezTo>
                    <a:pt x="8788" y="905"/>
                    <a:pt x="8478" y="643"/>
                    <a:pt x="8288" y="357"/>
                  </a:cubicBezTo>
                  <a:cubicBezTo>
                    <a:pt x="8049" y="262"/>
                    <a:pt x="7811" y="143"/>
                    <a:pt x="7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7034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CD09EEE9-F1A4-64D1-8D31-F1A98139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2C400B40-3B07-F656-B755-B02E0D250F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8778" y="1744247"/>
            <a:ext cx="6863146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it-IT"/>
              <a:t>Per validare il prototipo, è stato adottato il metodo del </a:t>
            </a:r>
            <a:r>
              <a:rPr lang="it-IT" b="1"/>
              <a:t>Cognitive </a:t>
            </a:r>
            <a:r>
              <a:rPr lang="it-IT" b="1" err="1"/>
              <a:t>Walkthrough</a:t>
            </a:r>
            <a:r>
              <a:rPr lang="it-IT"/>
              <a:t>, focalizzato sull'analisi </a:t>
            </a:r>
            <a:r>
              <a:rPr lang="it-IT" err="1"/>
              <a:t>step-by-step</a:t>
            </a:r>
            <a:r>
              <a:rPr lang="it-IT"/>
              <a:t> di task rappresentativi dal punto di vista dell'utente.  L’obiettivo era identificare ostacoli cognitivi e opportunità di miglioramento dell’interfaccia prima dell’implementazione finale.</a:t>
            </a:r>
            <a:endParaRPr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DDAB39B0-5A33-A78D-ED6A-7EADFA9A57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5509793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600" b="0"/>
              <a:t>Valutazione prototipo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0CFDBB79-4B2E-D387-E063-11CC708A3DA6}"/>
              </a:ext>
            </a:extLst>
          </p:cNvPr>
          <p:cNvCxnSpPr/>
          <p:nvPr/>
        </p:nvCxnSpPr>
        <p:spPr>
          <a:xfrm>
            <a:off x="1185112" y="666798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710FBA89-1EF3-63B7-7588-AAB595965FFB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06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BF7448C7-AFDB-2DF7-577C-CD4692419C58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578F57BE-7D99-A912-550D-7CE417EDA8BA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F43E4AB-0595-5B8C-59E0-420773209C91}"/>
              </a:ext>
            </a:extLst>
          </p:cNvPr>
          <p:cNvSpPr txBox="1"/>
          <p:nvPr/>
        </p:nvSpPr>
        <p:spPr>
          <a:xfrm>
            <a:off x="1098825" y="6633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Cognitive </a:t>
            </a:r>
            <a:r>
              <a:rPr lang="it-IT" b="1" err="1">
                <a:latin typeface="Cinzel Decorative" panose="020B0604020202020204" charset="0"/>
              </a:rPr>
              <a:t>walkthrough</a:t>
            </a:r>
            <a:endParaRPr lang="it-IT" b="1">
              <a:latin typeface="Cinzel Decorative" panose="020B0604020202020204" charset="0"/>
            </a:endParaRPr>
          </a:p>
        </p:txBody>
      </p:sp>
      <p:grpSp>
        <p:nvGrpSpPr>
          <p:cNvPr id="5" name="Google Shape;968;p54">
            <a:extLst>
              <a:ext uri="{FF2B5EF4-FFF2-40B4-BE49-F238E27FC236}">
                <a16:creationId xmlns:a16="http://schemas.microsoft.com/office/drawing/2014/main" id="{CFCCC749-F752-9902-1850-EB7049831513}"/>
              </a:ext>
            </a:extLst>
          </p:cNvPr>
          <p:cNvGrpSpPr/>
          <p:nvPr/>
        </p:nvGrpSpPr>
        <p:grpSpPr>
          <a:xfrm>
            <a:off x="8636980" y="286029"/>
            <a:ext cx="351136" cy="377341"/>
            <a:chOff x="5931866" y="3146231"/>
            <a:chExt cx="384469" cy="411182"/>
          </a:xfrm>
        </p:grpSpPr>
        <p:sp>
          <p:nvSpPr>
            <p:cNvPr id="6" name="Google Shape;969;p54">
              <a:extLst>
                <a:ext uri="{FF2B5EF4-FFF2-40B4-BE49-F238E27FC236}">
                  <a16:creationId xmlns:a16="http://schemas.microsoft.com/office/drawing/2014/main" id="{64A8F46C-D8BB-B75D-4E00-48B70425E210}"/>
                </a:ext>
              </a:extLst>
            </p:cNvPr>
            <p:cNvSpPr/>
            <p:nvPr/>
          </p:nvSpPr>
          <p:spPr>
            <a:xfrm>
              <a:off x="6137963" y="3146231"/>
              <a:ext cx="178372" cy="157405"/>
            </a:xfrm>
            <a:custGeom>
              <a:avLst/>
              <a:gdLst/>
              <a:ahLst/>
              <a:cxnLst/>
              <a:rect l="l" t="t" r="r" b="b"/>
              <a:pathLst>
                <a:path w="5668" h="4668" extrusionOk="0">
                  <a:moveTo>
                    <a:pt x="3620" y="0"/>
                  </a:moveTo>
                  <a:cubicBezTo>
                    <a:pt x="3167" y="0"/>
                    <a:pt x="2763" y="143"/>
                    <a:pt x="2453" y="381"/>
                  </a:cubicBezTo>
                  <a:lnTo>
                    <a:pt x="1429" y="381"/>
                  </a:lnTo>
                  <a:cubicBezTo>
                    <a:pt x="738" y="381"/>
                    <a:pt x="167" y="881"/>
                    <a:pt x="71" y="1548"/>
                  </a:cubicBezTo>
                  <a:cubicBezTo>
                    <a:pt x="0" y="2334"/>
                    <a:pt x="619" y="3024"/>
                    <a:pt x="1381" y="3024"/>
                  </a:cubicBezTo>
                  <a:lnTo>
                    <a:pt x="2215" y="3024"/>
                  </a:lnTo>
                  <a:cubicBezTo>
                    <a:pt x="2477" y="3334"/>
                    <a:pt x="2810" y="3501"/>
                    <a:pt x="3191" y="3596"/>
                  </a:cubicBezTo>
                  <a:cubicBezTo>
                    <a:pt x="3358" y="3882"/>
                    <a:pt x="3620" y="4144"/>
                    <a:pt x="3953" y="4334"/>
                  </a:cubicBezTo>
                  <a:cubicBezTo>
                    <a:pt x="4310" y="4549"/>
                    <a:pt x="4739" y="4668"/>
                    <a:pt x="5192" y="4668"/>
                  </a:cubicBezTo>
                  <a:lnTo>
                    <a:pt x="5311" y="4668"/>
                  </a:lnTo>
                  <a:cubicBezTo>
                    <a:pt x="5525" y="4668"/>
                    <a:pt x="5668" y="4525"/>
                    <a:pt x="5668" y="4310"/>
                  </a:cubicBezTo>
                  <a:lnTo>
                    <a:pt x="5668" y="1548"/>
                  </a:lnTo>
                  <a:cubicBezTo>
                    <a:pt x="5668" y="1500"/>
                    <a:pt x="5644" y="1477"/>
                    <a:pt x="5644" y="1429"/>
                  </a:cubicBezTo>
                  <a:cubicBezTo>
                    <a:pt x="5382" y="595"/>
                    <a:pt x="4549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970;p54">
              <a:extLst>
                <a:ext uri="{FF2B5EF4-FFF2-40B4-BE49-F238E27FC236}">
                  <a16:creationId xmlns:a16="http://schemas.microsoft.com/office/drawing/2014/main" id="{200EE0F8-E324-A2DC-C54E-4D14F4521714}"/>
                </a:ext>
              </a:extLst>
            </p:cNvPr>
            <p:cNvSpPr/>
            <p:nvPr/>
          </p:nvSpPr>
          <p:spPr>
            <a:xfrm>
              <a:off x="5931866" y="3232959"/>
              <a:ext cx="260068" cy="131710"/>
            </a:xfrm>
            <a:custGeom>
              <a:avLst/>
              <a:gdLst/>
              <a:ahLst/>
              <a:cxnLst/>
              <a:rect l="l" t="t" r="r" b="b"/>
              <a:pathLst>
                <a:path w="8264" h="3906" extrusionOk="0">
                  <a:moveTo>
                    <a:pt x="0" y="0"/>
                  </a:moveTo>
                  <a:cubicBezTo>
                    <a:pt x="143" y="405"/>
                    <a:pt x="262" y="1405"/>
                    <a:pt x="1548" y="1405"/>
                  </a:cubicBezTo>
                  <a:cubicBezTo>
                    <a:pt x="1548" y="1405"/>
                    <a:pt x="1858" y="2620"/>
                    <a:pt x="3048" y="2620"/>
                  </a:cubicBezTo>
                  <a:cubicBezTo>
                    <a:pt x="3048" y="2620"/>
                    <a:pt x="3215" y="3906"/>
                    <a:pt x="4287" y="3906"/>
                  </a:cubicBezTo>
                  <a:lnTo>
                    <a:pt x="7311" y="3906"/>
                  </a:lnTo>
                  <a:cubicBezTo>
                    <a:pt x="7883" y="3906"/>
                    <a:pt x="8264" y="3310"/>
                    <a:pt x="8026" y="2810"/>
                  </a:cubicBezTo>
                  <a:lnTo>
                    <a:pt x="7430" y="1500"/>
                  </a:lnTo>
                  <a:cubicBezTo>
                    <a:pt x="7025" y="595"/>
                    <a:pt x="6120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971;p54">
              <a:extLst>
                <a:ext uri="{FF2B5EF4-FFF2-40B4-BE49-F238E27FC236}">
                  <a16:creationId xmlns:a16="http://schemas.microsoft.com/office/drawing/2014/main" id="{DA647EA8-C6B7-58F2-FE0A-D632FD15780F}"/>
                </a:ext>
              </a:extLst>
            </p:cNvPr>
            <p:cNvSpPr/>
            <p:nvPr/>
          </p:nvSpPr>
          <p:spPr>
            <a:xfrm>
              <a:off x="5964091" y="3275514"/>
              <a:ext cx="341009" cy="281899"/>
            </a:xfrm>
            <a:custGeom>
              <a:avLst/>
              <a:gdLst/>
              <a:ahLst/>
              <a:cxnLst/>
              <a:rect l="l" t="t" r="r" b="b"/>
              <a:pathLst>
                <a:path w="10836" h="8360" extrusionOk="0">
                  <a:moveTo>
                    <a:pt x="7597" y="0"/>
                  </a:moveTo>
                  <a:cubicBezTo>
                    <a:pt x="7573" y="238"/>
                    <a:pt x="7478" y="453"/>
                    <a:pt x="7430" y="619"/>
                  </a:cubicBezTo>
                  <a:lnTo>
                    <a:pt x="7692" y="1215"/>
                  </a:lnTo>
                  <a:cubicBezTo>
                    <a:pt x="7906" y="1691"/>
                    <a:pt x="7859" y="2239"/>
                    <a:pt x="7573" y="2644"/>
                  </a:cubicBezTo>
                  <a:cubicBezTo>
                    <a:pt x="7311" y="3096"/>
                    <a:pt x="6835" y="3334"/>
                    <a:pt x="6287" y="3334"/>
                  </a:cubicBezTo>
                  <a:lnTo>
                    <a:pt x="3263" y="3334"/>
                  </a:lnTo>
                  <a:cubicBezTo>
                    <a:pt x="2691" y="3334"/>
                    <a:pt x="2191" y="3096"/>
                    <a:pt x="1834" y="2620"/>
                  </a:cubicBezTo>
                  <a:cubicBezTo>
                    <a:pt x="786" y="2786"/>
                    <a:pt x="0" y="3691"/>
                    <a:pt x="0" y="4787"/>
                  </a:cubicBezTo>
                  <a:lnTo>
                    <a:pt x="0" y="7835"/>
                  </a:lnTo>
                  <a:cubicBezTo>
                    <a:pt x="0" y="8121"/>
                    <a:pt x="238" y="8359"/>
                    <a:pt x="548" y="8359"/>
                  </a:cubicBezTo>
                  <a:lnTo>
                    <a:pt x="5668" y="8359"/>
                  </a:lnTo>
                  <a:lnTo>
                    <a:pt x="5668" y="7668"/>
                  </a:lnTo>
                  <a:cubicBezTo>
                    <a:pt x="5668" y="7073"/>
                    <a:pt x="5192" y="6573"/>
                    <a:pt x="4572" y="6573"/>
                  </a:cubicBezTo>
                  <a:lnTo>
                    <a:pt x="3286" y="6573"/>
                  </a:lnTo>
                  <a:cubicBezTo>
                    <a:pt x="3453" y="6549"/>
                    <a:pt x="3644" y="6478"/>
                    <a:pt x="3787" y="6430"/>
                  </a:cubicBezTo>
                  <a:cubicBezTo>
                    <a:pt x="4596" y="6120"/>
                    <a:pt x="5596" y="5811"/>
                    <a:pt x="6668" y="5811"/>
                  </a:cubicBezTo>
                  <a:lnTo>
                    <a:pt x="6763" y="5811"/>
                  </a:lnTo>
                  <a:lnTo>
                    <a:pt x="7025" y="8335"/>
                  </a:lnTo>
                  <a:lnTo>
                    <a:pt x="9621" y="8335"/>
                  </a:lnTo>
                  <a:lnTo>
                    <a:pt x="9621" y="7526"/>
                  </a:lnTo>
                  <a:cubicBezTo>
                    <a:pt x="9621" y="7073"/>
                    <a:pt x="9264" y="6716"/>
                    <a:pt x="8811" y="6716"/>
                  </a:cubicBezTo>
                  <a:lnTo>
                    <a:pt x="8645" y="6716"/>
                  </a:lnTo>
                  <a:lnTo>
                    <a:pt x="8645" y="5620"/>
                  </a:lnTo>
                  <a:lnTo>
                    <a:pt x="8669" y="5620"/>
                  </a:lnTo>
                  <a:cubicBezTo>
                    <a:pt x="9335" y="5477"/>
                    <a:pt x="9835" y="5239"/>
                    <a:pt x="10193" y="4930"/>
                  </a:cubicBezTo>
                  <a:cubicBezTo>
                    <a:pt x="10645" y="4549"/>
                    <a:pt x="10836" y="4049"/>
                    <a:pt x="10836" y="3453"/>
                  </a:cubicBezTo>
                  <a:cubicBezTo>
                    <a:pt x="10836" y="2548"/>
                    <a:pt x="10526" y="1834"/>
                    <a:pt x="10288" y="1453"/>
                  </a:cubicBezTo>
                  <a:cubicBezTo>
                    <a:pt x="9859" y="1429"/>
                    <a:pt x="9454" y="1310"/>
                    <a:pt x="9121" y="1096"/>
                  </a:cubicBezTo>
                  <a:cubicBezTo>
                    <a:pt x="8788" y="905"/>
                    <a:pt x="8478" y="643"/>
                    <a:pt x="8288" y="357"/>
                  </a:cubicBezTo>
                  <a:cubicBezTo>
                    <a:pt x="8049" y="262"/>
                    <a:pt x="7811" y="143"/>
                    <a:pt x="7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1585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DC671117-13C8-FE11-8AFB-E3C3D89AE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493E4BDD-CF06-BD7B-4576-F1BC45108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5509793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600" b="0"/>
              <a:t>Valutazione prototipo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0832580C-EF86-2BBE-8BD2-F8CADB50E8DA}"/>
              </a:ext>
            </a:extLst>
          </p:cNvPr>
          <p:cNvCxnSpPr/>
          <p:nvPr/>
        </p:nvCxnSpPr>
        <p:spPr>
          <a:xfrm>
            <a:off x="1185112" y="666798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78D6A781-96CB-D209-577D-8755E8274419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06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EFC32796-E0AE-8604-D8CA-966E2A464BB5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C950441D-B324-029D-63F0-2A99F90F0E5D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10CB11C-9721-FA59-834E-D0BDF19F2D18}"/>
              </a:ext>
            </a:extLst>
          </p:cNvPr>
          <p:cNvSpPr txBox="1"/>
          <p:nvPr/>
        </p:nvSpPr>
        <p:spPr>
          <a:xfrm>
            <a:off x="1098825" y="66337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Cognitive </a:t>
            </a:r>
            <a:r>
              <a:rPr lang="it-IT" b="1" err="1">
                <a:latin typeface="Cinzel Decorative" panose="020B0604020202020204" charset="0"/>
              </a:rPr>
              <a:t>walkthrough</a:t>
            </a:r>
            <a:endParaRPr lang="it-IT" b="1">
              <a:latin typeface="Cinzel Decorative" panose="020B0604020202020204" charset="0"/>
            </a:endParaRPr>
          </a:p>
        </p:txBody>
      </p:sp>
      <p:sp>
        <p:nvSpPr>
          <p:cNvPr id="7" name="Google Shape;172;p35">
            <a:extLst>
              <a:ext uri="{FF2B5EF4-FFF2-40B4-BE49-F238E27FC236}">
                <a16:creationId xmlns:a16="http://schemas.microsoft.com/office/drawing/2014/main" id="{B740DDF9-3937-E32D-3FA7-FBBABAE19E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21127" y="968889"/>
            <a:ext cx="7011829" cy="3612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b="1"/>
              <a:t>Task: </a:t>
            </a:r>
            <a:r>
              <a:rPr lang="it-IT"/>
              <a:t>Consultare conversazioni condivise dagli studenti </a:t>
            </a:r>
          </a:p>
          <a:p>
            <a:pPr marL="0" lvl="0" indent="0"/>
            <a:endParaRPr lang="it-IT"/>
          </a:p>
          <a:p>
            <a:pPr marL="0" lvl="0" indent="0"/>
            <a:r>
              <a:rPr lang="it-IT" b="1"/>
              <a:t>Contesto del prototipo: </a:t>
            </a:r>
            <a:r>
              <a:rPr lang="it-IT"/>
              <a:t>Il sistema presenta una sezione "Conversazioni", accessibile dal menu o dalla home. Il docente seleziona la classe e può visualizzare le conversazioni condivise dagli studenti.  </a:t>
            </a:r>
          </a:p>
          <a:p>
            <a:pPr marL="0" lvl="0" indent="0"/>
            <a:endParaRPr lang="it-IT"/>
          </a:p>
          <a:p>
            <a:pPr marL="0" lvl="0" indent="0"/>
            <a:r>
              <a:rPr lang="it-IT" b="1"/>
              <a:t>Profilo utente: </a:t>
            </a:r>
            <a:r>
              <a:rPr lang="it-IT"/>
              <a:t>Docente di scuola secondaria con buona familiarità con interfacce educative.  </a:t>
            </a:r>
          </a:p>
          <a:p>
            <a:pPr marL="0" lvl="0" indent="0"/>
            <a:endParaRPr lang="it-IT"/>
          </a:p>
          <a:p>
            <a:pPr marL="0" lvl="0" indent="0"/>
            <a:r>
              <a:rPr lang="it-IT" b="1"/>
              <a:t>Lista delle azioni:  </a:t>
            </a:r>
          </a:p>
          <a:p>
            <a:pPr marL="342900" lvl="0" indent="-342900">
              <a:buFont typeface="+mj-lt"/>
              <a:buAutoNum type="arabicPeriod"/>
            </a:pPr>
            <a:r>
              <a:rPr lang="it-IT"/>
              <a:t>Accedere alla sezione "Conversazioni" dal menu. </a:t>
            </a:r>
          </a:p>
          <a:p>
            <a:pPr marL="342900" lvl="0" indent="-342900">
              <a:buFont typeface="+mj-lt"/>
              <a:buAutoNum type="arabicPeriod"/>
            </a:pPr>
            <a:r>
              <a:rPr lang="it-IT"/>
              <a:t>Selezionare la classe.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it-IT"/>
              <a:t>Scorrere l'elenco delle conversazioni. </a:t>
            </a:r>
          </a:p>
          <a:p>
            <a:pPr marL="342900" lvl="0" indent="-342900">
              <a:buFont typeface="+mj-lt"/>
              <a:buAutoNum type="arabicPeriod"/>
            </a:pPr>
            <a:r>
              <a:rPr lang="it-IT"/>
              <a:t>Selezionare la chat condivisa da uno studente.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it-IT"/>
              <a:t>Aprire la conversazione desiderata. </a:t>
            </a:r>
          </a:p>
          <a:p>
            <a:pPr marL="0" lvl="0" indent="0"/>
            <a:endParaRPr lang="it-IT"/>
          </a:p>
        </p:txBody>
      </p:sp>
      <p:grpSp>
        <p:nvGrpSpPr>
          <p:cNvPr id="8" name="Google Shape;968;p54">
            <a:extLst>
              <a:ext uri="{FF2B5EF4-FFF2-40B4-BE49-F238E27FC236}">
                <a16:creationId xmlns:a16="http://schemas.microsoft.com/office/drawing/2014/main" id="{EAD38A57-3DCE-C300-EF79-0BC9B82C01CC}"/>
              </a:ext>
            </a:extLst>
          </p:cNvPr>
          <p:cNvGrpSpPr/>
          <p:nvPr/>
        </p:nvGrpSpPr>
        <p:grpSpPr>
          <a:xfrm>
            <a:off x="8636980" y="286029"/>
            <a:ext cx="351136" cy="377341"/>
            <a:chOff x="5931866" y="3146231"/>
            <a:chExt cx="384469" cy="411182"/>
          </a:xfrm>
        </p:grpSpPr>
        <p:sp>
          <p:nvSpPr>
            <p:cNvPr id="10" name="Google Shape;969;p54">
              <a:extLst>
                <a:ext uri="{FF2B5EF4-FFF2-40B4-BE49-F238E27FC236}">
                  <a16:creationId xmlns:a16="http://schemas.microsoft.com/office/drawing/2014/main" id="{9FA30BF4-CCB4-4711-7824-EA96EA2AD917}"/>
                </a:ext>
              </a:extLst>
            </p:cNvPr>
            <p:cNvSpPr/>
            <p:nvPr/>
          </p:nvSpPr>
          <p:spPr>
            <a:xfrm>
              <a:off x="6137963" y="3146231"/>
              <a:ext cx="178372" cy="157405"/>
            </a:xfrm>
            <a:custGeom>
              <a:avLst/>
              <a:gdLst/>
              <a:ahLst/>
              <a:cxnLst/>
              <a:rect l="l" t="t" r="r" b="b"/>
              <a:pathLst>
                <a:path w="5668" h="4668" extrusionOk="0">
                  <a:moveTo>
                    <a:pt x="3620" y="0"/>
                  </a:moveTo>
                  <a:cubicBezTo>
                    <a:pt x="3167" y="0"/>
                    <a:pt x="2763" y="143"/>
                    <a:pt x="2453" y="381"/>
                  </a:cubicBezTo>
                  <a:lnTo>
                    <a:pt x="1429" y="381"/>
                  </a:lnTo>
                  <a:cubicBezTo>
                    <a:pt x="738" y="381"/>
                    <a:pt x="167" y="881"/>
                    <a:pt x="71" y="1548"/>
                  </a:cubicBezTo>
                  <a:cubicBezTo>
                    <a:pt x="0" y="2334"/>
                    <a:pt x="619" y="3024"/>
                    <a:pt x="1381" y="3024"/>
                  </a:cubicBezTo>
                  <a:lnTo>
                    <a:pt x="2215" y="3024"/>
                  </a:lnTo>
                  <a:cubicBezTo>
                    <a:pt x="2477" y="3334"/>
                    <a:pt x="2810" y="3501"/>
                    <a:pt x="3191" y="3596"/>
                  </a:cubicBezTo>
                  <a:cubicBezTo>
                    <a:pt x="3358" y="3882"/>
                    <a:pt x="3620" y="4144"/>
                    <a:pt x="3953" y="4334"/>
                  </a:cubicBezTo>
                  <a:cubicBezTo>
                    <a:pt x="4310" y="4549"/>
                    <a:pt x="4739" y="4668"/>
                    <a:pt x="5192" y="4668"/>
                  </a:cubicBezTo>
                  <a:lnTo>
                    <a:pt x="5311" y="4668"/>
                  </a:lnTo>
                  <a:cubicBezTo>
                    <a:pt x="5525" y="4668"/>
                    <a:pt x="5668" y="4525"/>
                    <a:pt x="5668" y="4310"/>
                  </a:cubicBezTo>
                  <a:lnTo>
                    <a:pt x="5668" y="1548"/>
                  </a:lnTo>
                  <a:cubicBezTo>
                    <a:pt x="5668" y="1500"/>
                    <a:pt x="5644" y="1477"/>
                    <a:pt x="5644" y="1429"/>
                  </a:cubicBezTo>
                  <a:cubicBezTo>
                    <a:pt x="5382" y="595"/>
                    <a:pt x="4549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" name="Google Shape;970;p54">
              <a:extLst>
                <a:ext uri="{FF2B5EF4-FFF2-40B4-BE49-F238E27FC236}">
                  <a16:creationId xmlns:a16="http://schemas.microsoft.com/office/drawing/2014/main" id="{6C98D8AE-5BB4-BC63-329F-C71D56974F20}"/>
                </a:ext>
              </a:extLst>
            </p:cNvPr>
            <p:cNvSpPr/>
            <p:nvPr/>
          </p:nvSpPr>
          <p:spPr>
            <a:xfrm>
              <a:off x="5931866" y="3232959"/>
              <a:ext cx="260068" cy="131710"/>
            </a:xfrm>
            <a:custGeom>
              <a:avLst/>
              <a:gdLst/>
              <a:ahLst/>
              <a:cxnLst/>
              <a:rect l="l" t="t" r="r" b="b"/>
              <a:pathLst>
                <a:path w="8264" h="3906" extrusionOk="0">
                  <a:moveTo>
                    <a:pt x="0" y="0"/>
                  </a:moveTo>
                  <a:cubicBezTo>
                    <a:pt x="143" y="405"/>
                    <a:pt x="262" y="1405"/>
                    <a:pt x="1548" y="1405"/>
                  </a:cubicBezTo>
                  <a:cubicBezTo>
                    <a:pt x="1548" y="1405"/>
                    <a:pt x="1858" y="2620"/>
                    <a:pt x="3048" y="2620"/>
                  </a:cubicBezTo>
                  <a:cubicBezTo>
                    <a:pt x="3048" y="2620"/>
                    <a:pt x="3215" y="3906"/>
                    <a:pt x="4287" y="3906"/>
                  </a:cubicBezTo>
                  <a:lnTo>
                    <a:pt x="7311" y="3906"/>
                  </a:lnTo>
                  <a:cubicBezTo>
                    <a:pt x="7883" y="3906"/>
                    <a:pt x="8264" y="3310"/>
                    <a:pt x="8026" y="2810"/>
                  </a:cubicBezTo>
                  <a:lnTo>
                    <a:pt x="7430" y="1500"/>
                  </a:lnTo>
                  <a:cubicBezTo>
                    <a:pt x="7025" y="595"/>
                    <a:pt x="6120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71;p54">
              <a:extLst>
                <a:ext uri="{FF2B5EF4-FFF2-40B4-BE49-F238E27FC236}">
                  <a16:creationId xmlns:a16="http://schemas.microsoft.com/office/drawing/2014/main" id="{EC19D432-F502-8A5F-EC51-80F665C6EA88}"/>
                </a:ext>
              </a:extLst>
            </p:cNvPr>
            <p:cNvSpPr/>
            <p:nvPr/>
          </p:nvSpPr>
          <p:spPr>
            <a:xfrm>
              <a:off x="5964091" y="3275514"/>
              <a:ext cx="341009" cy="281899"/>
            </a:xfrm>
            <a:custGeom>
              <a:avLst/>
              <a:gdLst/>
              <a:ahLst/>
              <a:cxnLst/>
              <a:rect l="l" t="t" r="r" b="b"/>
              <a:pathLst>
                <a:path w="10836" h="8360" extrusionOk="0">
                  <a:moveTo>
                    <a:pt x="7597" y="0"/>
                  </a:moveTo>
                  <a:cubicBezTo>
                    <a:pt x="7573" y="238"/>
                    <a:pt x="7478" y="453"/>
                    <a:pt x="7430" y="619"/>
                  </a:cubicBezTo>
                  <a:lnTo>
                    <a:pt x="7692" y="1215"/>
                  </a:lnTo>
                  <a:cubicBezTo>
                    <a:pt x="7906" y="1691"/>
                    <a:pt x="7859" y="2239"/>
                    <a:pt x="7573" y="2644"/>
                  </a:cubicBezTo>
                  <a:cubicBezTo>
                    <a:pt x="7311" y="3096"/>
                    <a:pt x="6835" y="3334"/>
                    <a:pt x="6287" y="3334"/>
                  </a:cubicBezTo>
                  <a:lnTo>
                    <a:pt x="3263" y="3334"/>
                  </a:lnTo>
                  <a:cubicBezTo>
                    <a:pt x="2691" y="3334"/>
                    <a:pt x="2191" y="3096"/>
                    <a:pt x="1834" y="2620"/>
                  </a:cubicBezTo>
                  <a:cubicBezTo>
                    <a:pt x="786" y="2786"/>
                    <a:pt x="0" y="3691"/>
                    <a:pt x="0" y="4787"/>
                  </a:cubicBezTo>
                  <a:lnTo>
                    <a:pt x="0" y="7835"/>
                  </a:lnTo>
                  <a:cubicBezTo>
                    <a:pt x="0" y="8121"/>
                    <a:pt x="238" y="8359"/>
                    <a:pt x="548" y="8359"/>
                  </a:cubicBezTo>
                  <a:lnTo>
                    <a:pt x="5668" y="8359"/>
                  </a:lnTo>
                  <a:lnTo>
                    <a:pt x="5668" y="7668"/>
                  </a:lnTo>
                  <a:cubicBezTo>
                    <a:pt x="5668" y="7073"/>
                    <a:pt x="5192" y="6573"/>
                    <a:pt x="4572" y="6573"/>
                  </a:cubicBezTo>
                  <a:lnTo>
                    <a:pt x="3286" y="6573"/>
                  </a:lnTo>
                  <a:cubicBezTo>
                    <a:pt x="3453" y="6549"/>
                    <a:pt x="3644" y="6478"/>
                    <a:pt x="3787" y="6430"/>
                  </a:cubicBezTo>
                  <a:cubicBezTo>
                    <a:pt x="4596" y="6120"/>
                    <a:pt x="5596" y="5811"/>
                    <a:pt x="6668" y="5811"/>
                  </a:cubicBezTo>
                  <a:lnTo>
                    <a:pt x="6763" y="5811"/>
                  </a:lnTo>
                  <a:lnTo>
                    <a:pt x="7025" y="8335"/>
                  </a:lnTo>
                  <a:lnTo>
                    <a:pt x="9621" y="8335"/>
                  </a:lnTo>
                  <a:lnTo>
                    <a:pt x="9621" y="7526"/>
                  </a:lnTo>
                  <a:cubicBezTo>
                    <a:pt x="9621" y="7073"/>
                    <a:pt x="9264" y="6716"/>
                    <a:pt x="8811" y="6716"/>
                  </a:cubicBezTo>
                  <a:lnTo>
                    <a:pt x="8645" y="6716"/>
                  </a:lnTo>
                  <a:lnTo>
                    <a:pt x="8645" y="5620"/>
                  </a:lnTo>
                  <a:lnTo>
                    <a:pt x="8669" y="5620"/>
                  </a:lnTo>
                  <a:cubicBezTo>
                    <a:pt x="9335" y="5477"/>
                    <a:pt x="9835" y="5239"/>
                    <a:pt x="10193" y="4930"/>
                  </a:cubicBezTo>
                  <a:cubicBezTo>
                    <a:pt x="10645" y="4549"/>
                    <a:pt x="10836" y="4049"/>
                    <a:pt x="10836" y="3453"/>
                  </a:cubicBezTo>
                  <a:cubicBezTo>
                    <a:pt x="10836" y="2548"/>
                    <a:pt x="10526" y="1834"/>
                    <a:pt x="10288" y="1453"/>
                  </a:cubicBezTo>
                  <a:cubicBezTo>
                    <a:pt x="9859" y="1429"/>
                    <a:pt x="9454" y="1310"/>
                    <a:pt x="9121" y="1096"/>
                  </a:cubicBezTo>
                  <a:cubicBezTo>
                    <a:pt x="8788" y="905"/>
                    <a:pt x="8478" y="643"/>
                    <a:pt x="8288" y="357"/>
                  </a:cubicBezTo>
                  <a:cubicBezTo>
                    <a:pt x="8049" y="262"/>
                    <a:pt x="7811" y="143"/>
                    <a:pt x="7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2018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0E4FF93F-2C37-1F23-6FB0-6DD6F0BF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4E369391-3DFD-789C-71DB-465D03139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5509793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600" b="0"/>
              <a:t>Valutazione prototipo</a:t>
            </a:r>
            <a:endParaRPr sz="1600" b="0"/>
          </a:p>
        </p:txBody>
      </p:sp>
      <p:cxnSp>
        <p:nvCxnSpPr>
          <p:cNvPr id="175" name="Google Shape;175;p35">
            <a:extLst>
              <a:ext uri="{FF2B5EF4-FFF2-40B4-BE49-F238E27FC236}">
                <a16:creationId xmlns:a16="http://schemas.microsoft.com/office/drawing/2014/main" id="{DD6956CF-D70F-36E0-C61C-9C9A409555B4}"/>
              </a:ext>
            </a:extLst>
          </p:cNvPr>
          <p:cNvCxnSpPr/>
          <p:nvPr/>
        </p:nvCxnSpPr>
        <p:spPr>
          <a:xfrm>
            <a:off x="1185112" y="666798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0D154C98-87E7-02CF-9E2F-3DEC979F695E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06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055B862F-6CD3-78F4-66E7-0BBE92A3EC09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8103CA38-A9DB-7FF6-25BC-1F3D7D4BC7E2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/>
              <a:t>HistorIA - Interazione Uomo Macchina – Gruppo 1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F964B40-A860-320D-5A56-B5E9CF37414F}"/>
              </a:ext>
            </a:extLst>
          </p:cNvPr>
          <p:cNvSpPr txBox="1"/>
          <p:nvPr/>
        </p:nvSpPr>
        <p:spPr>
          <a:xfrm>
            <a:off x="1098825" y="663370"/>
            <a:ext cx="2967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>
                <a:latin typeface="Cinzel Decorative" panose="020B0604020202020204" charset="0"/>
              </a:rPr>
              <a:t>Cognitive </a:t>
            </a:r>
            <a:r>
              <a:rPr lang="it-IT" b="1" err="1">
                <a:latin typeface="Cinzel Decorative" panose="020B0604020202020204" charset="0"/>
              </a:rPr>
              <a:t>walkthrough</a:t>
            </a:r>
            <a:endParaRPr lang="it-IT" b="1">
              <a:latin typeface="Cinzel Decorative" panose="020B0604020202020204" charset="0"/>
            </a:endParaRPr>
          </a:p>
        </p:txBody>
      </p:sp>
      <p:sp>
        <p:nvSpPr>
          <p:cNvPr id="8" name="Google Shape;172;p35">
            <a:extLst>
              <a:ext uri="{FF2B5EF4-FFF2-40B4-BE49-F238E27FC236}">
                <a16:creationId xmlns:a16="http://schemas.microsoft.com/office/drawing/2014/main" id="{6FCB4324-6A4F-8CA9-A937-877F3DF21A2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12942" y="1506633"/>
            <a:ext cx="7421458" cy="2195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it-IT" b="1"/>
              <a:t>Domande del </a:t>
            </a:r>
            <a:r>
              <a:rPr lang="it-IT" b="1" err="1"/>
              <a:t>walkthrough</a:t>
            </a:r>
            <a:r>
              <a:rPr lang="it-IT" b="1"/>
              <a:t>: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b="1"/>
              <a:t>L’azione è evidente? </a:t>
            </a:r>
            <a:r>
              <a:rPr lang="it-IT"/>
              <a:t>Il collegamento è visibile e accessibile.</a:t>
            </a:r>
          </a:p>
          <a:p>
            <a:pPr marL="285750" indent="-285750">
              <a:buFont typeface="Arial"/>
              <a:buChar char="•"/>
            </a:pPr>
            <a:r>
              <a:rPr lang="it-IT" b="1"/>
              <a:t>L’utente noterà l’azione giusta? </a:t>
            </a:r>
            <a:r>
              <a:rPr lang="it-IT"/>
              <a:t>No, perché le domande sono solo ordinate per data e non filtrabili.</a:t>
            </a:r>
          </a:p>
          <a:p>
            <a:pPr marL="285750" indent="-285750">
              <a:buFont typeface="Arial"/>
              <a:buChar char="•"/>
            </a:pPr>
            <a:r>
              <a:rPr lang="it-IT" b="1"/>
              <a:t>L’utente capisce il feedback</a:t>
            </a:r>
            <a:r>
              <a:rPr lang="it-IT"/>
              <a:t>? Una volta trovata la domanda, sì.</a:t>
            </a:r>
          </a:p>
          <a:p>
            <a:pPr marL="0" indent="0"/>
            <a:endParaRPr lang="it-IT"/>
          </a:p>
          <a:p>
            <a:pPr marL="0" indent="0"/>
            <a:r>
              <a:rPr lang="it-IT" b="1"/>
              <a:t>Esito e intervento progettuale: </a:t>
            </a:r>
            <a:r>
              <a:rPr lang="it-IT"/>
              <a:t>Si è rivelata necessaria l’aggiunta di un filtro per periodo storico nella sezione domande. Questo migliora l’efficienza della ricerca e sostiene l’attività didattica del docente.</a:t>
            </a:r>
          </a:p>
        </p:txBody>
      </p:sp>
      <p:grpSp>
        <p:nvGrpSpPr>
          <p:cNvPr id="10" name="Google Shape;968;p54">
            <a:extLst>
              <a:ext uri="{FF2B5EF4-FFF2-40B4-BE49-F238E27FC236}">
                <a16:creationId xmlns:a16="http://schemas.microsoft.com/office/drawing/2014/main" id="{41B75690-8DF3-0B5E-6227-EB652BEE0164}"/>
              </a:ext>
            </a:extLst>
          </p:cNvPr>
          <p:cNvGrpSpPr/>
          <p:nvPr/>
        </p:nvGrpSpPr>
        <p:grpSpPr>
          <a:xfrm>
            <a:off x="8636980" y="286029"/>
            <a:ext cx="351136" cy="377341"/>
            <a:chOff x="5931866" y="3146231"/>
            <a:chExt cx="384469" cy="411182"/>
          </a:xfrm>
        </p:grpSpPr>
        <p:sp>
          <p:nvSpPr>
            <p:cNvPr id="11" name="Google Shape;969;p54">
              <a:extLst>
                <a:ext uri="{FF2B5EF4-FFF2-40B4-BE49-F238E27FC236}">
                  <a16:creationId xmlns:a16="http://schemas.microsoft.com/office/drawing/2014/main" id="{F70C9FE5-816A-A476-F891-5C08753FE69D}"/>
                </a:ext>
              </a:extLst>
            </p:cNvPr>
            <p:cNvSpPr/>
            <p:nvPr/>
          </p:nvSpPr>
          <p:spPr>
            <a:xfrm>
              <a:off x="6137963" y="3146231"/>
              <a:ext cx="178372" cy="157405"/>
            </a:xfrm>
            <a:custGeom>
              <a:avLst/>
              <a:gdLst/>
              <a:ahLst/>
              <a:cxnLst/>
              <a:rect l="l" t="t" r="r" b="b"/>
              <a:pathLst>
                <a:path w="5668" h="4668" extrusionOk="0">
                  <a:moveTo>
                    <a:pt x="3620" y="0"/>
                  </a:moveTo>
                  <a:cubicBezTo>
                    <a:pt x="3167" y="0"/>
                    <a:pt x="2763" y="143"/>
                    <a:pt x="2453" y="381"/>
                  </a:cubicBezTo>
                  <a:lnTo>
                    <a:pt x="1429" y="381"/>
                  </a:lnTo>
                  <a:cubicBezTo>
                    <a:pt x="738" y="381"/>
                    <a:pt x="167" y="881"/>
                    <a:pt x="71" y="1548"/>
                  </a:cubicBezTo>
                  <a:cubicBezTo>
                    <a:pt x="0" y="2334"/>
                    <a:pt x="619" y="3024"/>
                    <a:pt x="1381" y="3024"/>
                  </a:cubicBezTo>
                  <a:lnTo>
                    <a:pt x="2215" y="3024"/>
                  </a:lnTo>
                  <a:cubicBezTo>
                    <a:pt x="2477" y="3334"/>
                    <a:pt x="2810" y="3501"/>
                    <a:pt x="3191" y="3596"/>
                  </a:cubicBezTo>
                  <a:cubicBezTo>
                    <a:pt x="3358" y="3882"/>
                    <a:pt x="3620" y="4144"/>
                    <a:pt x="3953" y="4334"/>
                  </a:cubicBezTo>
                  <a:cubicBezTo>
                    <a:pt x="4310" y="4549"/>
                    <a:pt x="4739" y="4668"/>
                    <a:pt x="5192" y="4668"/>
                  </a:cubicBezTo>
                  <a:lnTo>
                    <a:pt x="5311" y="4668"/>
                  </a:lnTo>
                  <a:cubicBezTo>
                    <a:pt x="5525" y="4668"/>
                    <a:pt x="5668" y="4525"/>
                    <a:pt x="5668" y="4310"/>
                  </a:cubicBezTo>
                  <a:lnTo>
                    <a:pt x="5668" y="1548"/>
                  </a:lnTo>
                  <a:cubicBezTo>
                    <a:pt x="5668" y="1500"/>
                    <a:pt x="5644" y="1477"/>
                    <a:pt x="5644" y="1429"/>
                  </a:cubicBezTo>
                  <a:cubicBezTo>
                    <a:pt x="5382" y="595"/>
                    <a:pt x="4549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" name="Google Shape;970;p54">
              <a:extLst>
                <a:ext uri="{FF2B5EF4-FFF2-40B4-BE49-F238E27FC236}">
                  <a16:creationId xmlns:a16="http://schemas.microsoft.com/office/drawing/2014/main" id="{E029EC4D-902D-B28B-8FC7-0541DF3C284D}"/>
                </a:ext>
              </a:extLst>
            </p:cNvPr>
            <p:cNvSpPr/>
            <p:nvPr/>
          </p:nvSpPr>
          <p:spPr>
            <a:xfrm>
              <a:off x="5931866" y="3232959"/>
              <a:ext cx="260068" cy="131710"/>
            </a:xfrm>
            <a:custGeom>
              <a:avLst/>
              <a:gdLst/>
              <a:ahLst/>
              <a:cxnLst/>
              <a:rect l="l" t="t" r="r" b="b"/>
              <a:pathLst>
                <a:path w="8264" h="3906" extrusionOk="0">
                  <a:moveTo>
                    <a:pt x="0" y="0"/>
                  </a:moveTo>
                  <a:cubicBezTo>
                    <a:pt x="143" y="405"/>
                    <a:pt x="262" y="1405"/>
                    <a:pt x="1548" y="1405"/>
                  </a:cubicBezTo>
                  <a:cubicBezTo>
                    <a:pt x="1548" y="1405"/>
                    <a:pt x="1858" y="2620"/>
                    <a:pt x="3048" y="2620"/>
                  </a:cubicBezTo>
                  <a:cubicBezTo>
                    <a:pt x="3048" y="2620"/>
                    <a:pt x="3215" y="3906"/>
                    <a:pt x="4287" y="3906"/>
                  </a:cubicBezTo>
                  <a:lnTo>
                    <a:pt x="7311" y="3906"/>
                  </a:lnTo>
                  <a:cubicBezTo>
                    <a:pt x="7883" y="3906"/>
                    <a:pt x="8264" y="3310"/>
                    <a:pt x="8026" y="2810"/>
                  </a:cubicBezTo>
                  <a:lnTo>
                    <a:pt x="7430" y="1500"/>
                  </a:lnTo>
                  <a:cubicBezTo>
                    <a:pt x="7025" y="595"/>
                    <a:pt x="6120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" name="Google Shape;971;p54">
              <a:extLst>
                <a:ext uri="{FF2B5EF4-FFF2-40B4-BE49-F238E27FC236}">
                  <a16:creationId xmlns:a16="http://schemas.microsoft.com/office/drawing/2014/main" id="{9E7ACB2C-52DD-5EA2-E8CC-0D1A9F12B295}"/>
                </a:ext>
              </a:extLst>
            </p:cNvPr>
            <p:cNvSpPr/>
            <p:nvPr/>
          </p:nvSpPr>
          <p:spPr>
            <a:xfrm>
              <a:off x="5964091" y="3275514"/>
              <a:ext cx="341009" cy="281899"/>
            </a:xfrm>
            <a:custGeom>
              <a:avLst/>
              <a:gdLst/>
              <a:ahLst/>
              <a:cxnLst/>
              <a:rect l="l" t="t" r="r" b="b"/>
              <a:pathLst>
                <a:path w="10836" h="8360" extrusionOk="0">
                  <a:moveTo>
                    <a:pt x="7597" y="0"/>
                  </a:moveTo>
                  <a:cubicBezTo>
                    <a:pt x="7573" y="238"/>
                    <a:pt x="7478" y="453"/>
                    <a:pt x="7430" y="619"/>
                  </a:cubicBezTo>
                  <a:lnTo>
                    <a:pt x="7692" y="1215"/>
                  </a:lnTo>
                  <a:cubicBezTo>
                    <a:pt x="7906" y="1691"/>
                    <a:pt x="7859" y="2239"/>
                    <a:pt x="7573" y="2644"/>
                  </a:cubicBezTo>
                  <a:cubicBezTo>
                    <a:pt x="7311" y="3096"/>
                    <a:pt x="6835" y="3334"/>
                    <a:pt x="6287" y="3334"/>
                  </a:cubicBezTo>
                  <a:lnTo>
                    <a:pt x="3263" y="3334"/>
                  </a:lnTo>
                  <a:cubicBezTo>
                    <a:pt x="2691" y="3334"/>
                    <a:pt x="2191" y="3096"/>
                    <a:pt x="1834" y="2620"/>
                  </a:cubicBezTo>
                  <a:cubicBezTo>
                    <a:pt x="786" y="2786"/>
                    <a:pt x="0" y="3691"/>
                    <a:pt x="0" y="4787"/>
                  </a:cubicBezTo>
                  <a:lnTo>
                    <a:pt x="0" y="7835"/>
                  </a:lnTo>
                  <a:cubicBezTo>
                    <a:pt x="0" y="8121"/>
                    <a:pt x="238" y="8359"/>
                    <a:pt x="548" y="8359"/>
                  </a:cubicBezTo>
                  <a:lnTo>
                    <a:pt x="5668" y="8359"/>
                  </a:lnTo>
                  <a:lnTo>
                    <a:pt x="5668" y="7668"/>
                  </a:lnTo>
                  <a:cubicBezTo>
                    <a:pt x="5668" y="7073"/>
                    <a:pt x="5192" y="6573"/>
                    <a:pt x="4572" y="6573"/>
                  </a:cubicBezTo>
                  <a:lnTo>
                    <a:pt x="3286" y="6573"/>
                  </a:lnTo>
                  <a:cubicBezTo>
                    <a:pt x="3453" y="6549"/>
                    <a:pt x="3644" y="6478"/>
                    <a:pt x="3787" y="6430"/>
                  </a:cubicBezTo>
                  <a:cubicBezTo>
                    <a:pt x="4596" y="6120"/>
                    <a:pt x="5596" y="5811"/>
                    <a:pt x="6668" y="5811"/>
                  </a:cubicBezTo>
                  <a:lnTo>
                    <a:pt x="6763" y="5811"/>
                  </a:lnTo>
                  <a:lnTo>
                    <a:pt x="7025" y="8335"/>
                  </a:lnTo>
                  <a:lnTo>
                    <a:pt x="9621" y="8335"/>
                  </a:lnTo>
                  <a:lnTo>
                    <a:pt x="9621" y="7526"/>
                  </a:lnTo>
                  <a:cubicBezTo>
                    <a:pt x="9621" y="7073"/>
                    <a:pt x="9264" y="6716"/>
                    <a:pt x="8811" y="6716"/>
                  </a:cubicBezTo>
                  <a:lnTo>
                    <a:pt x="8645" y="6716"/>
                  </a:lnTo>
                  <a:lnTo>
                    <a:pt x="8645" y="5620"/>
                  </a:lnTo>
                  <a:lnTo>
                    <a:pt x="8669" y="5620"/>
                  </a:lnTo>
                  <a:cubicBezTo>
                    <a:pt x="9335" y="5477"/>
                    <a:pt x="9835" y="5239"/>
                    <a:pt x="10193" y="4930"/>
                  </a:cubicBezTo>
                  <a:cubicBezTo>
                    <a:pt x="10645" y="4549"/>
                    <a:pt x="10836" y="4049"/>
                    <a:pt x="10836" y="3453"/>
                  </a:cubicBezTo>
                  <a:cubicBezTo>
                    <a:pt x="10836" y="2548"/>
                    <a:pt x="10526" y="1834"/>
                    <a:pt x="10288" y="1453"/>
                  </a:cubicBezTo>
                  <a:cubicBezTo>
                    <a:pt x="9859" y="1429"/>
                    <a:pt x="9454" y="1310"/>
                    <a:pt x="9121" y="1096"/>
                  </a:cubicBezTo>
                  <a:cubicBezTo>
                    <a:pt x="8788" y="905"/>
                    <a:pt x="8478" y="643"/>
                    <a:pt x="8288" y="357"/>
                  </a:cubicBezTo>
                  <a:cubicBezTo>
                    <a:pt x="8049" y="262"/>
                    <a:pt x="7811" y="143"/>
                    <a:pt x="7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342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8D56757F-45FF-FF4E-C652-72281515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>
            <a:extLst>
              <a:ext uri="{FF2B5EF4-FFF2-40B4-BE49-F238E27FC236}">
                <a16:creationId xmlns:a16="http://schemas.microsoft.com/office/drawing/2014/main" id="{49B8D329-CC31-2C80-3E9F-928E5CDE80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59397" y="2075587"/>
            <a:ext cx="6024339" cy="827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it-IT" b="1"/>
              <a:t>Link al prototipo finale in </a:t>
            </a:r>
            <a:r>
              <a:rPr lang="it-IT" b="1" err="1"/>
              <a:t>Figma</a:t>
            </a:r>
            <a:r>
              <a:rPr lang="it-IT" b="1"/>
              <a:t>: </a:t>
            </a:r>
            <a:r>
              <a:rPr lang="it-IT" err="1">
                <a:hlinkClick r:id="rId3"/>
              </a:rPr>
              <a:t>Protitipo</a:t>
            </a:r>
            <a:r>
              <a:rPr lang="it-IT">
                <a:hlinkClick r:id="rId3"/>
              </a:rPr>
              <a:t> finale</a:t>
            </a:r>
            <a:endParaRPr lang="it-IT"/>
          </a:p>
        </p:txBody>
      </p:sp>
      <p:sp>
        <p:nvSpPr>
          <p:cNvPr id="173" name="Google Shape;173;p35">
            <a:extLst>
              <a:ext uri="{FF2B5EF4-FFF2-40B4-BE49-F238E27FC236}">
                <a16:creationId xmlns:a16="http://schemas.microsoft.com/office/drawing/2014/main" id="{890ABCA2-FF6E-2096-FBD0-97C31D600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8825" y="191950"/>
            <a:ext cx="6216375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600" b="0"/>
              <a:t>Prototipo interattivo</a:t>
            </a:r>
            <a:endParaRPr sz="1600" b="0"/>
          </a:p>
        </p:txBody>
      </p:sp>
      <p:sp>
        <p:nvSpPr>
          <p:cNvPr id="9" name="Google Shape;167;p34">
            <a:extLst>
              <a:ext uri="{FF2B5EF4-FFF2-40B4-BE49-F238E27FC236}">
                <a16:creationId xmlns:a16="http://schemas.microsoft.com/office/drawing/2014/main" id="{BAEEB0AE-CEE1-661A-BC8D-734E66D32044}"/>
              </a:ext>
            </a:extLst>
          </p:cNvPr>
          <p:cNvSpPr txBox="1">
            <a:spLocks/>
          </p:cNvSpPr>
          <p:nvPr/>
        </p:nvSpPr>
        <p:spPr>
          <a:xfrm>
            <a:off x="331452" y="298577"/>
            <a:ext cx="968772" cy="48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Decorative"/>
              <a:buNone/>
              <a:defRPr sz="6000" b="1" i="0" u="none" strike="noStrike" cap="none">
                <a:solidFill>
                  <a:srgbClr val="C22242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inzel Medium"/>
              <a:buNone/>
              <a:defRPr sz="6000" b="0" i="0" u="none" strike="noStrike" cap="none">
                <a:solidFill>
                  <a:schemeClr val="dk1"/>
                </a:solidFill>
                <a:latin typeface="Cinzel Medium"/>
                <a:ea typeface="Cinzel Medium"/>
                <a:cs typeface="Cinzel Medium"/>
                <a:sym typeface="Cinzel Medium"/>
              </a:defRPr>
            </a:lvl9pPr>
          </a:lstStyle>
          <a:p>
            <a:r>
              <a:rPr lang="en" sz="2400"/>
              <a:t>06</a:t>
            </a:r>
            <a:endParaRPr lang="en" sz="3600"/>
          </a:p>
        </p:txBody>
      </p:sp>
      <p:sp>
        <p:nvSpPr>
          <p:cNvPr id="2" name="Google Shape;164;p34">
            <a:extLst>
              <a:ext uri="{FF2B5EF4-FFF2-40B4-BE49-F238E27FC236}">
                <a16:creationId xmlns:a16="http://schemas.microsoft.com/office/drawing/2014/main" id="{39109C12-F42A-1168-7319-D3A984F21D63}"/>
              </a:ext>
            </a:extLst>
          </p:cNvPr>
          <p:cNvSpPr/>
          <p:nvPr/>
        </p:nvSpPr>
        <p:spPr>
          <a:xfrm>
            <a:off x="532852" y="319447"/>
            <a:ext cx="565973" cy="44010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15289A9F-C328-81DB-4807-B4D5EF58334B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 err="1"/>
              <a:t>HistorIA</a:t>
            </a:r>
            <a:r>
              <a:rPr lang="it-IT" sz="1050"/>
              <a:t> - Interazione Uomo Macchina – Gruppo 1</a:t>
            </a:r>
          </a:p>
        </p:txBody>
      </p:sp>
      <p:cxnSp>
        <p:nvCxnSpPr>
          <p:cNvPr id="4" name="Google Shape;175;p35">
            <a:extLst>
              <a:ext uri="{FF2B5EF4-FFF2-40B4-BE49-F238E27FC236}">
                <a16:creationId xmlns:a16="http://schemas.microsoft.com/office/drawing/2014/main" id="{67380CE6-394F-F0FF-4145-367EC6D46636}"/>
              </a:ext>
            </a:extLst>
          </p:cNvPr>
          <p:cNvCxnSpPr/>
          <p:nvPr/>
        </p:nvCxnSpPr>
        <p:spPr>
          <a:xfrm>
            <a:off x="1185112" y="666798"/>
            <a:ext cx="426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" name="Google Shape;968;p54">
            <a:extLst>
              <a:ext uri="{FF2B5EF4-FFF2-40B4-BE49-F238E27FC236}">
                <a16:creationId xmlns:a16="http://schemas.microsoft.com/office/drawing/2014/main" id="{9385B7E8-D276-D18B-94DB-583C2D18B4F3}"/>
              </a:ext>
            </a:extLst>
          </p:cNvPr>
          <p:cNvGrpSpPr/>
          <p:nvPr/>
        </p:nvGrpSpPr>
        <p:grpSpPr>
          <a:xfrm>
            <a:off x="8636980" y="286029"/>
            <a:ext cx="351136" cy="377341"/>
            <a:chOff x="5931866" y="3146231"/>
            <a:chExt cx="384469" cy="411182"/>
          </a:xfrm>
        </p:grpSpPr>
        <p:sp>
          <p:nvSpPr>
            <p:cNvPr id="6" name="Google Shape;969;p54">
              <a:extLst>
                <a:ext uri="{FF2B5EF4-FFF2-40B4-BE49-F238E27FC236}">
                  <a16:creationId xmlns:a16="http://schemas.microsoft.com/office/drawing/2014/main" id="{AEAC36DB-B059-C805-2326-B8954E9D65B3}"/>
                </a:ext>
              </a:extLst>
            </p:cNvPr>
            <p:cNvSpPr/>
            <p:nvPr/>
          </p:nvSpPr>
          <p:spPr>
            <a:xfrm>
              <a:off x="6137963" y="3146231"/>
              <a:ext cx="178372" cy="157405"/>
            </a:xfrm>
            <a:custGeom>
              <a:avLst/>
              <a:gdLst/>
              <a:ahLst/>
              <a:cxnLst/>
              <a:rect l="l" t="t" r="r" b="b"/>
              <a:pathLst>
                <a:path w="5668" h="4668" extrusionOk="0">
                  <a:moveTo>
                    <a:pt x="3620" y="0"/>
                  </a:moveTo>
                  <a:cubicBezTo>
                    <a:pt x="3167" y="0"/>
                    <a:pt x="2763" y="143"/>
                    <a:pt x="2453" y="381"/>
                  </a:cubicBezTo>
                  <a:lnTo>
                    <a:pt x="1429" y="381"/>
                  </a:lnTo>
                  <a:cubicBezTo>
                    <a:pt x="738" y="381"/>
                    <a:pt x="167" y="881"/>
                    <a:pt x="71" y="1548"/>
                  </a:cubicBezTo>
                  <a:cubicBezTo>
                    <a:pt x="0" y="2334"/>
                    <a:pt x="619" y="3024"/>
                    <a:pt x="1381" y="3024"/>
                  </a:cubicBezTo>
                  <a:lnTo>
                    <a:pt x="2215" y="3024"/>
                  </a:lnTo>
                  <a:cubicBezTo>
                    <a:pt x="2477" y="3334"/>
                    <a:pt x="2810" y="3501"/>
                    <a:pt x="3191" y="3596"/>
                  </a:cubicBezTo>
                  <a:cubicBezTo>
                    <a:pt x="3358" y="3882"/>
                    <a:pt x="3620" y="4144"/>
                    <a:pt x="3953" y="4334"/>
                  </a:cubicBezTo>
                  <a:cubicBezTo>
                    <a:pt x="4310" y="4549"/>
                    <a:pt x="4739" y="4668"/>
                    <a:pt x="5192" y="4668"/>
                  </a:cubicBezTo>
                  <a:lnTo>
                    <a:pt x="5311" y="4668"/>
                  </a:lnTo>
                  <a:cubicBezTo>
                    <a:pt x="5525" y="4668"/>
                    <a:pt x="5668" y="4525"/>
                    <a:pt x="5668" y="4310"/>
                  </a:cubicBezTo>
                  <a:lnTo>
                    <a:pt x="5668" y="1548"/>
                  </a:lnTo>
                  <a:cubicBezTo>
                    <a:pt x="5668" y="1500"/>
                    <a:pt x="5644" y="1477"/>
                    <a:pt x="5644" y="1429"/>
                  </a:cubicBezTo>
                  <a:cubicBezTo>
                    <a:pt x="5382" y="595"/>
                    <a:pt x="4549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Google Shape;970;p54">
              <a:extLst>
                <a:ext uri="{FF2B5EF4-FFF2-40B4-BE49-F238E27FC236}">
                  <a16:creationId xmlns:a16="http://schemas.microsoft.com/office/drawing/2014/main" id="{A3F985C1-2494-0399-F531-C8D5A07C2B04}"/>
                </a:ext>
              </a:extLst>
            </p:cNvPr>
            <p:cNvSpPr/>
            <p:nvPr/>
          </p:nvSpPr>
          <p:spPr>
            <a:xfrm>
              <a:off x="5931866" y="3232959"/>
              <a:ext cx="260068" cy="131710"/>
            </a:xfrm>
            <a:custGeom>
              <a:avLst/>
              <a:gdLst/>
              <a:ahLst/>
              <a:cxnLst/>
              <a:rect l="l" t="t" r="r" b="b"/>
              <a:pathLst>
                <a:path w="8264" h="3906" extrusionOk="0">
                  <a:moveTo>
                    <a:pt x="0" y="0"/>
                  </a:moveTo>
                  <a:cubicBezTo>
                    <a:pt x="143" y="405"/>
                    <a:pt x="262" y="1405"/>
                    <a:pt x="1548" y="1405"/>
                  </a:cubicBezTo>
                  <a:cubicBezTo>
                    <a:pt x="1548" y="1405"/>
                    <a:pt x="1858" y="2620"/>
                    <a:pt x="3048" y="2620"/>
                  </a:cubicBezTo>
                  <a:cubicBezTo>
                    <a:pt x="3048" y="2620"/>
                    <a:pt x="3215" y="3906"/>
                    <a:pt x="4287" y="3906"/>
                  </a:cubicBezTo>
                  <a:lnTo>
                    <a:pt x="7311" y="3906"/>
                  </a:lnTo>
                  <a:cubicBezTo>
                    <a:pt x="7883" y="3906"/>
                    <a:pt x="8264" y="3310"/>
                    <a:pt x="8026" y="2810"/>
                  </a:cubicBezTo>
                  <a:lnTo>
                    <a:pt x="7430" y="1500"/>
                  </a:lnTo>
                  <a:cubicBezTo>
                    <a:pt x="7025" y="595"/>
                    <a:pt x="6120" y="0"/>
                    <a:pt x="5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" name="Google Shape;971;p54">
              <a:extLst>
                <a:ext uri="{FF2B5EF4-FFF2-40B4-BE49-F238E27FC236}">
                  <a16:creationId xmlns:a16="http://schemas.microsoft.com/office/drawing/2014/main" id="{78621612-EF24-5F4D-9942-8747DF73F7C0}"/>
                </a:ext>
              </a:extLst>
            </p:cNvPr>
            <p:cNvSpPr/>
            <p:nvPr/>
          </p:nvSpPr>
          <p:spPr>
            <a:xfrm>
              <a:off x="5964091" y="3275514"/>
              <a:ext cx="341009" cy="281899"/>
            </a:xfrm>
            <a:custGeom>
              <a:avLst/>
              <a:gdLst/>
              <a:ahLst/>
              <a:cxnLst/>
              <a:rect l="l" t="t" r="r" b="b"/>
              <a:pathLst>
                <a:path w="10836" h="8360" extrusionOk="0">
                  <a:moveTo>
                    <a:pt x="7597" y="0"/>
                  </a:moveTo>
                  <a:cubicBezTo>
                    <a:pt x="7573" y="238"/>
                    <a:pt x="7478" y="453"/>
                    <a:pt x="7430" y="619"/>
                  </a:cubicBezTo>
                  <a:lnTo>
                    <a:pt x="7692" y="1215"/>
                  </a:lnTo>
                  <a:cubicBezTo>
                    <a:pt x="7906" y="1691"/>
                    <a:pt x="7859" y="2239"/>
                    <a:pt x="7573" y="2644"/>
                  </a:cubicBezTo>
                  <a:cubicBezTo>
                    <a:pt x="7311" y="3096"/>
                    <a:pt x="6835" y="3334"/>
                    <a:pt x="6287" y="3334"/>
                  </a:cubicBezTo>
                  <a:lnTo>
                    <a:pt x="3263" y="3334"/>
                  </a:lnTo>
                  <a:cubicBezTo>
                    <a:pt x="2691" y="3334"/>
                    <a:pt x="2191" y="3096"/>
                    <a:pt x="1834" y="2620"/>
                  </a:cubicBezTo>
                  <a:cubicBezTo>
                    <a:pt x="786" y="2786"/>
                    <a:pt x="0" y="3691"/>
                    <a:pt x="0" y="4787"/>
                  </a:cubicBezTo>
                  <a:lnTo>
                    <a:pt x="0" y="7835"/>
                  </a:lnTo>
                  <a:cubicBezTo>
                    <a:pt x="0" y="8121"/>
                    <a:pt x="238" y="8359"/>
                    <a:pt x="548" y="8359"/>
                  </a:cubicBezTo>
                  <a:lnTo>
                    <a:pt x="5668" y="8359"/>
                  </a:lnTo>
                  <a:lnTo>
                    <a:pt x="5668" y="7668"/>
                  </a:lnTo>
                  <a:cubicBezTo>
                    <a:pt x="5668" y="7073"/>
                    <a:pt x="5192" y="6573"/>
                    <a:pt x="4572" y="6573"/>
                  </a:cubicBezTo>
                  <a:lnTo>
                    <a:pt x="3286" y="6573"/>
                  </a:lnTo>
                  <a:cubicBezTo>
                    <a:pt x="3453" y="6549"/>
                    <a:pt x="3644" y="6478"/>
                    <a:pt x="3787" y="6430"/>
                  </a:cubicBezTo>
                  <a:cubicBezTo>
                    <a:pt x="4596" y="6120"/>
                    <a:pt x="5596" y="5811"/>
                    <a:pt x="6668" y="5811"/>
                  </a:cubicBezTo>
                  <a:lnTo>
                    <a:pt x="6763" y="5811"/>
                  </a:lnTo>
                  <a:lnTo>
                    <a:pt x="7025" y="8335"/>
                  </a:lnTo>
                  <a:lnTo>
                    <a:pt x="9621" y="8335"/>
                  </a:lnTo>
                  <a:lnTo>
                    <a:pt x="9621" y="7526"/>
                  </a:lnTo>
                  <a:cubicBezTo>
                    <a:pt x="9621" y="7073"/>
                    <a:pt x="9264" y="6716"/>
                    <a:pt x="8811" y="6716"/>
                  </a:cubicBezTo>
                  <a:lnTo>
                    <a:pt x="8645" y="6716"/>
                  </a:lnTo>
                  <a:lnTo>
                    <a:pt x="8645" y="5620"/>
                  </a:lnTo>
                  <a:lnTo>
                    <a:pt x="8669" y="5620"/>
                  </a:lnTo>
                  <a:cubicBezTo>
                    <a:pt x="9335" y="5477"/>
                    <a:pt x="9835" y="5239"/>
                    <a:pt x="10193" y="4930"/>
                  </a:cubicBezTo>
                  <a:cubicBezTo>
                    <a:pt x="10645" y="4549"/>
                    <a:pt x="10836" y="4049"/>
                    <a:pt x="10836" y="3453"/>
                  </a:cubicBezTo>
                  <a:cubicBezTo>
                    <a:pt x="10836" y="2548"/>
                    <a:pt x="10526" y="1834"/>
                    <a:pt x="10288" y="1453"/>
                  </a:cubicBezTo>
                  <a:cubicBezTo>
                    <a:pt x="9859" y="1429"/>
                    <a:pt x="9454" y="1310"/>
                    <a:pt x="9121" y="1096"/>
                  </a:cubicBezTo>
                  <a:cubicBezTo>
                    <a:pt x="8788" y="905"/>
                    <a:pt x="8478" y="643"/>
                    <a:pt x="8288" y="357"/>
                  </a:cubicBezTo>
                  <a:cubicBezTo>
                    <a:pt x="8049" y="262"/>
                    <a:pt x="7811" y="143"/>
                    <a:pt x="7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001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/>
          <p:nvPr/>
        </p:nvSpPr>
        <p:spPr>
          <a:xfrm>
            <a:off x="2659525" y="1208975"/>
            <a:ext cx="5250300" cy="2398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title"/>
          </p:nvPr>
        </p:nvSpPr>
        <p:spPr>
          <a:xfrm>
            <a:off x="2777675" y="1414625"/>
            <a:ext cx="4960200" cy="19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Grazie per </a:t>
            </a:r>
            <a:r>
              <a:rPr lang="en" sz="4800">
                <a:solidFill>
                  <a:schemeClr val="accent1"/>
                </a:solidFill>
              </a:rPr>
              <a:t>L’attenzione</a:t>
            </a:r>
            <a:endParaRPr sz="4800">
              <a:solidFill>
                <a:schemeClr val="accent1"/>
              </a:solidFill>
            </a:endParaRPr>
          </a:p>
        </p:txBody>
      </p:sp>
      <p:pic>
        <p:nvPicPr>
          <p:cNvPr id="2" name="Google Shape;174;p35">
            <a:extLst>
              <a:ext uri="{FF2B5EF4-FFF2-40B4-BE49-F238E27FC236}">
                <a16:creationId xmlns:a16="http://schemas.microsoft.com/office/drawing/2014/main" id="{8BE8FB5B-2CFC-CFCF-0894-924798BB4CC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 flipH="1">
            <a:off x="855033" y="1471961"/>
            <a:ext cx="2199233" cy="3047070"/>
          </a:xfrm>
          <a:prstGeom prst="rect">
            <a:avLst/>
          </a:prstGeom>
          <a:noFill/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3" name="Google Shape;125;p31">
            <a:extLst>
              <a:ext uri="{FF2B5EF4-FFF2-40B4-BE49-F238E27FC236}">
                <a16:creationId xmlns:a16="http://schemas.microsoft.com/office/drawing/2014/main" id="{0A663783-BE77-273D-646F-7274AB130313}"/>
              </a:ext>
            </a:extLst>
          </p:cNvPr>
          <p:cNvSpPr txBox="1">
            <a:spLocks/>
          </p:cNvSpPr>
          <p:nvPr/>
        </p:nvSpPr>
        <p:spPr>
          <a:xfrm>
            <a:off x="2890494" y="4665210"/>
            <a:ext cx="3226175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None/>
              <a:defRPr sz="1400" b="0" i="0" u="none" strike="noStrike" cap="none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pPr marL="0" indent="0"/>
            <a:r>
              <a:rPr lang="it-IT" sz="1050" err="1"/>
              <a:t>HistorIA</a:t>
            </a:r>
            <a:r>
              <a:rPr lang="it-IT" sz="1050"/>
              <a:t> - Interazione Uomo Macchina – Gruppo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ncient Roman Culture Minitheme by Slidesgo">
  <a:themeElements>
    <a:clrScheme name="Simple Light">
      <a:dk1>
        <a:srgbClr val="191919"/>
      </a:dk1>
      <a:lt1>
        <a:srgbClr val="FFF4E8"/>
      </a:lt1>
      <a:dk2>
        <a:srgbClr val="FFF4E8"/>
      </a:dk2>
      <a:lt2>
        <a:srgbClr val="E4D3C1"/>
      </a:lt2>
      <a:accent1>
        <a:srgbClr val="C22242"/>
      </a:accent1>
      <a:accent2>
        <a:srgbClr val="F0B65C"/>
      </a:accent2>
      <a:accent3>
        <a:srgbClr val="D5A691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(16:9)</PresentationFormat>
  <Slides>54</Slides>
  <Notes>54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Ancient Roman Culture Minitheme by Slidesgo</vt:lpstr>
      <vt:lpstr>HistorIA</vt:lpstr>
      <vt:lpstr>Il Nostro Team</vt:lpstr>
      <vt:lpstr>Table of Contents</vt:lpstr>
      <vt:lpstr>Descrizione e analisi del problema</vt:lpstr>
      <vt:lpstr>“Studia Il passato, se vuoi prevedere il futuro” - Confucio</vt:lpstr>
      <vt:lpstr>Descrzione e analisi del problema</vt:lpstr>
      <vt:lpstr>Descrzione e analisi del problema</vt:lpstr>
      <vt:lpstr>Descrzione e analisi del problema</vt:lpstr>
      <vt:lpstr>Descrzione e analisi del problema</vt:lpstr>
      <vt:lpstr>Descrzione e analisi del problema</vt:lpstr>
      <vt:lpstr>Personas e obiettivi di empowerment</vt:lpstr>
      <vt:lpstr>Personas</vt:lpstr>
      <vt:lpstr>Personas</vt:lpstr>
      <vt:lpstr>Personas – Persona 1</vt:lpstr>
      <vt:lpstr>Personas – Persona 2</vt:lpstr>
      <vt:lpstr>Personas – Persona 3</vt:lpstr>
      <vt:lpstr>Personas – Persona 4</vt:lpstr>
      <vt:lpstr>Task individuati</vt:lpstr>
      <vt:lpstr>Task individuati</vt:lpstr>
      <vt:lpstr>Task individuati</vt:lpstr>
      <vt:lpstr>Obiettivi di Empowerment </vt:lpstr>
      <vt:lpstr>Obiettivi di Empowerment </vt:lpstr>
      <vt:lpstr>Obiettivi di Empowerment </vt:lpstr>
      <vt:lpstr>Obiettivi di Empowerment </vt:lpstr>
      <vt:lpstr>Obiettivi di Empowerment </vt:lpstr>
      <vt:lpstr>Casi d’uso e analisi comparativa</vt:lpstr>
      <vt:lpstr>Casi d’uso</vt:lpstr>
      <vt:lpstr>Casi d’uso</vt:lpstr>
      <vt:lpstr>Casi d’uso</vt:lpstr>
      <vt:lpstr>Casi d’uso</vt:lpstr>
      <vt:lpstr>Casi d’uso - Esempio</vt:lpstr>
      <vt:lpstr>Analisi comparativa</vt:lpstr>
      <vt:lpstr>Analisi comparativa</vt:lpstr>
      <vt:lpstr>Prototipo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pattern</vt:lpstr>
      <vt:lpstr>DESIGN PATTERN</vt:lpstr>
      <vt:lpstr>Design pattern</vt:lpstr>
      <vt:lpstr>Design pattern</vt:lpstr>
      <vt:lpstr>Valutazione Prototipo</vt:lpstr>
      <vt:lpstr>Valutazione prototipo </vt:lpstr>
      <vt:lpstr>Valutazione prototipo</vt:lpstr>
      <vt:lpstr>Valutazione prototipo</vt:lpstr>
      <vt:lpstr>Valutazione prototipo</vt:lpstr>
      <vt:lpstr>Valutazione prototipo</vt:lpstr>
      <vt:lpstr>Prototipo interattivo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2025-06-12T09:26:10Z</dcterms:modified>
</cp:coreProperties>
</file>